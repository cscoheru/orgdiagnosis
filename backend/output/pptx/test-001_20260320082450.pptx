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00528B"/>
                </a:solidFill>
              </a:defRPr>
            </a:pPr>
            <a:r>
              <a:t>测试报告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33333"/>
                </a:solidFill>
              </a:defRPr>
            </a:pPr>
            <a:r>
              <a:t>测试公司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80"/>
                </a:solidFill>
              </a:defRPr>
            </a:pPr>
            <a:r>
              <a:t>2026年03月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528B"/>
                </a:solidFill>
              </a:defRPr>
            </a:pPr>
            <a:r>
              <a:t>第一部分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84048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08080"/>
                </a:solidFill>
              </a:defRPr>
            </a:pPr>
            <a:r>
              <a:t>项目需求的理解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33333"/>
                </a:solidFill>
              </a:defRPr>
            </a:pPr>
            <a:r>
              <a:t>核心痛点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28B"/>
                </a:solidFill>
              </a:defRPr>
            </a:pPr>
            <a:r>
              <a:t>关键问题需要解决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33333"/>
                </a:solidFill>
              </a:defRPr>
            </a:pPr>
            <a:r>
              <a:t>• 痛点1</a:t>
            </a:r>
            <a:br/>
            <a:br/>
            <a:r>
              <a:t>• 痛点2</a:t>
            </a:r>
            <a:br/>
            <a:br/>
            <a:r>
              <a:t>• 痛点3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08080"/>
                </a:solidFill>
              </a:defRPr>
            </a:pPr>
            <a:r>
              <a:t>来源: 客户访谈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