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部门名称: {{ DEPT_NAME }}，员工数: {{ EMPLOYEE_COUNT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