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Lst>
  <p:notesMasterIdLst>
    <p:notesMasterId r:id="rId22"/>
  </p:notesMasterIdLst>
  <p:handoutMasterIdLst>
    <p:handoutMasterId r:id="rId23"/>
  </p:handoutMasterIdLst>
  <p:sldIdLst>
    <p:sldId id="7307" r:id="rId6"/>
    <p:sldId id="7270" r:id="rId7"/>
    <p:sldId id="7332" r:id="rId8"/>
    <p:sldId id="7335" r:id="rId9"/>
    <p:sldId id="7336" r:id="rId10"/>
    <p:sldId id="7327" r:id="rId11"/>
    <p:sldId id="7337" r:id="rId12"/>
    <p:sldId id="7339" r:id="rId13"/>
    <p:sldId id="7341" r:id="rId14"/>
    <p:sldId id="7338" r:id="rId15"/>
    <p:sldId id="7344" r:id="rId16"/>
    <p:sldId id="7343" r:id="rId17"/>
    <p:sldId id="7441" r:id="rId18"/>
    <p:sldId id="7442" r:id="rId19"/>
    <p:sldId id="7445" r:id="rId20"/>
    <p:sldId id="7447" r:id="rId21"/>
  </p:sldIdLst>
  <p:sldSz cx="12192000" cy="6858000"/>
  <p:notesSz cx="6858000" cy="9947275"/>
  <p:custDataLst>
    <p:tags r:id="rId2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8" userDrawn="1">
          <p15:clr>
            <a:srgbClr val="A4A3A4"/>
          </p15:clr>
        </p15:guide>
        <p15:guide id="2" pos="3833" userDrawn="1">
          <p15:clr>
            <a:srgbClr val="A4A3A4"/>
          </p15:clr>
        </p15:guide>
        <p15:guide id="3" orient="horz" pos="1143" userDrawn="1">
          <p15:clr>
            <a:srgbClr val="A4A3A4"/>
          </p15:clr>
        </p15:guide>
        <p15:guide id="4" pos="298" userDrawn="1">
          <p15:clr>
            <a:srgbClr val="A4A3A4"/>
          </p15:clr>
        </p15:guide>
        <p15:guide id="5" pos="7378" userDrawn="1">
          <p15:clr>
            <a:srgbClr val="A4A3A4"/>
          </p15:clr>
        </p15:guide>
        <p15:guide id="6" orient="horz" pos="410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Xiangfei He" initials="" lastIdx="3" clrIdx="0"/>
  <p:cmAuthor id="1" name="admin" initials="a" lastIdx="1" clrIdx="1"/>
  <p:cmAuthor id="2" name="Wang, Catherine X (SH/MC)" initials="WCX(" lastIdx="1" clrIdx="1"/>
  <p:cmAuthor id="3" name="Microsoft Office User" initials="" lastIdx="1" clrIdx="3"/>
  <p:cmAuthor id="4" name="谢坤颖" initials="谢" lastIdx="1" clrIdx="3"/>
  <p:cmAuthor id="5" name="10165" initials="1" lastIdx="1" clrIdx="4"/>
  <p:cmAuthor id="6" name="未知用户25" initials="未" lastIdx="1" clrIdx="6"/>
  <p:cmAuthor id="7" name="未知用户19" initials="未" lastIdx="1" clrIdx="0"/>
  <p:cmAuthor id="8" name="未知用户28" initials="未" lastIdx="1" clrIdx="0"/>
  <p:cmAuthor id="9" name="未知用户27" initials="未" lastIdx="1" clrIdx="1"/>
  <p:cmAuthor id="10" name="Veronica XU" initials="V" lastIdx="1" clrIdx="0"/>
  <p:cmAuthor id="11" name="未知用户12" initials="未" lastIdx="1" clrIdx="6"/>
  <p:cmAuthor id="12" name="未知用户14" initials="未" lastIdx="1" clrIdx="0"/>
  <p:cmAuthor id="13" name="未知用户13" initials="未" lastIdx="1" clrIdx="0"/>
  <p:cmAuthor id="14" name="未知用户10" initials="未" lastIdx="1" clrIdx="1"/>
  <p:cmAuthor id="15" name="WPWL - LQH" initials="W-L" lastIdx="1" clrIdx="7"/>
  <p:cmAuthor id="16" name="WPWL" initials="W" lastIdx="1" clrIdx="15"/>
  <p:cmAuthor id="17" name="Administrator" initials="A" lastIdx="1" clrIdx="16"/>
  <p:cmAuthor id="214622202" name="丁丁噹" initials="丁" lastIdx="2" clrIdx="21"/>
  <p:cmAuthor id="18" name="Miya" initials="M" lastIdx="1" clrIdx="17"/>
  <p:cmAuthor id="19" name="李诗语" initials="李诗语" lastIdx="1" clrIdx="18"/>
  <p:cmAuthor id="20" name="86188" initials="8" lastIdx="1" clrIdx="19"/>
  <p:cmAuthor id="1483810881" name="WPS_1679281038" initials="W" lastIdx="1" clrIdx="2"/>
  <p:cmAuthor id="744117811" name="黄艳" initials="黄" lastIdx="4" clrIdx="2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331F5"/>
    <a:srgbClr val="002B9D"/>
    <a:srgbClr val="4BC9F7"/>
    <a:srgbClr val="4579E3"/>
    <a:srgbClr val="0C3D7F"/>
    <a:srgbClr val="A0B2C5"/>
    <a:srgbClr val="2A53B4"/>
    <a:srgbClr val="00226E"/>
    <a:srgbClr val="082D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F9EC418-0B19-4211-918C-304CA2219490}" styleName="表样式 1 14">
    <a:wholeTbl>
      <a:tcTxStyle>
        <a:fontRef idx="none">
          <a:schemeClr val="tx1"/>
        </a:fontRef>
      </a:tcTxStyle>
      <a:tcStyle>
        <a:tcBdr>
          <a:left>
            <a:ln w="12700" cmpd="sng">
              <a:solidFill>
                <a:schemeClr val="accent1"/>
              </a:solidFill>
              <a:prstDash val="solid"/>
            </a:ln>
          </a:left>
          <a:right>
            <a:ln w="12700" cmpd="sng">
              <a:solidFill>
                <a:schemeClr val="accent1"/>
              </a:solidFill>
              <a:prstDash val="solid"/>
            </a:ln>
          </a:right>
          <a:top>
            <a:ln w="12700" cmpd="sng">
              <a:solidFill>
                <a:schemeClr val="accent1"/>
              </a:solidFill>
              <a:prstDash val="solid"/>
            </a:ln>
          </a:top>
          <a:bottom>
            <a:ln w="12700" cmpd="sng">
              <a:solidFill>
                <a:schemeClr val="accent1"/>
              </a:solidFill>
              <a:prstDash val="solid"/>
            </a:ln>
          </a:bottom>
          <a:insideH>
            <a:ln>
              <a:noFill/>
            </a:ln>
          </a:insideH>
          <a:insideV>
            <a:ln>
              <a:noFill/>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TxStyle>
        <a:fontRef idx="none">
          <a:prstClr val="black"/>
        </a:fontRef>
      </a:tcTxStyle>
      <a:tcStyle>
        <a:tcBdr/>
        <a:fill>
          <a:solidFill>
            <a:schemeClr val="bg1">
              <a:alpha val="0"/>
            </a:schemeClr>
          </a:solidFill>
        </a:fill>
      </a:tcStyle>
    </a:band2V>
    <a:lastCol>
      <a:tcTxStyle b="on">
        <a:fontRef idx="none">
          <a:schemeClr val="tx1"/>
        </a:fontRef>
      </a:tcTxStyle>
      <a:tcStyle>
        <a:tcBdr>
          <a:left>
            <a:ln>
              <a:noFill/>
            </a:ln>
          </a:left>
          <a:right>
            <a:ln w="12700" cmpd="sng">
              <a:solidFill>
                <a:schemeClr val="accent1"/>
              </a:solidFill>
              <a:prstDash val="solid"/>
            </a:ln>
          </a:right>
          <a:top>
            <a:ln w="12700" cmpd="sng">
              <a:solidFill>
                <a:schemeClr val="accent1"/>
              </a:solidFill>
              <a:prstDash val="solid"/>
            </a:ln>
          </a:top>
          <a:bottom>
            <a:ln w="12700" cmpd="sng">
              <a:solidFill>
                <a:schemeClr val="accent1"/>
              </a:solidFill>
              <a:prstDash val="solid"/>
            </a:ln>
          </a:bottom>
          <a:insideH>
            <a:ln>
              <a:noFill/>
            </a:ln>
          </a:insideH>
          <a:insideV>
            <a:ln>
              <a:noFill/>
            </a:ln>
          </a:insideV>
        </a:tcBdr>
        <a:fill>
          <a:solidFill>
            <a:schemeClr val="accent1">
              <a:lumMod val="40000"/>
              <a:lumOff val="60000"/>
              <a:alpha val="50000"/>
            </a:schemeClr>
          </a:solidFill>
        </a:fill>
      </a:tcStyle>
    </a:lastCol>
    <a:firstCol>
      <a:tcTxStyle b="on">
        <a:fontRef idx="none">
          <a:schemeClr val="tx1"/>
        </a:fontRef>
      </a:tcTxStyle>
      <a:tcStyle>
        <a:tcBdr>
          <a:left>
            <a:ln w="12700" cmpd="sng">
              <a:solidFill>
                <a:schemeClr val="accent1"/>
              </a:solidFill>
              <a:prstDash val="solid"/>
            </a:ln>
          </a:left>
          <a:right>
            <a:ln>
              <a:noFill/>
            </a:ln>
          </a:right>
          <a:top>
            <a:ln w="12700" cmpd="sng">
              <a:solidFill>
                <a:schemeClr val="accent1"/>
              </a:solidFill>
              <a:prstDash val="solid"/>
            </a:ln>
          </a:top>
          <a:bottom>
            <a:ln w="12700" cmpd="sng">
              <a:solidFill>
                <a:schemeClr val="accent1"/>
              </a:solidFill>
              <a:prstDash val="solid"/>
            </a:ln>
          </a:bottom>
          <a:insideH>
            <a:ln>
              <a:noFill/>
            </a:ln>
          </a:insideH>
          <a:insideV>
            <a:ln>
              <a:noFill/>
            </a:ln>
          </a:insideV>
        </a:tcBdr>
        <a:fill>
          <a:solidFill>
            <a:schemeClr val="accent1">
              <a:lumMod val="40000"/>
              <a:lumOff val="60000"/>
              <a:alpha val="50000"/>
            </a:schemeClr>
          </a:solidFill>
        </a:fill>
      </a:tcStyle>
    </a:firstCol>
    <a:lastRow>
      <a:tcTxStyle b="on">
        <a:fontRef idx="none">
          <a:schemeClr val="accent1"/>
        </a:fontRef>
      </a:tcTxStyle>
      <a:tcStyle>
        <a:tcBdr>
          <a:left>
            <a:ln w="12700" cmpd="sng">
              <a:solidFill>
                <a:schemeClr val="accent1"/>
              </a:solidFill>
              <a:prstDash val="solid"/>
            </a:ln>
          </a:left>
          <a:right>
            <a:ln w="12700" cmpd="sng">
              <a:solidFill>
                <a:schemeClr val="accent1"/>
              </a:solidFill>
              <a:prstDash val="solid"/>
            </a:ln>
          </a:right>
          <a:top>
            <a:ln w="9525" cmpd="sng">
              <a:solidFill>
                <a:schemeClr val="accent1"/>
              </a:solidFill>
              <a:prstDash val="solid"/>
            </a:ln>
          </a:top>
          <a:bottom>
            <a:ln w="12700"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a:noFill/>
            </a:ln>
          </a:left>
          <a:right>
            <a:ln w="12700" cmpd="sng">
              <a:solidFill>
                <a:schemeClr val="accent1"/>
              </a:solidFill>
              <a:prstDash val="solid"/>
            </a:ln>
          </a:right>
          <a:top>
            <a:ln w="9525" cmpd="sng">
              <a:solidFill>
                <a:schemeClr val="accent1"/>
              </a:solidFill>
              <a:prstDash val="solid"/>
            </a:ln>
          </a:top>
          <a:bottom>
            <a:ln w="12700" cmpd="sng">
              <a:solidFill>
                <a:schemeClr val="accent1"/>
              </a:solidFill>
              <a:prstDash val="solid"/>
            </a:ln>
          </a:bottom>
          <a:insideH>
            <a:ln>
              <a:noFill/>
            </a:ln>
          </a:insideH>
          <a:insideV>
            <a:ln>
              <a:noFill/>
            </a:ln>
          </a:insideV>
        </a:tcBdr>
        <a:fill>
          <a:solidFill>
            <a:schemeClr val="bg1">
              <a:alpha val="0"/>
            </a:schemeClr>
          </a:solidFill>
        </a:fill>
      </a:tcStyle>
    </a:seCell>
    <a:swCell>
      <a:tcStyle>
        <a:tcBdr>
          <a:left>
            <a:ln w="12700" cmpd="sng">
              <a:solidFill>
                <a:schemeClr val="accent1"/>
              </a:solidFill>
              <a:prstDash val="solid"/>
            </a:ln>
          </a:left>
          <a:right>
            <a:ln>
              <a:noFill/>
            </a:ln>
          </a:right>
          <a:top>
            <a:ln w="9525" cmpd="sng">
              <a:solidFill>
                <a:schemeClr val="accent1"/>
              </a:solidFill>
              <a:prstDash val="solid"/>
            </a:ln>
          </a:top>
          <a:bottom>
            <a:ln w="12700"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accent1"/>
        </a:fontRef>
      </a:tcTxStyle>
      <a:tcStyle>
        <a:tcBdr>
          <a:left>
            <a:ln w="12700" cmpd="sng">
              <a:solidFill>
                <a:schemeClr val="accent1"/>
              </a:solidFill>
              <a:prstDash val="solid"/>
            </a:ln>
          </a:left>
          <a:right>
            <a:ln w="12700" cmpd="sng">
              <a:solidFill>
                <a:schemeClr val="accent1"/>
              </a:solidFill>
              <a:prstDash val="solid"/>
            </a:ln>
          </a:right>
          <a:top>
            <a:ln w="12700"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40000"/>
              <a:lumOff val="60000"/>
              <a:alpha val="50000"/>
            </a:schemeClr>
          </a:solidFill>
        </a:fill>
      </a:tcStyle>
    </a:firstRow>
  </a:tblStyle>
  <a:tblStyle styleId="{DFA677F5-CEA2-48FC-8B67-95BAA5C7B7F6}"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Style>
        <a:tcBdr/>
        <a:fill>
          <a:solidFill>
            <a:schemeClr val="accent1">
              <a:lumMod val="40000"/>
              <a:lumOff val="60000"/>
              <a:alpha val="25000"/>
            </a:schemeClr>
          </a:solidFill>
        </a:fill>
      </a:tcStyle>
    </a:band2H>
    <a:band1V>
      <a:tcStyle>
        <a:tcBdr/>
        <a:fill>
          <a:solidFill>
            <a:schemeClr val="accent1">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40000"/>
              <a:lumOff val="60000"/>
              <a:alpha val="4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45" autoAdjust="0"/>
    <p:restoredTop sz="93604" autoAdjust="0"/>
  </p:normalViewPr>
  <p:slideViewPr>
    <p:cSldViewPr snapToGrid="0" showGuides="1">
      <p:cViewPr varScale="1">
        <p:scale>
          <a:sx n="86" d="100"/>
          <a:sy n="86" d="100"/>
        </p:scale>
        <p:origin x="30" y="39"/>
      </p:cViewPr>
      <p:guideLst>
        <p:guide orient="horz" pos="2488"/>
        <p:guide pos="3833"/>
        <p:guide orient="horz" pos="1143"/>
        <p:guide pos="298"/>
        <p:guide pos="7378"/>
        <p:guide orient="horz" pos="4104"/>
      </p:guideLst>
    </p:cSldViewPr>
  </p:slideViewPr>
  <p:notesTextViewPr>
    <p:cViewPr>
      <p:scale>
        <a:sx n="125" d="100"/>
        <a:sy n="125" d="100"/>
      </p:scale>
      <p:origin x="0" y="0"/>
    </p:cViewPr>
  </p:notesTextViewPr>
  <p:sorterViewPr>
    <p:cViewPr>
      <p:scale>
        <a:sx n="80" d="100"/>
        <a:sy n="80" d="100"/>
      </p:scale>
      <p:origin x="0" y="0"/>
    </p:cViewPr>
  </p:sorter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8" Type="http://schemas.openxmlformats.org/officeDocument/2006/relationships/tags" Target="tags/tag155.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notesMaster" Target="notesMasters/notesMaster1.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24037;&#20316;&#31807;2"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1"/>
          <c:order val="0"/>
          <c:tx>
            <c:strRef>
              <c:f>[工作簿2]Sheet2!$D$1</c:f>
              <c:strCache>
                <c:ptCount val="1"/>
                <c:pt idx="0">
                  <c:v>业务管理</c:v>
                </c:pt>
              </c:strCache>
            </c:strRef>
          </c:tx>
          <c:spPr>
            <a:ln w="19050" cap="rnd" cmpd="sng">
              <a:noFill/>
              <a:prstDash val="solid"/>
              <a:round/>
              <a:headEnd type="none"/>
              <a:tailEnd type="none"/>
            </a:ln>
            <a:effectLst/>
          </c:spPr>
          <c:marker>
            <c:symbol val="none"/>
          </c:marker>
          <c:dLbls>
            <c:delete val="1"/>
          </c:dLbls>
          <c:cat>
            <c:strRef>
              <c:f>[工作簿2]Sheet2!$B$2:$B$7</c:f>
              <c:strCache>
                <c:ptCount val="6"/>
                <c:pt idx="0">
                  <c:v>执行者</c:v>
                </c:pt>
                <c:pt idx="1">
                  <c:v>规划者</c:v>
                </c:pt>
                <c:pt idx="2">
                  <c:v>管理者</c:v>
                </c:pt>
                <c:pt idx="3">
                  <c:v>控制者</c:v>
                </c:pt>
                <c:pt idx="4">
                  <c:v>领导者</c:v>
                </c:pt>
                <c:pt idx="5">
                  <c:v>战略家</c:v>
                </c:pt>
              </c:strCache>
            </c:strRef>
          </c:cat>
          <c:val>
            <c:numRef>
              <c:f>[工作簿2]Sheet2!$D$2:$D$7</c:f>
              <c:numCache>
                <c:formatCode>General</c:formatCode>
                <c:ptCount val="6"/>
                <c:pt idx="0">
                  <c:v>4</c:v>
                </c:pt>
                <c:pt idx="1">
                  <c:v>3</c:v>
                </c:pt>
                <c:pt idx="2">
                  <c:v>3.5</c:v>
                </c:pt>
                <c:pt idx="3">
                  <c:v>3.5</c:v>
                </c:pt>
                <c:pt idx="4">
                  <c:v>2</c:v>
                </c:pt>
                <c:pt idx="5">
                  <c:v>2</c:v>
                </c:pt>
              </c:numCache>
            </c:numRef>
          </c:val>
        </c:ser>
        <c:dLbls>
          <c:showLegendKey val="0"/>
          <c:showVal val="0"/>
          <c:showCatName val="0"/>
          <c:showSerName val="0"/>
          <c:showPercent val="0"/>
          <c:showBubbleSize val="0"/>
        </c:dLbls>
        <c:axId val="443617824"/>
        <c:axId val="644293055"/>
      </c:radarChart>
      <c:catAx>
        <c:axId val="443617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600" b="1" i="0" u="none" strike="noStrike" kern="1200" baseline="0">
                <a:solidFill>
                  <a:schemeClr val="tx1">
                    <a:lumMod val="65000"/>
                    <a:lumOff val="35000"/>
                  </a:schemeClr>
                </a:solidFill>
                <a:latin typeface="+mn-lt"/>
                <a:ea typeface="+mn-ea"/>
                <a:cs typeface="+mn-cs"/>
              </a:defRPr>
            </a:pPr>
          </a:p>
        </c:txPr>
        <c:crossAx val="644293055"/>
        <c:crosses val="autoZero"/>
        <c:auto val="1"/>
        <c:lblAlgn val="ctr"/>
        <c:lblOffset val="100"/>
        <c:noMultiLvlLbl val="0"/>
      </c:catAx>
      <c:valAx>
        <c:axId val="644293055"/>
        <c:scaling>
          <c:orientation val="minMax"/>
          <c:max val="5"/>
        </c:scaling>
        <c:delete val="1"/>
        <c:axPos val="l"/>
        <c:majorGridlines>
          <c:spPr>
            <a:ln w="9525" cap="flat" cmpd="sng" algn="ctr">
              <a:solidFill>
                <a:schemeClr val="lt1">
                  <a:lumMod val="90200"/>
                </a:schemeClr>
              </a:solidFill>
              <a:round/>
            </a:ln>
            <a:effectLst/>
          </c:spPr>
        </c:majorGridlines>
        <c:numFmt formatCode="General" sourceLinked="1"/>
        <c:majorTickMark val="out"/>
        <c:minorTickMark val="none"/>
        <c:tickLblPos val="nextTo"/>
        <c:txPr>
          <a:bodyPr rot="-60000000" spcFirstLastPara="0" vertOverflow="ellipsis" vert="horz" wrap="square" anchor="ctr" anchorCtr="1"/>
          <a:lstStyle/>
          <a:p>
            <a:pPr>
              <a:defRPr lang="zh-CN" sz="1600" b="1" i="0" u="none" strike="noStrike" kern="1200" baseline="0">
                <a:solidFill>
                  <a:schemeClr val="tx1">
                    <a:lumMod val="65000"/>
                    <a:lumOff val="35000"/>
                  </a:schemeClr>
                </a:solidFill>
                <a:latin typeface="+mn-lt"/>
                <a:ea typeface="+mn-ea"/>
                <a:cs typeface="+mn-cs"/>
              </a:defRPr>
            </a:pPr>
          </a:p>
        </c:txPr>
        <c:crossAx val="443617824"/>
        <c:crosses val="autoZero"/>
        <c:crossBetween val="between"/>
      </c:valAx>
      <c:spPr>
        <a:noFill/>
        <a:ln>
          <a:noFill/>
        </a:ln>
        <a:effectLst/>
      </c:spPr>
    </c:plotArea>
    <c:plotVisOnly val="1"/>
    <c:dispBlanksAs val="gap"/>
    <c:showDLblsOverMax val="0"/>
    <c:extLst>
      <c:ext uri="{0b15fc19-7d7d-44ad-8c2d-2c3a37ce22c3}">
        <chartProps xmlns="https://web.wps.cn/et/2018/main" chartId="{2c65379c-9abd-4f97-8222-ccbe878cb293}"/>
      </c:ext>
    </c:extLst>
  </c:chart>
  <c:spPr>
    <a:noFill/>
    <a:ln>
      <a:noFill/>
    </a:ln>
    <a:effectLst/>
  </c:spPr>
  <c:txPr>
    <a:bodyPr/>
    <a:lstStyle/>
    <a:p>
      <a:pPr>
        <a:defRPr lang="zh-CN" sz="1600" b="1"/>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gradFill>
          <a:gsLst>
            <a:gs pos="1000">
              <a:schemeClr val="phClr">
                <a:hueOff val="-1670000"/>
              </a:schemeClr>
            </a:gs>
            <a:gs pos="100000">
              <a:schemeClr val="phClr"/>
            </a:gs>
          </a:gsLst>
          <a:lin ang="5160000" scaled="1"/>
        </a:gra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5429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542935"/>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278182"/>
            <a:ext cx="2971800" cy="5429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10278182"/>
            <a:ext cx="2971800" cy="542934"/>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99091"/>
          </a:xfrm>
          <a:prstGeom prst="rect">
            <a:avLst/>
          </a:prstGeom>
        </p:spPr>
        <p:txBody>
          <a:bodyPr vert="horz" lIns="91440" tIns="45720" rIns="91440" bIns="45720" rtlCol="0"/>
          <a:lstStyle>
            <a:lvl1pPr algn="r">
              <a:defRPr sz="1200"/>
            </a:lvl1pPr>
          </a:lstStyle>
          <a:p>
            <a:fld id="{CE0B938D-2768-4142-AB45-4B4BDC0E2B1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787126"/>
            <a:ext cx="5486400" cy="391674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48185"/>
            <a:ext cx="2971800" cy="499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9448185"/>
            <a:ext cx="2971800" cy="499090"/>
          </a:xfrm>
          <a:prstGeom prst="rect">
            <a:avLst/>
          </a:prstGeom>
        </p:spPr>
        <p:txBody>
          <a:bodyPr vert="horz" lIns="91440" tIns="45720" rIns="91440" bIns="45720" rtlCol="0" anchor="b"/>
          <a:lstStyle>
            <a:lvl1pPr algn="r">
              <a:defRPr sz="1200"/>
            </a:lvl1pPr>
          </a:lstStyle>
          <a:p>
            <a:fld id="{5E4D44FE-052B-4CE6-BD65-BC3EA55A541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71390" y="261257"/>
            <a:ext cx="782274" cy="65972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334489" y="6514243"/>
            <a:ext cx="2133600" cy="273844"/>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7D1FDA-8AD7-41A1-A0AC-B73BFC6DE265}" type="datetimeFigureOut">
              <a:rPr lang="zh-CN" altLang="en-US" smtClean="0"/>
            </a:fld>
            <a:endParaRPr lang="zh-CN" altLang="en-US"/>
          </a:p>
        </p:txBody>
      </p:sp>
      <p:sp>
        <p:nvSpPr>
          <p:cNvPr id="5" name="页脚占位符 4"/>
          <p:cNvSpPr>
            <a:spLocks noGrp="1"/>
          </p:cNvSpPr>
          <p:nvPr>
            <p:ph type="ftr" sz="quarter" idx="11"/>
          </p:nvPr>
        </p:nvSpPr>
        <p:spPr>
          <a:xfrm>
            <a:off x="4703170" y="6514243"/>
            <a:ext cx="2895600" cy="273844"/>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6" name="灯片编号占位符 5"/>
          <p:cNvSpPr>
            <a:spLocks noGrp="1"/>
          </p:cNvSpPr>
          <p:nvPr>
            <p:ph type="sldNum" sz="quarter" idx="12"/>
          </p:nvPr>
        </p:nvSpPr>
        <p:spPr>
          <a:xfrm>
            <a:off x="9723911" y="6514243"/>
            <a:ext cx="2133600" cy="273844"/>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D327145-FF81-4AC9-98EB-2A48FA1E94C3}" type="slidenum">
              <a:rPr lang="zh-CN" altLang="en-US" smtClean="0"/>
            </a:fld>
            <a:endParaRPr lang="zh-CN" altLang="en-US"/>
          </a:p>
        </p:txBody>
      </p:sp>
      <p:grpSp>
        <p:nvGrpSpPr>
          <p:cNvPr id="12" name="组合 11"/>
          <p:cNvGrpSpPr/>
          <p:nvPr userDrawn="1"/>
        </p:nvGrpSpPr>
        <p:grpSpPr>
          <a:xfrm>
            <a:off x="2159565" y="206834"/>
            <a:ext cx="10032436" cy="672077"/>
            <a:chOff x="1619673" y="195485"/>
            <a:chExt cx="7524327" cy="648073"/>
          </a:xfrm>
        </p:grpSpPr>
        <p:sp>
          <p:nvSpPr>
            <p:cNvPr id="13" name="流程图: 手动输入 12"/>
            <p:cNvSpPr/>
            <p:nvPr/>
          </p:nvSpPr>
          <p:spPr>
            <a:xfrm rot="5400000" flipH="1" flipV="1">
              <a:off x="2249489" y="-434331"/>
              <a:ext cx="648071" cy="1907704"/>
            </a:xfrm>
            <a:prstGeom prst="flowChartManualInpu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4" name="矩形 13"/>
            <p:cNvSpPr/>
            <p:nvPr/>
          </p:nvSpPr>
          <p:spPr>
            <a:xfrm>
              <a:off x="2573524" y="195486"/>
              <a:ext cx="6570476" cy="64807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15" name="流程图: 手动输入 14"/>
          <p:cNvSpPr/>
          <p:nvPr userDrawn="1"/>
        </p:nvSpPr>
        <p:spPr>
          <a:xfrm rot="5400000">
            <a:off x="935765" y="-728931"/>
            <a:ext cx="672075" cy="2543605"/>
          </a:xfrm>
          <a:prstGeom prst="flowChartManualInpu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424" y="452670"/>
            <a:ext cx="2044139" cy="2062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8650822A-F5E9-4727-AC90-4B706FAD7266}" type="datetimeFigureOut">
              <a:rPr lang="zh-CN" altLang="en-US" smtClean="0"/>
            </a:fld>
            <a:endParaRPr lang="zh-CN" alt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DEC2518E-5B71-4206-90D4-E8E5221EC098}"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97D1FDA-8AD7-41A1-A0AC-B73BFC6DE2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D327145-FF81-4AC9-98EB-2A48FA1E94C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1" name="标题 40"/>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noProof="1"/>
              <a:t>单击此处编辑母版标题样式</a:t>
            </a:r>
            <a:endParaRPr lang="zh-CN" altLang="en-US" noProof="1"/>
          </a:p>
        </p:txBody>
      </p:sp>
      <p:grpSp>
        <p:nvGrpSpPr>
          <p:cNvPr id="2" name="组合 1"/>
          <p:cNvGrpSpPr/>
          <p:nvPr userDrawn="1"/>
        </p:nvGrpSpPr>
        <p:grpSpPr>
          <a:xfrm>
            <a:off x="0" y="24715"/>
            <a:ext cx="12192001" cy="609600"/>
            <a:chOff x="0" y="116216"/>
            <a:chExt cx="12192001" cy="672077"/>
          </a:xfrm>
        </p:grpSpPr>
        <p:grpSp>
          <p:nvGrpSpPr>
            <p:cNvPr id="3" name="组合 2"/>
            <p:cNvGrpSpPr/>
            <p:nvPr userDrawn="1"/>
          </p:nvGrpSpPr>
          <p:grpSpPr>
            <a:xfrm>
              <a:off x="2159565" y="116216"/>
              <a:ext cx="10032436" cy="672077"/>
              <a:chOff x="1619673" y="195485"/>
              <a:chExt cx="7524327" cy="648073"/>
            </a:xfrm>
          </p:grpSpPr>
          <p:sp>
            <p:nvSpPr>
              <p:cNvPr id="4" name="流程图: 手动输入 3"/>
              <p:cNvSpPr/>
              <p:nvPr/>
            </p:nvSpPr>
            <p:spPr>
              <a:xfrm rot="5400000" flipH="1" flipV="1">
                <a:off x="2249489" y="-434331"/>
                <a:ext cx="648071" cy="1907704"/>
              </a:xfrm>
              <a:prstGeom prst="flowChartManualInpu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矩形 4"/>
              <p:cNvSpPr/>
              <p:nvPr/>
            </p:nvSpPr>
            <p:spPr>
              <a:xfrm>
                <a:off x="2573524" y="195486"/>
                <a:ext cx="6570476" cy="648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6" name="流程图: 手动输入 5"/>
            <p:cNvSpPr/>
            <p:nvPr userDrawn="1"/>
          </p:nvSpPr>
          <p:spPr>
            <a:xfrm rot="5400000">
              <a:off x="935765" y="-819549"/>
              <a:ext cx="672075" cy="2543605"/>
            </a:xfrm>
            <a:prstGeom prst="flowChartManualInput">
              <a:avLst/>
            </a:prstGeom>
            <a:solidFill>
              <a:srgbClr val="002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userDrawn="1"/>
          </p:nvPicPr>
          <p:blipFill>
            <a:blip r:embed="rId2" cstate="print">
              <a:extLst>
                <a:ext uri="{BEBA8EAE-BF5A-486C-A8C5-ECC9F3942E4B}">
                  <a14:imgProps xmlns:a14="http://schemas.microsoft.com/office/drawing/2010/main">
                    <a14:imgLayer r:embed="rId3">
                      <a14:imgEffect>
                        <a14:artisticPencilSketch/>
                      </a14:imgEffect>
                    </a14:imgLayer>
                  </a14:imgProps>
                </a:ext>
                <a:ext uri="{28A0092B-C50C-407E-A947-70E740481C1C}">
                  <a14:useLocalDpi xmlns:a14="http://schemas.microsoft.com/office/drawing/2010/main" val="0"/>
                </a:ext>
              </a:extLst>
            </a:blip>
            <a:stretch>
              <a:fillRect/>
            </a:stretch>
          </p:blipFill>
          <p:spPr>
            <a:xfrm>
              <a:off x="115424" y="362052"/>
              <a:ext cx="2044139" cy="206257"/>
            </a:xfrm>
            <a:prstGeom prst="rect">
              <a:avLst/>
            </a:prstGeom>
          </p:spPr>
        </p:pic>
      </p:grpSp>
    </p:spTree>
  </p:cSld>
  <p:clrMapOvr>
    <a:masterClrMapping/>
  </p:clrMapOvr>
  <p:transition advTm="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zh-CN" altLang="en-US" dirty="0"/>
              <a:t>单击此处编辑母版标题样式</a:t>
            </a:r>
            <a:endParaRPr lang="en-GB" dirty="0"/>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wrap="square">
            <a:normAutofit/>
          </a:bodyPr>
          <a:lstStyle>
            <a:lvl1pPr>
              <a:defRPr>
                <a:latin typeface="+mn-ea"/>
                <a:ea typeface="+mn-ea"/>
                <a:cs typeface="+mn-ea"/>
                <a:sym typeface="+mn-ea"/>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wrap="square">
            <a:normAutofit/>
          </a:bodyPr>
          <a:lstStyle>
            <a:lvl1pPr>
              <a:defRPr>
                <a:latin typeface="+mn-ea"/>
                <a:ea typeface="+mn-ea"/>
                <a:cs typeface="+mn-ea"/>
                <a:sym typeface="+mn-ea"/>
              </a:defRPr>
            </a:lvl1p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a:xfrm>
            <a:off x="608400" y="608400"/>
            <a:ext cx="10969200" cy="705600"/>
          </a:xfr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标题占位符 1"/>
          <p:cNvSpPr>
            <a:spLocks noGrp="1"/>
          </p:cNvSpPr>
          <p:nvPr>
            <p:ph type="title"/>
          </p:nvPr>
        </p:nvSpPr>
        <p:spPr>
          <a:xfrm>
            <a:off x="608822" y="792920"/>
            <a:ext cx="10973087" cy="796950"/>
          </a:xfrm>
          <a:prstGeom prst="rect">
            <a:avLst/>
          </a:prstGeom>
        </p:spPr>
        <p:txBody>
          <a:bodyPr vert="horz" lIns="98746" tIns="49373" rIns="98746" bIns="49373" rtlCol="0" anchor="ctr">
            <a:normAutofit/>
          </a:bodyPr>
          <a:lstStyle>
            <a:lvl1pPr>
              <a:defRPr sz="2200" b="1"/>
            </a:lvl1p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10003_24">
    <p:bg>
      <p:bgRef idx="1001">
        <a:schemeClr val="bg1"/>
      </p:bgRef>
    </p:bg>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文本占位符 6"/>
          <p:cNvSpPr>
            <a:spLocks noGrp="1"/>
          </p:cNvSpPr>
          <p:nvPr>
            <p:ph type="body" idx="16386" hasCustomPrompt="1"/>
            <p:custDataLst>
              <p:tags r:id="rId3"/>
            </p:custDataLst>
          </p:nvPr>
        </p:nvSpPr>
        <p:spPr>
          <a:xfrm>
            <a:off x="609600" y="1524000"/>
            <a:ext cx="2514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单击添加项标题</a:t>
            </a:r>
            <a:endParaRPr lang="zh-CN" altLang="en-US" smtClean="0"/>
          </a:p>
        </p:txBody>
      </p:sp>
      <p:sp>
        <p:nvSpPr>
          <p:cNvPr id="8" name="装饰  7"/>
          <p:cNvSpPr>
            <a:spLocks noGrp="1"/>
          </p:cNvSpPr>
          <p:nvPr>
            <p:ph type="body" idx="16394" hasCustomPrompt="1"/>
            <p:custDataLst>
              <p:tags r:id="rId4"/>
            </p:custDataLst>
          </p:nvPr>
        </p:nvSpPr>
        <p:spPr>
          <a:xfrm>
            <a:off x="6096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9" name="文本占位符 8"/>
          <p:cNvSpPr>
            <a:spLocks noGrp="1"/>
          </p:cNvSpPr>
          <p:nvPr>
            <p:ph type="body" idx="16387" hasCustomPrompt="1"/>
            <p:custDataLst>
              <p:tags r:id="rId5"/>
            </p:custDataLst>
          </p:nvPr>
        </p:nvSpPr>
        <p:spPr>
          <a:xfrm>
            <a:off x="914400" y="2336800"/>
            <a:ext cx="1905000" cy="3657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3429000" y="1524000"/>
            <a:ext cx="2514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单击添加项标题</a:t>
            </a:r>
            <a:endParaRPr lang="zh-CN" altLang="en-US" smtClean="0"/>
          </a:p>
        </p:txBody>
      </p:sp>
      <p:sp>
        <p:nvSpPr>
          <p:cNvPr id="11" name="装饰  0"/>
          <p:cNvSpPr>
            <a:spLocks noGrp="1"/>
          </p:cNvSpPr>
          <p:nvPr>
            <p:ph type="body" idx="16395" hasCustomPrompt="1"/>
            <p:custDataLst>
              <p:tags r:id="rId7"/>
            </p:custDataLst>
          </p:nvPr>
        </p:nvSpPr>
        <p:spPr>
          <a:xfrm>
            <a:off x="34290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2" name="文本占位符 11"/>
          <p:cNvSpPr>
            <a:spLocks noGrp="1"/>
          </p:cNvSpPr>
          <p:nvPr>
            <p:ph type="body" idx="16389" hasCustomPrompt="1"/>
            <p:custDataLst>
              <p:tags r:id="rId8"/>
            </p:custDataLst>
          </p:nvPr>
        </p:nvSpPr>
        <p:spPr>
          <a:xfrm>
            <a:off x="3733800" y="2336800"/>
            <a:ext cx="1905000" cy="3657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文本占位符 12"/>
          <p:cNvSpPr>
            <a:spLocks noGrp="1"/>
          </p:cNvSpPr>
          <p:nvPr>
            <p:ph type="body" idx="16390" hasCustomPrompt="1"/>
            <p:custDataLst>
              <p:tags r:id="rId9"/>
            </p:custDataLst>
          </p:nvPr>
        </p:nvSpPr>
        <p:spPr>
          <a:xfrm>
            <a:off x="6248400" y="1524000"/>
            <a:ext cx="2514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单击添加项标题</a:t>
            </a:r>
            <a:endParaRPr lang="zh-CN" altLang="en-US" smtClean="0"/>
          </a:p>
        </p:txBody>
      </p:sp>
      <p:sp>
        <p:nvSpPr>
          <p:cNvPr id="14" name="装饰  3"/>
          <p:cNvSpPr>
            <a:spLocks noGrp="1"/>
          </p:cNvSpPr>
          <p:nvPr>
            <p:ph type="body" idx="16396" hasCustomPrompt="1"/>
            <p:custDataLst>
              <p:tags r:id="rId10"/>
            </p:custDataLst>
          </p:nvPr>
        </p:nvSpPr>
        <p:spPr>
          <a:xfrm>
            <a:off x="62484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91" hasCustomPrompt="1"/>
            <p:custDataLst>
              <p:tags r:id="rId11"/>
            </p:custDataLst>
          </p:nvPr>
        </p:nvSpPr>
        <p:spPr>
          <a:xfrm>
            <a:off x="6553200" y="2336800"/>
            <a:ext cx="1905000" cy="3657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文本占位符 15"/>
          <p:cNvSpPr>
            <a:spLocks noGrp="1"/>
          </p:cNvSpPr>
          <p:nvPr>
            <p:ph type="body" idx="16392" hasCustomPrompt="1"/>
            <p:custDataLst>
              <p:tags r:id="rId12"/>
            </p:custDataLst>
          </p:nvPr>
        </p:nvSpPr>
        <p:spPr>
          <a:xfrm>
            <a:off x="9067800" y="1524000"/>
            <a:ext cx="25146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单击添加项标题</a:t>
            </a:r>
            <a:endParaRPr lang="zh-CN" altLang="en-US" smtClean="0"/>
          </a:p>
        </p:txBody>
      </p:sp>
      <p:sp>
        <p:nvSpPr>
          <p:cNvPr id="17" name="装饰  6"/>
          <p:cNvSpPr>
            <a:spLocks noGrp="1"/>
          </p:cNvSpPr>
          <p:nvPr>
            <p:ph type="body" idx="16397" hasCustomPrompt="1"/>
            <p:custDataLst>
              <p:tags r:id="rId13"/>
            </p:custDataLst>
          </p:nvPr>
        </p:nvSpPr>
        <p:spPr>
          <a:xfrm>
            <a:off x="9067800" y="2082800"/>
            <a:ext cx="2514600" cy="4165600"/>
          </a:xfrm>
          <a:custGeom>
            <a:avLst/>
            <a:gdLst>
              <a:gd name="connisteX0" fmla="*/ 0 w 2514600"/>
              <a:gd name="connsiteY0" fmla="*/ 203200 h 4165600"/>
              <a:gd name="connisteX1" fmla="*/ 203200 w 2514600"/>
              <a:gd name="connsiteY1" fmla="*/ 0 h 4165600"/>
              <a:gd name="connisteX2" fmla="*/ 2311400 w 2514600"/>
              <a:gd name="connsiteY2" fmla="*/ 0 h 4165600"/>
              <a:gd name="connisteX3" fmla="*/ 2514600 w 2514600"/>
              <a:gd name="connsiteY3" fmla="*/ 203200 h 4165600"/>
              <a:gd name="connisteX4" fmla="*/ 2514600 w 2514600"/>
              <a:gd name="connsiteY4" fmla="*/ 3962400 h 4165600"/>
              <a:gd name="connisteX5" fmla="*/ 2311400 w 2514600"/>
              <a:gd name="connsiteY5" fmla="*/ 4165600 h 4165600"/>
              <a:gd name="connisteX6" fmla="*/ 203200 w 2514600"/>
              <a:gd name="connsiteY6" fmla="*/ 4165600 h 4165600"/>
              <a:gd name="connisteX7" fmla="*/ 0 w 2514600"/>
              <a:gd name="connsiteY7" fmla="*/ 3962400 h 4165600"/>
              <a:gd name="connisteX8" fmla="*/ 0 w 2514600"/>
              <a:gd name="connsiteY8" fmla="*/ 203200 h 4165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14600" h="4165600">
                <a:moveTo>
                  <a:pt x="0" y="203200"/>
                </a:moveTo>
                <a:cubicBezTo>
                  <a:pt x="0" y="90976"/>
                  <a:pt x="90976" y="0"/>
                  <a:pt x="203200" y="0"/>
                </a:cubicBezTo>
                <a:lnTo>
                  <a:pt x="2311400" y="0"/>
                </a:lnTo>
                <a:cubicBezTo>
                  <a:pt x="2423624" y="0"/>
                  <a:pt x="2514600" y="90976"/>
                  <a:pt x="2514600" y="203200"/>
                </a:cubicBezTo>
                <a:lnTo>
                  <a:pt x="2514600" y="3962400"/>
                </a:lnTo>
                <a:cubicBezTo>
                  <a:pt x="2514600" y="4074624"/>
                  <a:pt x="2423624" y="4165600"/>
                  <a:pt x="2311400" y="4165600"/>
                </a:cubicBezTo>
                <a:lnTo>
                  <a:pt x="203200" y="4165600"/>
                </a:lnTo>
                <a:cubicBezTo>
                  <a:pt x="90976" y="4165600"/>
                  <a:pt x="0" y="4074624"/>
                  <a:pt x="0" y="39624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93" hasCustomPrompt="1"/>
            <p:custDataLst>
              <p:tags r:id="rId14"/>
            </p:custDataLst>
          </p:nvPr>
        </p:nvSpPr>
        <p:spPr>
          <a:xfrm>
            <a:off x="9372600" y="2336800"/>
            <a:ext cx="1905000" cy="3657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0" advTm="0"/>
    </mc:Choice>
    <mc:Fallback>
      <p:transition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1FB9E-37F9-49A1-B0CF-DE5139F0C967}" type="slidenum">
              <a:rPr lang="zh-CN" altLang="en-US" smtClean="0"/>
            </a:fld>
            <a:endParaRPr lang="zh-CN" altLang="en-US"/>
          </a:p>
        </p:txBody>
      </p:sp>
      <p:sp>
        <p:nvSpPr>
          <p:cNvPr id="15" name="流程图: 手动输入 14"/>
          <p:cNvSpPr/>
          <p:nvPr userDrawn="1"/>
        </p:nvSpPr>
        <p:spPr>
          <a:xfrm rot="5400000">
            <a:off x="935765" y="-728931"/>
            <a:ext cx="672075" cy="2543605"/>
          </a:xfrm>
          <a:prstGeom prst="flowChartManualInpu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424" y="452670"/>
            <a:ext cx="2044139" cy="206257"/>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2B1E297F-0701-4E99-B36E-9B7FF65FF7D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1FB9E-37F9-49A1-B0CF-DE5139F0C967}"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4F8E45-F0CE-46E7-8CC4-53A7A50875A3}" type="slidenum">
              <a:rPr lang="zh-CN" altLang="en-US" smtClean="0"/>
            </a:fld>
            <a:endParaRPr lang="zh-CN" altLang="en-US"/>
          </a:p>
        </p:txBody>
      </p:sp>
      <p:grpSp>
        <p:nvGrpSpPr>
          <p:cNvPr id="12" name="组合 11"/>
          <p:cNvGrpSpPr/>
          <p:nvPr userDrawn="1"/>
        </p:nvGrpSpPr>
        <p:grpSpPr>
          <a:xfrm>
            <a:off x="2159565" y="206834"/>
            <a:ext cx="10032436" cy="672077"/>
            <a:chOff x="1619673" y="195485"/>
            <a:chExt cx="7524327" cy="648073"/>
          </a:xfrm>
        </p:grpSpPr>
        <p:sp>
          <p:nvSpPr>
            <p:cNvPr id="13" name="流程图: 手动输入 12"/>
            <p:cNvSpPr/>
            <p:nvPr/>
          </p:nvSpPr>
          <p:spPr>
            <a:xfrm rot="5400000" flipH="1" flipV="1">
              <a:off x="2249489" y="-434331"/>
              <a:ext cx="648071" cy="1907704"/>
            </a:xfrm>
            <a:prstGeom prst="flowChartManualInpu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4" name="矩形 13"/>
            <p:cNvSpPr/>
            <p:nvPr/>
          </p:nvSpPr>
          <p:spPr>
            <a:xfrm>
              <a:off x="2573524" y="195486"/>
              <a:ext cx="6570476" cy="64807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
        <p:nvSpPr>
          <p:cNvPr id="15" name="流程图: 手动输入 14"/>
          <p:cNvSpPr/>
          <p:nvPr userDrawn="1"/>
        </p:nvSpPr>
        <p:spPr>
          <a:xfrm rot="5400000">
            <a:off x="935765" y="-728931"/>
            <a:ext cx="672075" cy="2543605"/>
          </a:xfrm>
          <a:prstGeom prst="flowChartManualInpu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424" y="452670"/>
            <a:ext cx="2044139" cy="206257"/>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1185DD7-A4D2-4930-A215-62F13613C3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4F8E45-F0CE-46E7-8CC4-53A7A50875A3}"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732E997-2BBC-491C-8AEA-07358A62C7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ACDE00-D039-499C-B174-949E92627CC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2" Type="http://schemas.openxmlformats.org/officeDocument/2006/relationships/theme" Target="../theme/theme4.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文本框 6"/>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solidFill>
                <a:latin typeface="微软雅黑" panose="020B0503020204020204" pitchFamily="34" charset="-122"/>
                <a:ea typeface="微软雅黑" panose="020B0503020204020204" pitchFamily="34" charset="-122"/>
                <a:sym typeface="+mn-ea"/>
              </a:rPr>
              <a:t>PPT</a:t>
            </a:r>
            <a:r>
              <a:rPr lang="zh-CN" altLang="en-US" sz="300" dirty="0">
                <a:solidFill>
                  <a:schemeClr val="bg1"/>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endParaRPr lang="zh-CN" altLang="en-US" sz="300" dirty="0">
              <a:solidFill>
                <a:schemeClr val="bg1"/>
              </a:solidFill>
              <a:latin typeface="微软雅黑" panose="020B0503020204020204" pitchFamily="34" charset="-122"/>
              <a:ea typeface="微软雅黑" panose="020B0503020204020204" pitchFamily="34" charset="-122"/>
              <a:sym typeface="+mn-ea"/>
            </a:endParaRPr>
          </a:p>
          <a:p>
            <a:r>
              <a:rPr lang="en-US" altLang="zh-CN" sz="600" dirty="0">
                <a:solidFill>
                  <a:schemeClr val="bg1"/>
                </a:solidFill>
                <a:latin typeface="微软雅黑" panose="020B0503020204020204" pitchFamily="34" charset="-122"/>
                <a:ea typeface="微软雅黑" panose="020B0503020204020204" pitchFamily="34" charset="-122"/>
                <a:sym typeface="+mn-ea"/>
              </a:rPr>
              <a:t>ibaotu.com</a:t>
            </a:r>
            <a:endParaRPr lang="en-US" altLang="zh-CN" sz="600" dirty="0">
              <a:solidFill>
                <a:schemeClr val="bg1"/>
              </a:solidFill>
              <a:latin typeface="微软雅黑" panose="020B0503020204020204" pitchFamily="34" charset="-122"/>
              <a:ea typeface="微软雅黑" panose="020B0503020204020204" pitchFamily="34" charset="-122"/>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0" advTm="0"/>
    </mc:Choice>
    <mc:Fallback>
      <p:transition advTm="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1E297F-0701-4E99-B36E-9B7FF65FF7D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41FB9E-37F9-49A1-B0CF-DE5139F0C96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185DD7-A4D2-4930-A215-62F13613C33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4F8E45-F0CE-46E7-8CC4-53A7A50875A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32E997-2BBC-491C-8AEA-07358A62C72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ACDE00-D039-499C-B174-949E92627CC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3" Type="http://schemas.openxmlformats.org/officeDocument/2006/relationships/slideLayout" Target="../slideLayouts/slideLayout2.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6" Type="http://schemas.openxmlformats.org/officeDocument/2006/relationships/slideLayout" Target="../slideLayouts/slideLayout2.xml"/><Relationship Id="rId15" Type="http://schemas.openxmlformats.org/officeDocument/2006/relationships/image" Target="../media/image13.png"/><Relationship Id="rId14" Type="http://schemas.openxmlformats.org/officeDocument/2006/relationships/image" Target="../media/image12.jpeg"/><Relationship Id="rId13" Type="http://schemas.openxmlformats.org/officeDocument/2006/relationships/image" Target="../media/image11.png"/><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8.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2" Type="http://schemas.openxmlformats.org/officeDocument/2006/relationships/slideLayout" Target="../slideLayouts/slideLayout2.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11.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5" Type="http://schemas.openxmlformats.org/officeDocument/2006/relationships/slideLayout" Target="../slideLayouts/slideLayout2.xml"/><Relationship Id="rId24" Type="http://schemas.openxmlformats.org/officeDocument/2006/relationships/tags" Target="../tags/tag80.xml"/><Relationship Id="rId23" Type="http://schemas.openxmlformats.org/officeDocument/2006/relationships/tags" Target="../tags/tag79.xml"/><Relationship Id="rId22" Type="http://schemas.openxmlformats.org/officeDocument/2006/relationships/tags" Target="../tags/tag78.xml"/><Relationship Id="rId21" Type="http://schemas.openxmlformats.org/officeDocument/2006/relationships/tags" Target="../tags/tag77.xml"/><Relationship Id="rId20" Type="http://schemas.openxmlformats.org/officeDocument/2006/relationships/tags" Target="../tags/tag76.xml"/><Relationship Id="rId2" Type="http://schemas.openxmlformats.org/officeDocument/2006/relationships/tags" Target="../tags/tag58.xml"/><Relationship Id="rId19" Type="http://schemas.openxmlformats.org/officeDocument/2006/relationships/tags" Target="../tags/tag75.xml"/><Relationship Id="rId18" Type="http://schemas.openxmlformats.org/officeDocument/2006/relationships/tags" Target="../tags/tag74.xml"/><Relationship Id="rId17" Type="http://schemas.openxmlformats.org/officeDocument/2006/relationships/tags" Target="../tags/tag73.xml"/><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tags" Target="../tags/tag68.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tags" Target="../tags/tag5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image" Target="../media/image17.jpeg"/><Relationship Id="rId7" Type="http://schemas.openxmlformats.org/officeDocument/2006/relationships/tags" Target="../tags/tag87.xml"/><Relationship Id="rId6" Type="http://schemas.openxmlformats.org/officeDocument/2006/relationships/image" Target="../media/image16.jpeg"/><Relationship Id="rId5" Type="http://schemas.openxmlformats.org/officeDocument/2006/relationships/tags" Target="../tags/tag86.xml"/><Relationship Id="rId4" Type="http://schemas.openxmlformats.org/officeDocument/2006/relationships/tags" Target="../tags/tag85.xml"/><Relationship Id="rId30" Type="http://schemas.openxmlformats.org/officeDocument/2006/relationships/slideLayout" Target="../slideLayouts/slideLayout2.xml"/><Relationship Id="rId3" Type="http://schemas.openxmlformats.org/officeDocument/2006/relationships/tags" Target="../tags/tag84.xml"/><Relationship Id="rId29" Type="http://schemas.openxmlformats.org/officeDocument/2006/relationships/tags" Target="../tags/tag106.xml"/><Relationship Id="rId28" Type="http://schemas.openxmlformats.org/officeDocument/2006/relationships/tags" Target="../tags/tag105.xml"/><Relationship Id="rId27" Type="http://schemas.openxmlformats.org/officeDocument/2006/relationships/tags" Target="../tags/tag104.xml"/><Relationship Id="rId26" Type="http://schemas.openxmlformats.org/officeDocument/2006/relationships/tags" Target="../tags/tag103.xml"/><Relationship Id="rId25" Type="http://schemas.openxmlformats.org/officeDocument/2006/relationships/tags" Target="../tags/tag102.xml"/><Relationship Id="rId24" Type="http://schemas.openxmlformats.org/officeDocument/2006/relationships/tags" Target="../tags/tag101.xml"/><Relationship Id="rId23" Type="http://schemas.openxmlformats.org/officeDocument/2006/relationships/tags" Target="../tags/tag100.xml"/><Relationship Id="rId22" Type="http://schemas.openxmlformats.org/officeDocument/2006/relationships/tags" Target="../tags/tag99.xml"/><Relationship Id="rId21" Type="http://schemas.openxmlformats.org/officeDocument/2006/relationships/tags" Target="../tags/tag98.xml"/><Relationship Id="rId20" Type="http://schemas.openxmlformats.org/officeDocument/2006/relationships/tags" Target="../tags/tag97.xml"/><Relationship Id="rId2" Type="http://schemas.openxmlformats.org/officeDocument/2006/relationships/tags" Target="../tags/tag83.xml"/><Relationship Id="rId19" Type="http://schemas.openxmlformats.org/officeDocument/2006/relationships/tags" Target="../tags/tag96.xml"/><Relationship Id="rId18" Type="http://schemas.openxmlformats.org/officeDocument/2006/relationships/tags" Target="../tags/tag95.xml"/><Relationship Id="rId17" Type="http://schemas.openxmlformats.org/officeDocument/2006/relationships/tags" Target="../tags/tag94.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image" Target="../media/image19.jpeg"/><Relationship Id="rId11" Type="http://schemas.openxmlformats.org/officeDocument/2006/relationships/tags" Target="../tags/tag89.xml"/><Relationship Id="rId10" Type="http://schemas.openxmlformats.org/officeDocument/2006/relationships/image" Target="../media/image18.jpeg"/><Relationship Id="rId1" Type="http://schemas.openxmlformats.org/officeDocument/2006/relationships/tags" Target="../tags/tag82.xml"/></Relationships>
</file>

<file path=ppt/slides/_rels/slide15.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5" Type="http://schemas.openxmlformats.org/officeDocument/2006/relationships/slideLayout" Target="../slideLayouts/slideLayout2.xml"/><Relationship Id="rId34" Type="http://schemas.openxmlformats.org/officeDocument/2006/relationships/image" Target="../media/image28.png"/><Relationship Id="rId33" Type="http://schemas.openxmlformats.org/officeDocument/2006/relationships/tags" Target="../tags/tag131.xml"/><Relationship Id="rId32" Type="http://schemas.openxmlformats.org/officeDocument/2006/relationships/tags" Target="../tags/tag130.xml"/><Relationship Id="rId31" Type="http://schemas.openxmlformats.org/officeDocument/2006/relationships/tags" Target="../tags/tag129.xml"/><Relationship Id="rId30" Type="http://schemas.openxmlformats.org/officeDocument/2006/relationships/tags" Target="../tags/tag128.xml"/><Relationship Id="rId3" Type="http://schemas.openxmlformats.org/officeDocument/2006/relationships/tags" Target="../tags/tag109.xml"/><Relationship Id="rId29" Type="http://schemas.openxmlformats.org/officeDocument/2006/relationships/image" Target="../media/image27.svg"/><Relationship Id="rId28" Type="http://schemas.openxmlformats.org/officeDocument/2006/relationships/image" Target="../media/image26.png"/><Relationship Id="rId27" Type="http://schemas.openxmlformats.org/officeDocument/2006/relationships/tags" Target="../tags/tag127.xml"/><Relationship Id="rId26" Type="http://schemas.openxmlformats.org/officeDocument/2006/relationships/image" Target="../media/image25.svg"/><Relationship Id="rId25" Type="http://schemas.openxmlformats.org/officeDocument/2006/relationships/image" Target="../media/image24.png"/><Relationship Id="rId24" Type="http://schemas.openxmlformats.org/officeDocument/2006/relationships/tags" Target="../tags/tag126.xml"/><Relationship Id="rId23" Type="http://schemas.openxmlformats.org/officeDocument/2006/relationships/image" Target="../media/image23.svg"/><Relationship Id="rId22" Type="http://schemas.openxmlformats.org/officeDocument/2006/relationships/image" Target="../media/image22.png"/><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tags" Target="../tags/tag108.xml"/><Relationship Id="rId19" Type="http://schemas.openxmlformats.org/officeDocument/2006/relationships/tags" Target="../tags/tag123.xml"/><Relationship Id="rId18" Type="http://schemas.openxmlformats.org/officeDocument/2006/relationships/tags" Target="../tags/tag122.xml"/><Relationship Id="rId17" Type="http://schemas.openxmlformats.org/officeDocument/2006/relationships/tags" Target="../tags/tag121.xml"/><Relationship Id="rId16" Type="http://schemas.openxmlformats.org/officeDocument/2006/relationships/image" Target="../media/image21.svg"/><Relationship Id="rId15" Type="http://schemas.openxmlformats.org/officeDocument/2006/relationships/image" Target="../media/image20.png"/><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tags" Target="../tags/tag118.xml"/><Relationship Id="rId11" Type="http://schemas.openxmlformats.org/officeDocument/2006/relationships/tags" Target="../tags/tag117.xml"/><Relationship Id="rId10" Type="http://schemas.openxmlformats.org/officeDocument/2006/relationships/tags" Target="../tags/tag116.xml"/><Relationship Id="rId1" Type="http://schemas.openxmlformats.org/officeDocument/2006/relationships/tags" Target="../tags/tag107.xml"/></Relationships>
</file>

<file path=ppt/slides/_rels/slide16.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6" Type="http://schemas.openxmlformats.org/officeDocument/2006/relationships/slideLayout" Target="../slideLayouts/slideLayout2.xml"/><Relationship Id="rId25" Type="http://schemas.openxmlformats.org/officeDocument/2006/relationships/tags" Target="../tags/tag154.xml"/><Relationship Id="rId24" Type="http://schemas.openxmlformats.org/officeDocument/2006/relationships/tags" Target="../tags/tag153.xml"/><Relationship Id="rId23" Type="http://schemas.openxmlformats.org/officeDocument/2006/relationships/tags" Target="../tags/tag152.xml"/><Relationship Id="rId22" Type="http://schemas.openxmlformats.org/officeDocument/2006/relationships/tags" Target="../tags/tag151.xml"/><Relationship Id="rId21" Type="http://schemas.openxmlformats.org/officeDocument/2006/relationships/tags" Target="../tags/tag150.xml"/><Relationship Id="rId20" Type="http://schemas.openxmlformats.org/officeDocument/2006/relationships/tags" Target="../tags/tag149.xml"/><Relationship Id="rId2" Type="http://schemas.openxmlformats.org/officeDocument/2006/relationships/tags" Target="../tags/tag133.xml"/><Relationship Id="rId19" Type="http://schemas.openxmlformats.org/officeDocument/2006/relationships/tags" Target="../tags/tag148.xml"/><Relationship Id="rId18" Type="http://schemas.openxmlformats.org/officeDocument/2006/relationships/tags" Target="../tags/tag147.xml"/><Relationship Id="rId17" Type="http://schemas.openxmlformats.org/officeDocument/2006/relationships/tags" Target="../tags/tag146.xml"/><Relationship Id="rId16" Type="http://schemas.openxmlformats.org/officeDocument/2006/relationships/tags" Target="../tags/tag145.xml"/><Relationship Id="rId15" Type="http://schemas.openxmlformats.org/officeDocument/2006/relationships/tags" Target="../tags/tag144.xml"/><Relationship Id="rId14" Type="http://schemas.openxmlformats.org/officeDocument/2006/relationships/tags" Target="../tags/tag143.xml"/><Relationship Id="rId13" Type="http://schemas.openxmlformats.org/officeDocument/2006/relationships/tags" Target="../tags/tag142.xml"/><Relationship Id="rId12" Type="http://schemas.openxmlformats.org/officeDocument/2006/relationships/image" Target="../media/image30.png"/><Relationship Id="rId11" Type="http://schemas.openxmlformats.org/officeDocument/2006/relationships/tags" Target="../tags/tag141.xml"/><Relationship Id="rId10" Type="http://schemas.openxmlformats.org/officeDocument/2006/relationships/image" Target="../media/image29.png"/><Relationship Id="rId1" Type="http://schemas.openxmlformats.org/officeDocument/2006/relationships/tags" Target="../tags/tag1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圆角矩形 3"/>
          <p:cNvSpPr/>
          <p:nvPr/>
        </p:nvSpPr>
        <p:spPr>
          <a:xfrm>
            <a:off x="2430145" y="2969895"/>
            <a:ext cx="8971915" cy="5765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TextBox 3"/>
          <p:cNvSpPr txBox="1"/>
          <p:nvPr/>
        </p:nvSpPr>
        <p:spPr>
          <a:xfrm>
            <a:off x="2928794" y="1773000"/>
            <a:ext cx="4968000" cy="2861310"/>
          </a:xfrm>
          <a:prstGeom prst="rect">
            <a:avLst/>
          </a:prstGeom>
          <a:noFill/>
        </p:spPr>
        <p:txBody>
          <a:bodyPr wrap="square" rtlCol="0">
            <a:spAutoFit/>
          </a:bodyPr>
          <a:p>
            <a:pPr>
              <a:lnSpc>
                <a:spcPct val="150000"/>
              </a:lnSpc>
            </a:pPr>
            <a:r>
              <a:rPr lang="en-US" altLang="zh-CN" sz="2400" b="1" dirty="0">
                <a:solidFill>
                  <a:schemeClr val="bg1">
                    <a:lumMod val="85000"/>
                  </a:schemeClr>
                </a:solidFill>
                <a:latin typeface="华文中宋" panose="02010600040101010101" pitchFamily="2" charset="-122"/>
                <a:ea typeface="华文中宋" panose="02010600040101010101" pitchFamily="2" charset="-122"/>
              </a:rPr>
              <a:t>A. 项目背景与调研概览</a:t>
            </a:r>
            <a:endParaRPr lang="en-US" altLang="zh-CN" sz="2400" b="1" dirty="0">
              <a:solidFill>
                <a:schemeClr val="bg1">
                  <a:lumMod val="85000"/>
                </a:schemeClr>
              </a:solidFill>
              <a:latin typeface="华文中宋" panose="02010600040101010101" pitchFamily="2" charset="-122"/>
              <a:ea typeface="华文中宋" panose="02010600040101010101" pitchFamily="2" charset="-122"/>
            </a:endParaRPr>
          </a:p>
          <a:p>
            <a:pPr>
              <a:lnSpc>
                <a:spcPct val="150000"/>
              </a:lnSpc>
            </a:pPr>
            <a:r>
              <a:rPr lang="en-US" altLang="zh-CN" sz="2400" b="1" dirty="0">
                <a:solidFill>
                  <a:schemeClr val="bg1">
                    <a:lumMod val="85000"/>
                  </a:schemeClr>
                </a:solidFill>
                <a:latin typeface="华文中宋" panose="02010600040101010101" pitchFamily="2" charset="-122"/>
                <a:ea typeface="华文中宋" panose="02010600040101010101" pitchFamily="2" charset="-122"/>
              </a:rPr>
              <a:t>B. 人才画像：他们是谁？</a:t>
            </a:r>
            <a:endParaRPr lang="en-US" altLang="zh-CN" sz="2400" b="1" dirty="0">
              <a:solidFill>
                <a:schemeClr val="bg1">
                  <a:lumMod val="85000"/>
                </a:schemeClr>
              </a:solidFill>
              <a:latin typeface="华文中宋" panose="02010600040101010101" pitchFamily="2" charset="-122"/>
              <a:ea typeface="华文中宋" panose="02010600040101010101" pitchFamily="2" charset="-122"/>
            </a:endParaRPr>
          </a:p>
          <a:p>
            <a:pPr>
              <a:lnSpc>
                <a:spcPct val="150000"/>
              </a:lnSpc>
            </a:pPr>
            <a:r>
              <a:rPr lang="en-US" altLang="zh-CN" sz="2400" b="1" dirty="0">
                <a:solidFill>
                  <a:schemeClr val="bg1"/>
                </a:solidFill>
                <a:latin typeface="Calibri" panose="020F0502020204030204" pitchFamily="34" charset="0"/>
                <a:ea typeface="华文中宋" panose="02010600040101010101" pitchFamily="2" charset="-122"/>
              </a:rPr>
              <a:t>C.</a:t>
            </a:r>
            <a:r>
              <a:rPr lang="zh-CN" altLang="en-US" sz="2400" b="1" dirty="0">
                <a:solidFill>
                  <a:schemeClr val="bg1"/>
                </a:solidFill>
                <a:latin typeface="Calibri" panose="020F0502020204030204" pitchFamily="34" charset="0"/>
                <a:ea typeface="华文中宋" panose="02010600040101010101" pitchFamily="2" charset="-122"/>
              </a:rPr>
              <a:t>  发展目标</a:t>
            </a:r>
            <a:r>
              <a:rPr lang="en-US" altLang="zh-CN" sz="2400" b="1" dirty="0">
                <a:solidFill>
                  <a:schemeClr val="bg1"/>
                </a:solidFill>
                <a:latin typeface="Calibri" panose="020F0502020204030204" pitchFamily="34" charset="0"/>
                <a:ea typeface="华文中宋" panose="02010600040101010101" pitchFamily="2" charset="-122"/>
              </a:rPr>
              <a:t>：</a:t>
            </a:r>
            <a:r>
              <a:rPr lang="zh-CN" altLang="en-US" sz="2400" b="1" dirty="0">
                <a:solidFill>
                  <a:schemeClr val="bg1"/>
                </a:solidFill>
                <a:latin typeface="Calibri" panose="020F0502020204030204" pitchFamily="34" charset="0"/>
                <a:ea typeface="华文中宋" panose="02010600040101010101" pitchFamily="2" charset="-122"/>
              </a:rPr>
              <a:t>我们需要什么人才</a:t>
            </a:r>
            <a:r>
              <a:rPr lang="en-US" altLang="zh-CN" sz="2400" b="1" dirty="0">
                <a:solidFill>
                  <a:schemeClr val="bg1"/>
                </a:solidFill>
                <a:latin typeface="Calibri" panose="020F0502020204030204" pitchFamily="34" charset="0"/>
                <a:ea typeface="华文中宋" panose="02010600040101010101" pitchFamily="2" charset="-122"/>
              </a:rPr>
              <a:t>？</a:t>
            </a:r>
            <a:endParaRPr lang="en-US" altLang="zh-CN" sz="2400" b="1" dirty="0">
              <a:solidFill>
                <a:schemeClr val="bg1"/>
              </a:solidFill>
              <a:latin typeface="Calibri" panose="020F0502020204030204" pitchFamily="34" charset="0"/>
              <a:ea typeface="华文中宋" panose="02010600040101010101" pitchFamily="2" charset="-122"/>
            </a:endParaRPr>
          </a:p>
          <a:p>
            <a:pPr>
              <a:lnSpc>
                <a:spcPct val="150000"/>
              </a:lnSpc>
            </a:pPr>
            <a:r>
              <a:rPr lang="en-US" altLang="zh-CN" sz="2400" dirty="0">
                <a:solidFill>
                  <a:schemeClr val="bg1">
                    <a:lumMod val="85000"/>
                  </a:schemeClr>
                </a:solidFill>
                <a:latin typeface="华文中宋" panose="02010600040101010101" pitchFamily="2" charset="-122"/>
                <a:ea typeface="华文中宋" panose="02010600040101010101" pitchFamily="2" charset="-122"/>
              </a:rPr>
              <a:t>D. </a:t>
            </a:r>
            <a:r>
              <a:rPr lang="zh-CN" altLang="en-US" sz="2400" dirty="0">
                <a:solidFill>
                  <a:schemeClr val="bg1">
                    <a:lumMod val="85000"/>
                  </a:schemeClr>
                </a:solidFill>
                <a:latin typeface="华文中宋" panose="02010600040101010101" pitchFamily="2" charset="-122"/>
                <a:ea typeface="华文中宋" panose="02010600040101010101" pitchFamily="2" charset="-122"/>
              </a:rPr>
              <a:t>对策与路径</a:t>
            </a:r>
            <a:r>
              <a:rPr lang="en-US" altLang="zh-CN" sz="2400" dirty="0">
                <a:solidFill>
                  <a:schemeClr val="bg1">
                    <a:lumMod val="85000"/>
                  </a:schemeClr>
                </a:solidFill>
                <a:latin typeface="华文中宋" panose="02010600040101010101" pitchFamily="2" charset="-122"/>
                <a:ea typeface="华文中宋" panose="02010600040101010101" pitchFamily="2" charset="-122"/>
              </a:rPr>
              <a:t>：</a:t>
            </a:r>
            <a:r>
              <a:rPr lang="zh-CN" altLang="en-US" sz="2400" dirty="0">
                <a:solidFill>
                  <a:schemeClr val="bg1">
                    <a:lumMod val="85000"/>
                  </a:schemeClr>
                </a:solidFill>
                <a:latin typeface="华文中宋" panose="02010600040101010101" pitchFamily="2" charset="-122"/>
                <a:ea typeface="华文中宋" panose="02010600040101010101" pitchFamily="2" charset="-122"/>
              </a:rPr>
              <a:t>里程碑计划</a:t>
            </a:r>
            <a:endParaRPr lang="en-US" altLang="zh-CN" sz="2400" dirty="0">
              <a:solidFill>
                <a:schemeClr val="bg1">
                  <a:lumMod val="85000"/>
                </a:schemeClr>
              </a:solidFill>
              <a:latin typeface="华文中宋" panose="02010600040101010101" pitchFamily="2" charset="-122"/>
              <a:ea typeface="华文中宋" panose="02010600040101010101" pitchFamily="2" charset="-122"/>
            </a:endParaRPr>
          </a:p>
          <a:p>
            <a:pPr>
              <a:lnSpc>
                <a:spcPct val="150000"/>
              </a:lnSpc>
            </a:pPr>
            <a:r>
              <a:rPr lang="en-US" altLang="zh-CN" sz="2400" dirty="0">
                <a:solidFill>
                  <a:schemeClr val="bg1">
                    <a:lumMod val="85000"/>
                  </a:schemeClr>
                </a:solidFill>
                <a:latin typeface="华文中宋" panose="02010600040101010101" pitchFamily="2" charset="-122"/>
                <a:ea typeface="华文中宋" panose="02010600040101010101" pitchFamily="2" charset="-122"/>
              </a:rPr>
              <a:t>E.</a:t>
            </a:r>
            <a:r>
              <a:rPr lang="zh-CN" altLang="en-US" sz="2400" dirty="0">
                <a:solidFill>
                  <a:schemeClr val="bg1">
                    <a:lumMod val="85000"/>
                  </a:schemeClr>
                </a:solidFill>
                <a:latin typeface="华文中宋" panose="02010600040101010101" pitchFamily="2" charset="-122"/>
                <a:ea typeface="华文中宋" panose="02010600040101010101" pitchFamily="2" charset="-122"/>
              </a:rPr>
              <a:t> 三大</a:t>
            </a:r>
            <a:r>
              <a:rPr lang="zh-CN" altLang="en-US" sz="2400" dirty="0">
                <a:solidFill>
                  <a:schemeClr val="bg1">
                    <a:lumMod val="85000"/>
                  </a:schemeClr>
                </a:solidFill>
                <a:latin typeface="华文中宋" panose="02010600040101010101" pitchFamily="2" charset="-122"/>
                <a:ea typeface="华文中宋" panose="02010600040101010101" pitchFamily="2" charset="-122"/>
              </a:rPr>
              <a:t>能力模型初稿</a:t>
            </a:r>
            <a:endParaRPr lang="en-US" altLang="zh-CN" sz="2400" dirty="0">
              <a:solidFill>
                <a:schemeClr val="bg1">
                  <a:lumMod val="85000"/>
                </a:schemeClr>
              </a:solidFill>
              <a:latin typeface="华文中宋" panose="02010600040101010101" pitchFamily="2" charset="-122"/>
              <a:ea typeface="华文中宋" panose="02010600040101010101" pitchFamily="2" charset="-122"/>
            </a:endParaRPr>
          </a:p>
        </p:txBody>
      </p:sp>
      <p:sp>
        <p:nvSpPr>
          <p:cNvPr id="3" name="矩形 2"/>
          <p:cNvSpPr/>
          <p:nvPr/>
        </p:nvSpPr>
        <p:spPr>
          <a:xfrm>
            <a:off x="2052652" y="3067826"/>
            <a:ext cx="273836" cy="41147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1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 </a:t>
            </a:r>
            <a:r>
              <a:rPr kumimoji="1" lang="zh-CN" altLang="en-US" sz="2000" b="1" dirty="0">
                <a:latin typeface="STZhongsong" panose="02010600040101010101" pitchFamily="2" charset="-122"/>
                <a:ea typeface="STZhongsong" panose="02010600040101010101" pitchFamily="2" charset="-122"/>
                <a:sym typeface="+mn-ea"/>
              </a:rPr>
              <a:t>我们需要什么样的人才</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
        <p:nvSpPr>
          <p:cNvPr id="4" name="文本框 3"/>
          <p:cNvSpPr txBox="1"/>
          <p:nvPr/>
        </p:nvSpPr>
        <p:spPr>
          <a:xfrm>
            <a:off x="404495" y="929640"/>
            <a:ext cx="11169650" cy="830580"/>
          </a:xfrm>
          <a:prstGeom prst="rect">
            <a:avLst/>
          </a:prstGeom>
          <a:noFill/>
        </p:spPr>
        <p:txBody>
          <a:bodyPr wrap="square" rtlCol="0" anchor="ctr" anchorCtr="0">
            <a:noAutofit/>
          </a:bodyPr>
          <a:p>
            <a:pPr algn="l"/>
            <a:r>
              <a:rPr kumimoji="1" lang="zh-CN" altLang="en-US" sz="2400" b="1" dirty="0">
                <a:latin typeface="STZhongsong" panose="02010600040101010101" pitchFamily="2" charset="-122"/>
                <a:ea typeface="STZhongsong" panose="02010600040101010101" pitchFamily="2" charset="-122"/>
                <a:sym typeface="+mn-ea"/>
              </a:rPr>
              <a:t>数字化中心未来人才画像：打造</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业务价值合伙人</a:t>
            </a:r>
            <a:r>
              <a:rPr kumimoji="1" lang="en-US" altLang="zh-CN" sz="2400" b="1" dirty="0">
                <a:latin typeface="STZhongsong" panose="02010600040101010101" pitchFamily="2" charset="-122"/>
                <a:ea typeface="STZhongsong" panose="02010600040101010101" pitchFamily="2" charset="-122"/>
                <a:sym typeface="+mn-ea"/>
              </a:rPr>
              <a:t>”</a:t>
            </a:r>
            <a:endParaRPr kumimoji="1" lang="en-US" altLang="zh-CN" sz="2400" b="1" dirty="0">
              <a:latin typeface="STZhongsong" panose="02010600040101010101" pitchFamily="2" charset="-122"/>
              <a:ea typeface="STZhongsong" panose="02010600040101010101" pitchFamily="2" charset="-122"/>
              <a:sym typeface="+mn-ea"/>
            </a:endParaRPr>
          </a:p>
        </p:txBody>
      </p:sp>
      <p:sp>
        <p:nvSpPr>
          <p:cNvPr id="2" name="矩形: 圆角 20"/>
          <p:cNvSpPr/>
          <p:nvPr>
            <p:custDataLst>
              <p:tags r:id="rId1"/>
            </p:custDataLst>
          </p:nvPr>
        </p:nvSpPr>
        <p:spPr>
          <a:xfrm>
            <a:off x="737870" y="1832293"/>
            <a:ext cx="3341370" cy="4523105"/>
          </a:xfrm>
          <a:prstGeom prst="roundRect">
            <a:avLst>
              <a:gd name="adj" fmla="val 7916"/>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7" name="文本框 6"/>
          <p:cNvSpPr txBox="1"/>
          <p:nvPr>
            <p:custDataLst>
              <p:tags r:id="rId2"/>
            </p:custDataLst>
          </p:nvPr>
        </p:nvSpPr>
        <p:spPr>
          <a:xfrm>
            <a:off x="982345" y="1973898"/>
            <a:ext cx="2852420" cy="798195"/>
          </a:xfrm>
          <a:prstGeom prst="rect">
            <a:avLst/>
          </a:prstGeom>
          <a:noFill/>
        </p:spPr>
        <p:txBody>
          <a:bodyPr wrap="square" lIns="0" tIns="0" rIns="0" bIns="0" rtlCol="0" anchor="ctr" anchorCtr="0">
            <a:noAutofit/>
          </a:bodyPr>
          <a:p>
            <a:pPr lvl="0" algn="l">
              <a:lnSpc>
                <a:spcPct val="120000"/>
              </a:lnSpc>
              <a:buClrTx/>
              <a:buSzTx/>
              <a:buFontTx/>
            </a:pPr>
            <a:r>
              <a:rPr lang="zh-CN" altLang="en-US" b="1">
                <a:solidFill>
                  <a:schemeClr val="accent1"/>
                </a:solidFill>
                <a:latin typeface="+mn-ea"/>
                <a:cs typeface="+mn-ea"/>
                <a:sym typeface="+mn-ea"/>
              </a:rPr>
              <a:t>回应</a:t>
            </a:r>
            <a:r>
              <a:rPr lang="en-US" altLang="zh-CN" b="1">
                <a:solidFill>
                  <a:schemeClr val="accent1"/>
                </a:solidFill>
                <a:latin typeface="+mn-ea"/>
                <a:cs typeface="+mn-ea"/>
                <a:sym typeface="+mn-ea"/>
              </a:rPr>
              <a:t>“</a:t>
            </a:r>
            <a:r>
              <a:rPr lang="zh-CN" altLang="en-US" b="1">
                <a:solidFill>
                  <a:schemeClr val="accent1"/>
                </a:solidFill>
                <a:latin typeface="+mn-ea"/>
                <a:cs typeface="+mn-ea"/>
                <a:sym typeface="+mn-ea"/>
              </a:rPr>
              <a:t>能力瓶颈</a:t>
            </a:r>
            <a:r>
              <a:rPr lang="en-US" altLang="zh-CN" b="1">
                <a:solidFill>
                  <a:schemeClr val="accent1"/>
                </a:solidFill>
                <a:latin typeface="+mn-ea"/>
                <a:cs typeface="+mn-ea"/>
                <a:sym typeface="+mn-ea"/>
              </a:rPr>
              <a:t>”</a:t>
            </a:r>
            <a:endParaRPr lang="en-US" altLang="zh-CN" b="1">
              <a:solidFill>
                <a:schemeClr val="accent1"/>
              </a:solidFill>
              <a:latin typeface="+mn-ea"/>
              <a:cs typeface="+mn-ea"/>
              <a:sym typeface="+mn-ea"/>
            </a:endParaRPr>
          </a:p>
        </p:txBody>
      </p:sp>
      <p:cxnSp>
        <p:nvCxnSpPr>
          <p:cNvPr id="8" name="直接连接符 7"/>
          <p:cNvCxnSpPr/>
          <p:nvPr>
            <p:custDataLst>
              <p:tags r:id="rId3"/>
            </p:custDataLst>
          </p:nvPr>
        </p:nvCxnSpPr>
        <p:spPr>
          <a:xfrm>
            <a:off x="1015365" y="2800668"/>
            <a:ext cx="2786400" cy="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9" name="文本框 8"/>
          <p:cNvSpPr txBox="1"/>
          <p:nvPr>
            <p:custDataLst>
              <p:tags r:id="rId4"/>
            </p:custDataLst>
          </p:nvPr>
        </p:nvSpPr>
        <p:spPr>
          <a:xfrm>
            <a:off x="982980" y="2956878"/>
            <a:ext cx="2851200" cy="3107055"/>
          </a:xfrm>
          <a:prstGeom prst="rect">
            <a:avLst/>
          </a:prstGeom>
          <a:noFill/>
        </p:spPr>
        <p:txBody>
          <a:bodyPr wrap="square" lIns="0" tIns="0" rIns="0" bIns="0" rtlCol="0">
            <a:noAutofit/>
          </a:bodyPr>
          <a:p>
            <a:pPr indent="0" fontAlgn="auto">
              <a:lnSpc>
                <a:spcPct val="150000"/>
              </a:lnSpc>
            </a:pPr>
            <a:r>
              <a:rPr lang="zh-CN" altLang="en-US" sz="1400" kern="0" dirty="0">
                <a:ln>
                  <a:noFill/>
                  <a:prstDash val="sysDot"/>
                </a:ln>
                <a:solidFill>
                  <a:schemeClr val="tx1">
                    <a:lumMod val="85000"/>
                    <a:lumOff val="15000"/>
                  </a:schemeClr>
                </a:solidFill>
                <a:latin typeface="+mn-ea"/>
                <a:sym typeface="+mn-ea"/>
              </a:rPr>
              <a:t>在</a:t>
            </a:r>
            <a:r>
              <a:rPr lang="en-US" altLang="zh-CN" sz="1400" kern="0" dirty="0">
                <a:ln>
                  <a:noFill/>
                  <a:prstDash val="sysDot"/>
                </a:ln>
                <a:solidFill>
                  <a:srgbClr val="FF0000"/>
                </a:solidFill>
                <a:latin typeface="+mn-ea"/>
                <a:sym typeface="+mn-ea"/>
              </a:rPr>
              <a:t>“</a:t>
            </a:r>
            <a:r>
              <a:rPr lang="zh-CN" altLang="en-US" sz="1400" kern="0" dirty="0">
                <a:ln>
                  <a:noFill/>
                  <a:prstDash val="sysDot"/>
                </a:ln>
                <a:solidFill>
                  <a:srgbClr val="FF0000"/>
                </a:solidFill>
                <a:latin typeface="+mn-ea"/>
                <a:sym typeface="+mn-ea"/>
              </a:rPr>
              <a:t>沟通翻译</a:t>
            </a:r>
            <a:r>
              <a:rPr lang="en-US" altLang="zh-CN" sz="1400" kern="0" dirty="0">
                <a:ln>
                  <a:noFill/>
                  <a:prstDash val="sysDot"/>
                </a:ln>
                <a:solidFill>
                  <a:srgbClr val="FF0000"/>
                </a:solidFill>
                <a:latin typeface="+mn-ea"/>
                <a:sym typeface="+mn-ea"/>
              </a:rPr>
              <a:t>”</a:t>
            </a:r>
            <a:r>
              <a:rPr lang="zh-CN" altLang="en-US" sz="1400" kern="0" dirty="0">
                <a:ln>
                  <a:noFill/>
                  <a:prstDash val="sysDot"/>
                </a:ln>
                <a:solidFill>
                  <a:srgbClr val="FF0000"/>
                </a:solidFill>
                <a:latin typeface="+mn-ea"/>
                <a:sym typeface="+mn-ea"/>
              </a:rPr>
              <a:t>和</a:t>
            </a:r>
            <a:r>
              <a:rPr lang="en-US" altLang="zh-CN" sz="1400" kern="0" dirty="0">
                <a:ln>
                  <a:noFill/>
                  <a:prstDash val="sysDot"/>
                </a:ln>
                <a:solidFill>
                  <a:srgbClr val="FF0000"/>
                </a:solidFill>
                <a:latin typeface="+mn-ea"/>
                <a:sym typeface="+mn-ea"/>
              </a:rPr>
              <a:t>“</a:t>
            </a:r>
            <a:r>
              <a:rPr lang="zh-CN" altLang="en-US" sz="1400" kern="0" dirty="0">
                <a:ln>
                  <a:noFill/>
                  <a:prstDash val="sysDot"/>
                </a:ln>
                <a:solidFill>
                  <a:srgbClr val="FF0000"/>
                </a:solidFill>
                <a:latin typeface="+mn-ea"/>
                <a:sym typeface="+mn-ea"/>
              </a:rPr>
              <a:t>全局视野</a:t>
            </a:r>
            <a:r>
              <a:rPr lang="en-US" altLang="zh-CN" sz="1400" kern="0" dirty="0">
                <a:ln>
                  <a:noFill/>
                  <a:prstDash val="sysDot"/>
                </a:ln>
                <a:solidFill>
                  <a:srgbClr val="FF0000"/>
                </a:solidFill>
                <a:latin typeface="+mn-ea"/>
                <a:sym typeface="+mn-ea"/>
              </a:rPr>
              <a:t>”</a:t>
            </a:r>
            <a:r>
              <a:rPr lang="zh-CN" altLang="en-US" sz="1400" kern="0" dirty="0">
                <a:ln>
                  <a:noFill/>
                  <a:prstDash val="sysDot"/>
                </a:ln>
                <a:solidFill>
                  <a:schemeClr val="tx1">
                    <a:lumMod val="85000"/>
                    <a:lumOff val="15000"/>
                  </a:schemeClr>
                </a:solidFill>
                <a:latin typeface="+mn-ea"/>
                <a:sym typeface="+mn-ea"/>
              </a:rPr>
              <a:t>上感到的困惑，正是部门当前最大的痛点。这说明，我们的人才培养不能再停留在</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手把手</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的</a:t>
            </a:r>
            <a:r>
              <a:rPr lang="zh-CN" altLang="en-US" sz="1400" kern="0" dirty="0">
                <a:ln>
                  <a:noFill/>
                  <a:prstDash val="sysDot"/>
                </a:ln>
                <a:solidFill>
                  <a:srgbClr val="FF0000"/>
                </a:solidFill>
                <a:latin typeface="+mn-ea"/>
                <a:sym typeface="+mn-ea"/>
              </a:rPr>
              <a:t>师徒制</a:t>
            </a:r>
            <a:r>
              <a:rPr lang="zh-CN" altLang="en-US" sz="1400" kern="0" dirty="0">
                <a:ln>
                  <a:noFill/>
                  <a:prstDash val="sysDot"/>
                </a:ln>
                <a:solidFill>
                  <a:schemeClr val="tx1">
                    <a:lumMod val="85000"/>
                    <a:lumOff val="15000"/>
                  </a:schemeClr>
                </a:solidFill>
                <a:latin typeface="+mn-ea"/>
                <a:sym typeface="+mn-ea"/>
              </a:rPr>
              <a:t>，而必须建立一套科学、系统、覆盖全职业生命周期的</a:t>
            </a:r>
            <a:r>
              <a:rPr lang="zh-CN" altLang="en-US" sz="1400" kern="0" dirty="0">
                <a:ln>
                  <a:noFill/>
                  <a:prstDash val="sysDot"/>
                </a:ln>
                <a:solidFill>
                  <a:srgbClr val="FF0000"/>
                </a:solidFill>
                <a:latin typeface="+mn-ea"/>
                <a:sym typeface="+mn-ea"/>
              </a:rPr>
              <a:t>能力知识体系</a:t>
            </a:r>
            <a:r>
              <a:rPr lang="zh-CN" altLang="en-US" sz="1400" kern="0" dirty="0">
                <a:ln>
                  <a:noFill/>
                  <a:prstDash val="sysDot"/>
                </a:ln>
                <a:solidFill>
                  <a:schemeClr val="tx1">
                    <a:lumMod val="85000"/>
                    <a:lumOff val="15000"/>
                  </a:schemeClr>
                </a:solidFill>
                <a:latin typeface="+mn-ea"/>
                <a:sym typeface="+mn-ea"/>
              </a:rPr>
              <a:t>。本次能力模型项目，就是要为这个体系打下地基，为</a:t>
            </a:r>
            <a:r>
              <a:rPr lang="zh-CN" altLang="en-US" sz="1400" kern="0" dirty="0">
                <a:ln>
                  <a:noFill/>
                  <a:prstDash val="sysDot"/>
                </a:ln>
                <a:solidFill>
                  <a:schemeClr val="tx1">
                    <a:lumMod val="85000"/>
                    <a:lumOff val="15000"/>
                  </a:schemeClr>
                </a:solidFill>
                <a:latin typeface="+mn-ea"/>
                <a:sym typeface="+mn-ea"/>
              </a:rPr>
              <a:t>团队成长提供清晰的</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地图</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和</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阶梯</a:t>
            </a:r>
            <a:r>
              <a:rPr lang="en-US" altLang="zh-CN" sz="1400" kern="0" dirty="0">
                <a:ln>
                  <a:noFill/>
                  <a:prstDash val="sysDot"/>
                </a:ln>
                <a:solidFill>
                  <a:schemeClr val="tx1">
                    <a:lumMod val="85000"/>
                    <a:lumOff val="15000"/>
                  </a:schemeClr>
                </a:solidFill>
                <a:latin typeface="+mn-ea"/>
                <a:sym typeface="+mn-ea"/>
              </a:rPr>
              <a:t>”。</a:t>
            </a:r>
            <a:endParaRPr lang="en-US" altLang="zh-CN" sz="1400" kern="0" dirty="0">
              <a:ln>
                <a:noFill/>
                <a:prstDash val="sysDot"/>
              </a:ln>
              <a:solidFill>
                <a:schemeClr val="tx1">
                  <a:lumMod val="85000"/>
                  <a:lumOff val="15000"/>
                </a:schemeClr>
              </a:solidFill>
              <a:latin typeface="+mn-ea"/>
              <a:sym typeface="+mn-ea"/>
            </a:endParaRPr>
          </a:p>
        </p:txBody>
      </p:sp>
      <p:sp>
        <p:nvSpPr>
          <p:cNvPr id="10" name="矩形: 圆角 20"/>
          <p:cNvSpPr/>
          <p:nvPr>
            <p:custDataLst>
              <p:tags r:id="rId5"/>
            </p:custDataLst>
          </p:nvPr>
        </p:nvSpPr>
        <p:spPr>
          <a:xfrm>
            <a:off x="4425315" y="1832293"/>
            <a:ext cx="3341370" cy="4523105"/>
          </a:xfrm>
          <a:prstGeom prst="roundRect">
            <a:avLst>
              <a:gd name="adj" fmla="val 8073"/>
            </a:avLst>
          </a:prstGeom>
          <a:gradFill>
            <a:gsLst>
              <a:gs pos="100000">
                <a:schemeClr val="accent2">
                  <a:alpha val="0"/>
                </a:schemeClr>
              </a:gs>
              <a:gs pos="100000">
                <a:schemeClr val="accent2">
                  <a:alpha val="100000"/>
                </a:schemeClr>
              </a:gs>
              <a:gs pos="0">
                <a:schemeClr val="accent2">
                  <a:lumMod val="20000"/>
                  <a:lumOff val="80000"/>
                  <a:alpha val="10000"/>
                </a:schemeClr>
              </a:gs>
            </a:gsLst>
            <a:lin ang="5400000" scaled="0"/>
          </a:gradFill>
          <a:ln>
            <a:gradFill>
              <a:gsLst>
                <a:gs pos="20000">
                  <a:schemeClr val="accent2">
                    <a:alpha val="0"/>
                  </a:schemeClr>
                </a:gs>
                <a:gs pos="100000">
                  <a:schemeClr val="accent2">
                    <a:lumMod val="60000"/>
                    <a:lumOff val="40000"/>
                    <a:alpha val="100000"/>
                  </a:schemeClr>
                </a:gs>
              </a:gsLst>
              <a:lin ang="16200000" scaled="1"/>
            </a:gradFill>
          </a:ln>
          <a:effectLst>
            <a:outerShdw blurRad="152400" dist="38100" dir="13500000" algn="br" rotWithShape="0">
              <a:schemeClr val="accent2">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11" name="矩形: 圆角 20"/>
          <p:cNvSpPr/>
          <p:nvPr>
            <p:custDataLst>
              <p:tags r:id="rId6"/>
            </p:custDataLst>
          </p:nvPr>
        </p:nvSpPr>
        <p:spPr>
          <a:xfrm>
            <a:off x="8112760" y="1832293"/>
            <a:ext cx="3341370" cy="4523105"/>
          </a:xfrm>
          <a:prstGeom prst="roundRect">
            <a:avLst>
              <a:gd name="adj" fmla="val 8073"/>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12" name="文本框 11"/>
          <p:cNvSpPr txBox="1"/>
          <p:nvPr>
            <p:custDataLst>
              <p:tags r:id="rId7"/>
            </p:custDataLst>
          </p:nvPr>
        </p:nvSpPr>
        <p:spPr>
          <a:xfrm>
            <a:off x="4670425" y="1973898"/>
            <a:ext cx="2851200" cy="798195"/>
          </a:xfrm>
          <a:prstGeom prst="rect">
            <a:avLst/>
          </a:prstGeom>
          <a:noFill/>
        </p:spPr>
        <p:txBody>
          <a:bodyPr wrap="square" lIns="0" tIns="0" rIns="0" bIns="0" rtlCol="0" anchor="ctr" anchorCtr="0">
            <a:noAutofit/>
          </a:bodyPr>
          <a:p>
            <a:pPr lvl="0" algn="l">
              <a:lnSpc>
                <a:spcPct val="120000"/>
              </a:lnSpc>
              <a:buClrTx/>
              <a:buSzTx/>
              <a:buFontTx/>
            </a:pPr>
            <a:r>
              <a:rPr lang="zh-CN" altLang="en-US" b="1" dirty="0">
                <a:solidFill>
                  <a:schemeClr val="accent2"/>
                </a:solidFill>
                <a:latin typeface="+mn-ea"/>
                <a:cs typeface="+mn-ea"/>
                <a:sym typeface="+mn-ea"/>
              </a:rPr>
              <a:t>引领</a:t>
            </a:r>
            <a:r>
              <a:rPr lang="en-US" altLang="zh-CN" b="1" dirty="0">
                <a:solidFill>
                  <a:schemeClr val="accent2"/>
                </a:solidFill>
                <a:latin typeface="+mn-ea"/>
                <a:cs typeface="+mn-ea"/>
                <a:sym typeface="+mn-ea"/>
              </a:rPr>
              <a:t>“</a:t>
            </a:r>
            <a:r>
              <a:rPr lang="zh-CN" altLang="en-US" b="1" dirty="0">
                <a:solidFill>
                  <a:schemeClr val="accent2"/>
                </a:solidFill>
                <a:latin typeface="+mn-ea"/>
                <a:cs typeface="+mn-ea"/>
                <a:sym typeface="+mn-ea"/>
              </a:rPr>
              <a:t>未来方向</a:t>
            </a:r>
            <a:r>
              <a:rPr lang="en-US" altLang="zh-CN" b="1" dirty="0">
                <a:solidFill>
                  <a:schemeClr val="accent2"/>
                </a:solidFill>
                <a:latin typeface="+mn-ea"/>
                <a:cs typeface="+mn-ea"/>
                <a:sym typeface="+mn-ea"/>
              </a:rPr>
              <a:t>”</a:t>
            </a:r>
            <a:endParaRPr lang="en-US" altLang="zh-CN" b="1" dirty="0">
              <a:solidFill>
                <a:schemeClr val="accent2"/>
              </a:solidFill>
              <a:latin typeface="+mn-ea"/>
              <a:cs typeface="+mn-ea"/>
              <a:sym typeface="+mn-ea"/>
            </a:endParaRPr>
          </a:p>
        </p:txBody>
      </p:sp>
      <p:cxnSp>
        <p:nvCxnSpPr>
          <p:cNvPr id="13" name="直接连接符 12"/>
          <p:cNvCxnSpPr/>
          <p:nvPr>
            <p:custDataLst>
              <p:tags r:id="rId8"/>
            </p:custDataLst>
          </p:nvPr>
        </p:nvCxnSpPr>
        <p:spPr>
          <a:xfrm>
            <a:off x="4702810" y="2800668"/>
            <a:ext cx="2786400" cy="0"/>
          </a:xfrm>
          <a:prstGeom prst="line">
            <a:avLst/>
          </a:prstGeom>
          <a:ln>
            <a:gradFill>
              <a:gsLst>
                <a:gs pos="0">
                  <a:schemeClr val="accent2">
                    <a:alpha val="10000"/>
                  </a:schemeClr>
                </a:gs>
                <a:gs pos="100000">
                  <a:schemeClr val="accent2">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14" name="文本框 13"/>
          <p:cNvSpPr txBox="1"/>
          <p:nvPr>
            <p:custDataLst>
              <p:tags r:id="rId9"/>
            </p:custDataLst>
          </p:nvPr>
        </p:nvSpPr>
        <p:spPr>
          <a:xfrm>
            <a:off x="4670425" y="2956878"/>
            <a:ext cx="2851200" cy="3107055"/>
          </a:xfrm>
          <a:prstGeom prst="rect">
            <a:avLst/>
          </a:prstGeom>
          <a:noFill/>
        </p:spPr>
        <p:txBody>
          <a:bodyPr wrap="square" lIns="0" tIns="0" rIns="0" bIns="0" rtlCol="0">
            <a:noAutofit/>
          </a:bodyPr>
          <a:p>
            <a:pPr indent="0" fontAlgn="auto">
              <a:lnSpc>
                <a:spcPct val="150000"/>
              </a:lnSpc>
            </a:pPr>
            <a:r>
              <a:rPr lang="zh-CN" altLang="en-US" sz="1400" kern="0" dirty="0">
                <a:ln>
                  <a:noFill/>
                  <a:prstDash val="sysDot"/>
                </a:ln>
                <a:solidFill>
                  <a:schemeClr val="tx1">
                    <a:lumMod val="85000"/>
                    <a:lumOff val="15000"/>
                  </a:schemeClr>
                </a:solidFill>
                <a:latin typeface="+mn-ea"/>
                <a:sym typeface="+mn-ea"/>
              </a:rPr>
              <a:t>团队对</a:t>
            </a:r>
            <a:r>
              <a:rPr lang="zh-CN" altLang="en-US" sz="1400" kern="0" dirty="0">
                <a:ln>
                  <a:noFill/>
                  <a:prstDash val="sysDot"/>
                </a:ln>
                <a:solidFill>
                  <a:srgbClr val="FF0000"/>
                </a:solidFill>
                <a:latin typeface="+mn-ea"/>
                <a:sym typeface="+mn-ea"/>
              </a:rPr>
              <a:t>数据和</a:t>
            </a:r>
            <a:r>
              <a:rPr lang="en-US" altLang="zh-CN" sz="1400" kern="0" dirty="0">
                <a:ln>
                  <a:noFill/>
                  <a:prstDash val="sysDot"/>
                </a:ln>
                <a:solidFill>
                  <a:srgbClr val="FF0000"/>
                </a:solidFill>
                <a:latin typeface="+mn-ea"/>
                <a:sym typeface="+mn-ea"/>
              </a:rPr>
              <a:t>AI</a:t>
            </a:r>
            <a:r>
              <a:rPr lang="zh-CN" altLang="en-US" sz="1400" kern="0" dirty="0">
                <a:ln>
                  <a:noFill/>
                  <a:prstDash val="sysDot"/>
                </a:ln>
                <a:solidFill>
                  <a:srgbClr val="FF0000"/>
                </a:solidFill>
                <a:latin typeface="+mn-ea"/>
                <a:sym typeface="+mn-ea"/>
              </a:rPr>
              <a:t>价值的渴望</a:t>
            </a:r>
            <a:r>
              <a:rPr lang="zh-CN" altLang="en-US" sz="1400" kern="0" dirty="0">
                <a:ln>
                  <a:noFill/>
                  <a:prstDash val="sysDot"/>
                </a:ln>
                <a:solidFill>
                  <a:schemeClr val="tx1">
                    <a:lumMod val="85000"/>
                    <a:lumOff val="15000"/>
                  </a:schemeClr>
                </a:solidFill>
                <a:latin typeface="+mn-ea"/>
                <a:sym typeface="+mn-ea"/>
              </a:rPr>
              <a:t>，与公司的战略方向高度一致。未来，优秀的数字化人才绝不仅仅是需求的实现者，更应该是业务的引领者和价值的创造者。</a:t>
            </a:r>
            <a:r>
              <a:rPr lang="zh-CN" altLang="en-US" sz="1400" kern="0" dirty="0">
                <a:ln>
                  <a:noFill/>
                  <a:prstDash val="sysDot"/>
                </a:ln>
                <a:solidFill>
                  <a:schemeClr val="tx1">
                    <a:lumMod val="85000"/>
                    <a:lumOff val="15000"/>
                  </a:schemeClr>
                </a:solidFill>
                <a:latin typeface="+mn-ea"/>
                <a:sym typeface="+mn-ea"/>
              </a:rPr>
              <a:t>需要跳出单一的项目，站在更高的层面去思考，去学习，去实践。部门将为大家创造更多这样的机会，并提供必要的资源和培训支持。</a:t>
            </a:r>
            <a:endParaRPr lang="zh-CN" altLang="en-US" sz="1400" kern="0" dirty="0">
              <a:ln>
                <a:noFill/>
                <a:prstDash val="sysDot"/>
              </a:ln>
              <a:solidFill>
                <a:schemeClr val="tx1">
                  <a:lumMod val="85000"/>
                  <a:lumOff val="15000"/>
                </a:schemeClr>
              </a:solidFill>
              <a:latin typeface="+mn-ea"/>
              <a:sym typeface="+mn-ea"/>
            </a:endParaRPr>
          </a:p>
        </p:txBody>
      </p:sp>
      <p:sp>
        <p:nvSpPr>
          <p:cNvPr id="15" name="文本框 14"/>
          <p:cNvSpPr txBox="1"/>
          <p:nvPr>
            <p:custDataLst>
              <p:tags r:id="rId10"/>
            </p:custDataLst>
          </p:nvPr>
        </p:nvSpPr>
        <p:spPr>
          <a:xfrm>
            <a:off x="8357870" y="1973898"/>
            <a:ext cx="2851200" cy="798195"/>
          </a:xfrm>
          <a:prstGeom prst="rect">
            <a:avLst/>
          </a:prstGeom>
          <a:noFill/>
        </p:spPr>
        <p:txBody>
          <a:bodyPr wrap="square" lIns="0" tIns="0" rIns="0" bIns="0" rtlCol="0" anchor="ctr" anchorCtr="0">
            <a:noAutofit/>
          </a:bodyPr>
          <a:p>
            <a:pPr lvl="0" algn="l">
              <a:lnSpc>
                <a:spcPct val="120000"/>
              </a:lnSpc>
              <a:buClrTx/>
              <a:buSzTx/>
              <a:buFontTx/>
            </a:pPr>
            <a:r>
              <a:rPr lang="zh-CN" altLang="en-US" b="1">
                <a:solidFill>
                  <a:schemeClr val="accent1"/>
                </a:solidFill>
                <a:latin typeface="+mn-ea"/>
                <a:cs typeface="+mn-ea"/>
                <a:sym typeface="+mn-ea"/>
              </a:rPr>
              <a:t>明确</a:t>
            </a:r>
            <a:r>
              <a:rPr lang="en-US" altLang="zh-CN" b="1">
                <a:solidFill>
                  <a:schemeClr val="accent1"/>
                </a:solidFill>
                <a:latin typeface="+mn-ea"/>
                <a:cs typeface="+mn-ea"/>
                <a:sym typeface="+mn-ea"/>
              </a:rPr>
              <a:t>“</a:t>
            </a:r>
            <a:r>
              <a:rPr lang="zh-CN" altLang="en-US" b="1">
                <a:solidFill>
                  <a:schemeClr val="accent1"/>
                </a:solidFill>
                <a:latin typeface="+mn-ea"/>
                <a:cs typeface="+mn-ea"/>
                <a:sym typeface="+mn-ea"/>
              </a:rPr>
              <a:t>卓越标准</a:t>
            </a:r>
            <a:r>
              <a:rPr lang="en-US" altLang="zh-CN" b="1">
                <a:solidFill>
                  <a:schemeClr val="accent1"/>
                </a:solidFill>
                <a:latin typeface="+mn-ea"/>
                <a:cs typeface="+mn-ea"/>
                <a:sym typeface="+mn-ea"/>
              </a:rPr>
              <a:t>”</a:t>
            </a:r>
            <a:endParaRPr lang="en-US" altLang="zh-CN" b="1">
              <a:solidFill>
                <a:schemeClr val="accent1"/>
              </a:solidFill>
              <a:latin typeface="+mn-ea"/>
              <a:cs typeface="+mn-ea"/>
              <a:sym typeface="+mn-ea"/>
            </a:endParaRPr>
          </a:p>
        </p:txBody>
      </p:sp>
      <p:cxnSp>
        <p:nvCxnSpPr>
          <p:cNvPr id="16" name="直接连接符 15"/>
          <p:cNvCxnSpPr/>
          <p:nvPr>
            <p:custDataLst>
              <p:tags r:id="rId11"/>
            </p:custDataLst>
          </p:nvPr>
        </p:nvCxnSpPr>
        <p:spPr>
          <a:xfrm>
            <a:off x="8390255" y="2800668"/>
            <a:ext cx="2786400" cy="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17" name="文本框 16"/>
          <p:cNvSpPr txBox="1"/>
          <p:nvPr>
            <p:custDataLst>
              <p:tags r:id="rId12"/>
            </p:custDataLst>
          </p:nvPr>
        </p:nvSpPr>
        <p:spPr>
          <a:xfrm>
            <a:off x="8357870" y="2956878"/>
            <a:ext cx="2851200" cy="3107055"/>
          </a:xfrm>
          <a:prstGeom prst="rect">
            <a:avLst/>
          </a:prstGeom>
          <a:noFill/>
        </p:spPr>
        <p:txBody>
          <a:bodyPr wrap="square" lIns="0" tIns="0" rIns="0" bIns="0" rtlCol="0">
            <a:noAutofit/>
          </a:bodyPr>
          <a:p>
            <a:pPr indent="0" fontAlgn="auto">
              <a:lnSpc>
                <a:spcPct val="150000"/>
              </a:lnSpc>
            </a:pPr>
            <a:r>
              <a:rPr lang="zh-CN" altLang="en-US" sz="1400" kern="0" dirty="0">
                <a:ln>
                  <a:noFill/>
                  <a:prstDash val="sysDot"/>
                </a:ln>
                <a:solidFill>
                  <a:schemeClr val="tx1">
                    <a:lumMod val="85000"/>
                    <a:lumOff val="15000"/>
                  </a:schemeClr>
                </a:solidFill>
                <a:latin typeface="+mn-ea"/>
                <a:sym typeface="+mn-ea"/>
              </a:rPr>
              <a:t>一个卓越的项目</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业务</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交付管理者，不仅要具备解决问题的能力（术），更要有洞察全局的视野（势）和成就他人的胸怀（道）。希望这套能力体系能够帮助大家看清</a:t>
            </a:r>
            <a:r>
              <a:rPr lang="zh-CN" altLang="en-US" sz="1400" kern="0" dirty="0">
                <a:ln>
                  <a:noFill/>
                  <a:prstDash val="sysDot"/>
                </a:ln>
                <a:solidFill>
                  <a:srgbClr val="FF0000"/>
                </a:solidFill>
                <a:latin typeface="+mn-ea"/>
                <a:sym typeface="+mn-ea"/>
              </a:rPr>
              <a:t>从</a:t>
            </a:r>
            <a:r>
              <a:rPr lang="en-US" altLang="zh-CN" sz="1400" kern="0" dirty="0">
                <a:ln>
                  <a:noFill/>
                  <a:prstDash val="sysDot"/>
                </a:ln>
                <a:solidFill>
                  <a:srgbClr val="FF0000"/>
                </a:solidFill>
                <a:latin typeface="+mn-ea"/>
                <a:sym typeface="+mn-ea"/>
              </a:rPr>
              <a:t>“</a:t>
            </a:r>
            <a:r>
              <a:rPr lang="zh-CN" altLang="en-US" sz="1400" kern="0" dirty="0">
                <a:ln>
                  <a:noFill/>
                  <a:prstDash val="sysDot"/>
                </a:ln>
                <a:solidFill>
                  <a:srgbClr val="FF0000"/>
                </a:solidFill>
                <a:latin typeface="+mn-ea"/>
                <a:sym typeface="+mn-ea"/>
              </a:rPr>
              <a:t>工匠</a:t>
            </a:r>
            <a:r>
              <a:rPr lang="en-US" altLang="zh-CN" sz="1400" kern="0" dirty="0">
                <a:ln>
                  <a:noFill/>
                  <a:prstDash val="sysDot"/>
                </a:ln>
                <a:solidFill>
                  <a:srgbClr val="FF0000"/>
                </a:solidFill>
                <a:latin typeface="+mn-ea"/>
                <a:sym typeface="+mn-ea"/>
              </a:rPr>
              <a:t>”</a:t>
            </a:r>
            <a:r>
              <a:rPr lang="zh-CN" altLang="en-US" sz="1400" kern="0" dirty="0">
                <a:ln>
                  <a:noFill/>
                  <a:prstDash val="sysDot"/>
                </a:ln>
                <a:solidFill>
                  <a:srgbClr val="FF0000"/>
                </a:solidFill>
                <a:latin typeface="+mn-ea"/>
                <a:sym typeface="+mn-ea"/>
              </a:rPr>
              <a:t>到</a:t>
            </a:r>
            <a:r>
              <a:rPr lang="en-US" altLang="zh-CN" sz="1400" kern="0" dirty="0">
                <a:ln>
                  <a:noFill/>
                  <a:prstDash val="sysDot"/>
                </a:ln>
                <a:solidFill>
                  <a:srgbClr val="FF0000"/>
                </a:solidFill>
                <a:latin typeface="+mn-ea"/>
                <a:sym typeface="+mn-ea"/>
              </a:rPr>
              <a:t>“</a:t>
            </a:r>
            <a:r>
              <a:rPr lang="zh-CN" altLang="en-US" sz="1400" kern="0" dirty="0">
                <a:ln>
                  <a:noFill/>
                  <a:prstDash val="sysDot"/>
                </a:ln>
                <a:solidFill>
                  <a:srgbClr val="FF0000"/>
                </a:solidFill>
                <a:latin typeface="+mn-ea"/>
                <a:sym typeface="+mn-ea"/>
              </a:rPr>
              <a:t>将才</a:t>
            </a:r>
            <a:r>
              <a:rPr lang="en-US" altLang="zh-CN" sz="1400" kern="0" dirty="0">
                <a:ln>
                  <a:noFill/>
                  <a:prstDash val="sysDot"/>
                </a:ln>
                <a:solidFill>
                  <a:srgbClr val="FF0000"/>
                </a:solidFill>
                <a:latin typeface="+mn-ea"/>
                <a:sym typeface="+mn-ea"/>
              </a:rPr>
              <a:t>”</a:t>
            </a:r>
            <a:r>
              <a:rPr lang="zh-CN" altLang="en-US" sz="1400" kern="0" dirty="0">
                <a:ln>
                  <a:noFill/>
                  <a:prstDash val="sysDot"/>
                </a:ln>
                <a:solidFill>
                  <a:srgbClr val="FF0000"/>
                </a:solidFill>
                <a:latin typeface="+mn-ea"/>
                <a:sym typeface="+mn-ea"/>
              </a:rPr>
              <a:t>的成长路径</a:t>
            </a:r>
            <a:r>
              <a:rPr lang="zh-CN" altLang="en-US"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rgbClr val="FF0000"/>
                </a:solidFill>
                <a:latin typeface="+mn-ea"/>
                <a:sym typeface="+mn-ea"/>
              </a:rPr>
              <a:t>让每一位有担当、有追求的同事，都能在这里找到自己的发展方向</a:t>
            </a:r>
            <a:r>
              <a:rPr lang="zh-CN" altLang="en-US" sz="1400" kern="0" dirty="0">
                <a:ln>
                  <a:noFill/>
                  <a:prstDash val="sysDot"/>
                </a:ln>
                <a:solidFill>
                  <a:schemeClr val="tx1">
                    <a:lumMod val="85000"/>
                    <a:lumOff val="15000"/>
                  </a:schemeClr>
                </a:solidFill>
                <a:latin typeface="+mn-ea"/>
                <a:sym typeface="+mn-ea"/>
              </a:rPr>
              <a:t>，最终成长为能够独当一面、引领变革的核心力量。</a:t>
            </a:r>
            <a:endParaRPr lang="zh-CN" altLang="en-US" sz="1400" kern="0" dirty="0">
              <a:ln>
                <a:noFill/>
                <a:prstDash val="sysDot"/>
              </a:ln>
              <a:solidFill>
                <a:schemeClr val="tx1">
                  <a:lumMod val="85000"/>
                  <a:lumOff val="15000"/>
                </a:schemeClr>
              </a:solidFill>
              <a:latin typeface="+mn-ea"/>
              <a:sym typeface="+mn-ea"/>
            </a:endParaRPr>
          </a:p>
        </p:txBody>
      </p:sp>
      <p:sp>
        <p:nvSpPr>
          <p:cNvPr id="18" name="文本框 17"/>
          <p:cNvSpPr txBox="1"/>
          <p:nvPr/>
        </p:nvSpPr>
        <p:spPr>
          <a:xfrm>
            <a:off x="551815" y="5935980"/>
            <a:ext cx="11133455" cy="583565"/>
          </a:xfrm>
          <a:prstGeom prst="rect">
            <a:avLst/>
          </a:prstGeom>
          <a:noFill/>
        </p:spPr>
        <p:txBody>
          <a:bodyPr wrap="square" rtlCol="0">
            <a:spAutoFit/>
          </a:bodyPr>
          <a:p>
            <a:r>
              <a:rPr lang="zh-CN" altLang="en-US" sz="1600"/>
              <a:t>本次调研印证了领导的观察与期待</a:t>
            </a:r>
            <a:r>
              <a:rPr lang="en-US" altLang="zh-CN" sz="1600"/>
              <a:t>：</a:t>
            </a:r>
            <a:r>
              <a:rPr lang="zh-CN" altLang="en-US" sz="1600"/>
              <a:t>团队不仅专业扎实、责任心强，更具备了宝贵的前瞻视野和成长渴望。然而，个人能力的自我生长已不足以支撑公司数字化的宏伟蓝图，我们必须加速从</a:t>
            </a:r>
            <a:r>
              <a:rPr lang="zh-CN" altLang="en-US" sz="1600">
                <a:sym typeface="+mn-ea"/>
              </a:rPr>
              <a:t>依赖</a:t>
            </a:r>
            <a:r>
              <a:rPr lang="en-US" altLang="zh-CN" sz="1600"/>
              <a:t>“</a:t>
            </a:r>
            <a:r>
              <a:rPr lang="zh-CN" altLang="en-US" sz="1600"/>
              <a:t>少数优秀者</a:t>
            </a:r>
            <a:r>
              <a:rPr lang="en-US" altLang="zh-CN" sz="1600"/>
              <a:t>”</a:t>
            </a:r>
            <a:r>
              <a:rPr lang="zh-CN" altLang="en-US" sz="1600"/>
              <a:t>向打造“</a:t>
            </a:r>
            <a:r>
              <a:rPr lang="zh-CN" altLang="en-US" sz="1600">
                <a:solidFill>
                  <a:srgbClr val="FF0000"/>
                </a:solidFill>
              </a:rPr>
              <a:t>体系化梯队</a:t>
            </a:r>
            <a:r>
              <a:rPr lang="en-US" altLang="zh-CN" sz="1600"/>
              <a:t>”</a:t>
            </a:r>
            <a:r>
              <a:rPr lang="zh-CN" altLang="en-US" sz="1600"/>
              <a:t>的转变。</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 name="任意多边形: 形状 46"/>
          <p:cNvSpPr/>
          <p:nvPr>
            <p:custDataLst>
              <p:tags r:id="rId1"/>
            </p:custDataLst>
          </p:nvPr>
        </p:nvSpPr>
        <p:spPr>
          <a:xfrm rot="16200000">
            <a:off x="81915" y="1485900"/>
            <a:ext cx="4627245" cy="5176520"/>
          </a:xfrm>
          <a:custGeom>
            <a:avLst/>
            <a:gdLst>
              <a:gd name="connsiteX0" fmla="*/ 6267450 w 6267450"/>
              <a:gd name="connsiteY0" fmla="*/ 3438716 h 3438715"/>
              <a:gd name="connsiteX1" fmla="*/ 0 w 6267450"/>
              <a:gd name="connsiteY1" fmla="*/ 2490883 h 3438715"/>
              <a:gd name="connsiteX2" fmla="*/ 0 w 6267450"/>
              <a:gd name="connsiteY2" fmla="*/ 947833 h 3438715"/>
              <a:gd name="connsiteX3" fmla="*/ 6267450 w 6267450"/>
              <a:gd name="connsiteY3" fmla="*/ 0 h 3438715"/>
              <a:gd name="connsiteX4" fmla="*/ 6267450 w 6267450"/>
              <a:gd name="connsiteY4" fmla="*/ 3438716 h 3438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0" h="9278">
                <a:moveTo>
                  <a:pt x="16410" y="0"/>
                </a:moveTo>
                <a:lnTo>
                  <a:pt x="16410" y="9278"/>
                </a:lnTo>
                <a:lnTo>
                  <a:pt x="0" y="6892"/>
                </a:lnTo>
                <a:lnTo>
                  <a:pt x="0" y="2386"/>
                </a:lnTo>
                <a:lnTo>
                  <a:pt x="16410" y="0"/>
                </a:lnTo>
                <a:close/>
              </a:path>
            </a:pathLst>
          </a:custGeom>
          <a:gradFill flip="none">
            <a:gsLst>
              <a:gs pos="0">
                <a:schemeClr val="accent1">
                  <a:lumMod val="60000"/>
                  <a:lumOff val="40000"/>
                  <a:alpha val="20000"/>
                </a:schemeClr>
              </a:gs>
              <a:gs pos="75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cs typeface="微软雅黑" panose="020B0503020204020204" pitchFamily="34" charset="-122"/>
              <a:sym typeface="+mn-ea"/>
            </a:endParaRPr>
          </a:p>
        </p:txBody>
      </p:sp>
      <p:sp>
        <p:nvSpPr>
          <p:cNvPr id="20" name="矩形 19"/>
          <p:cNvSpPr/>
          <p:nvPr/>
        </p:nvSpPr>
        <p:spPr>
          <a:xfrm>
            <a:off x="4914900" y="5512435"/>
            <a:ext cx="6770370" cy="640715"/>
          </a:xfrm>
          <a:prstGeom prst="rect">
            <a:avLst/>
          </a:prstGeom>
          <a:solidFill>
            <a:schemeClr val="accent4">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矩形 18"/>
          <p:cNvSpPr/>
          <p:nvPr/>
        </p:nvSpPr>
        <p:spPr>
          <a:xfrm>
            <a:off x="4887595" y="3226435"/>
            <a:ext cx="6770370" cy="771525"/>
          </a:xfrm>
          <a:prstGeom prst="rect">
            <a:avLst/>
          </a:prstGeom>
          <a:solidFill>
            <a:schemeClr val="accent4">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 </a:t>
            </a:r>
            <a:r>
              <a:rPr kumimoji="1" lang="zh-CN" altLang="en-US" sz="2000" b="1" dirty="0">
                <a:latin typeface="STZhongsong" panose="02010600040101010101" pitchFamily="2" charset="-122"/>
                <a:ea typeface="STZhongsong" panose="02010600040101010101" pitchFamily="2" charset="-122"/>
                <a:sym typeface="+mn-ea"/>
              </a:rPr>
              <a:t>我们需要什么样的</a:t>
            </a:r>
            <a:r>
              <a:rPr kumimoji="1" lang="zh-CN" altLang="en-US" sz="2000" b="1" dirty="0">
                <a:latin typeface="STZhongsong" panose="02010600040101010101" pitchFamily="2" charset="-122"/>
                <a:ea typeface="STZhongsong" panose="02010600040101010101" pitchFamily="2" charset="-122"/>
                <a:sym typeface="+mn-ea"/>
              </a:rPr>
              <a:t>交付管理人才</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
        <p:nvSpPr>
          <p:cNvPr id="4" name="文本框 3"/>
          <p:cNvSpPr txBox="1"/>
          <p:nvPr/>
        </p:nvSpPr>
        <p:spPr>
          <a:xfrm>
            <a:off x="404495" y="929640"/>
            <a:ext cx="11303635" cy="830580"/>
          </a:xfrm>
          <a:prstGeom prst="rect">
            <a:avLst/>
          </a:prstGeom>
          <a:noFill/>
        </p:spPr>
        <p:txBody>
          <a:bodyPr wrap="square" rtlCol="0" anchor="ctr" anchorCtr="0">
            <a:noAutofit/>
          </a:bodyPr>
          <a:p>
            <a:pPr algn="l"/>
            <a:r>
              <a:rPr kumimoji="1" lang="zh-CN" altLang="en-US" sz="2400" b="1" dirty="0">
                <a:latin typeface="STZhongsong" panose="02010600040101010101" pitchFamily="2" charset="-122"/>
                <a:ea typeface="STZhongsong" panose="02010600040101010101" pitchFamily="2" charset="-122"/>
                <a:sym typeface="+mn-ea"/>
              </a:rPr>
              <a:t>从</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技术实现者</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到</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技术架构师</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与</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质量守护者</a:t>
            </a:r>
            <a:r>
              <a:rPr kumimoji="1" lang="en-US" altLang="zh-CN" sz="2400" b="1" dirty="0">
                <a:latin typeface="STZhongsong" panose="02010600040101010101" pitchFamily="2" charset="-122"/>
                <a:ea typeface="STZhongsong" panose="02010600040101010101" pitchFamily="2" charset="-122"/>
                <a:sym typeface="+mn-ea"/>
              </a:rPr>
              <a:t>”</a:t>
            </a:r>
            <a:endParaRPr kumimoji="1" lang="en-US" altLang="zh-CN" sz="2400" b="1" dirty="0">
              <a:latin typeface="STZhongsong" panose="02010600040101010101" pitchFamily="2" charset="-122"/>
              <a:ea typeface="STZhongsong" panose="02010600040101010101" pitchFamily="2" charset="-122"/>
              <a:sym typeface="+mn-ea"/>
            </a:endParaRPr>
          </a:p>
        </p:txBody>
      </p:sp>
      <p:cxnSp>
        <p:nvCxnSpPr>
          <p:cNvPr id="25" name="直接箭头连接符 24"/>
          <p:cNvCxnSpPr/>
          <p:nvPr/>
        </p:nvCxnSpPr>
        <p:spPr>
          <a:xfrm flipV="1">
            <a:off x="4872355" y="2596516"/>
            <a:ext cx="0" cy="1527175"/>
          </a:xfrm>
          <a:prstGeom prst="straightConnector1">
            <a:avLst/>
          </a:prstGeom>
          <a:ln w="19050">
            <a:gradFill>
              <a:gsLst>
                <a:gs pos="100000">
                  <a:schemeClr val="accent2">
                    <a:alpha val="0"/>
                  </a:schemeClr>
                </a:gs>
                <a:gs pos="0">
                  <a:schemeClr val="accent2">
                    <a:alpha val="57000"/>
                  </a:schemeClr>
                </a:gs>
              </a:gsLst>
              <a:lin ang="16200000" scaled="1"/>
            </a:gradFill>
            <a:tailEnd type="oval"/>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V="1">
            <a:off x="4900295" y="3717291"/>
            <a:ext cx="0" cy="1134110"/>
          </a:xfrm>
          <a:prstGeom prst="straightConnector1">
            <a:avLst/>
          </a:prstGeom>
          <a:ln w="19050">
            <a:gradFill>
              <a:gsLst>
                <a:gs pos="100000">
                  <a:schemeClr val="accent1">
                    <a:alpha val="0"/>
                  </a:schemeClr>
                </a:gs>
                <a:gs pos="0">
                  <a:schemeClr val="accent1">
                    <a:alpha val="57000"/>
                  </a:schemeClr>
                </a:gs>
              </a:gsLst>
              <a:lin ang="54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61" name="序号"/>
          <p:cNvSpPr txBox="1"/>
          <p:nvPr/>
        </p:nvSpPr>
        <p:spPr>
          <a:xfrm>
            <a:off x="4872355" y="2045335"/>
            <a:ext cx="6757670" cy="399415"/>
          </a:xfrm>
          <a:prstGeom prst="rect">
            <a:avLst/>
          </a:prstGeom>
          <a:gradFill>
            <a:gsLst>
              <a:gs pos="99000">
                <a:srgbClr val="BA6DBE"/>
              </a:gs>
              <a:gs pos="0">
                <a:srgbClr val="47BA9B"/>
              </a:gs>
            </a:gsLst>
            <a:lin ang="6600000" scaled="0"/>
          </a:gradFill>
        </p:spPr>
        <p:txBody>
          <a:bodyPr wrap="none" lIns="0" tIns="0" rIns="0" bIns="0" rtlCol="0" anchor="ctr" anchorCtr="0">
            <a:noAutofit/>
          </a:bodyPr>
          <a:lstStyle/>
          <a:p>
            <a:pPr algn="ctr"/>
            <a:r>
              <a:rPr lang="zh-CN" altLang="en-US">
                <a:solidFill>
                  <a:schemeClr val="bg1"/>
                </a:solidFill>
                <a:sym typeface="+mn-ea"/>
              </a:rPr>
              <a:t>向上，成为</a:t>
            </a:r>
            <a:r>
              <a:rPr lang="en-US" altLang="zh-CN">
                <a:solidFill>
                  <a:schemeClr val="bg1"/>
                </a:solidFill>
                <a:sym typeface="+mn-ea"/>
              </a:rPr>
              <a:t>“</a:t>
            </a:r>
            <a:r>
              <a:rPr lang="zh-CN" altLang="en-US">
                <a:solidFill>
                  <a:schemeClr val="bg1"/>
                </a:solidFill>
                <a:sym typeface="+mn-ea"/>
              </a:rPr>
              <a:t>技术架构师</a:t>
            </a:r>
            <a:r>
              <a:rPr lang="en-US" altLang="zh-CN">
                <a:solidFill>
                  <a:schemeClr val="bg1"/>
                </a:solidFill>
                <a:sym typeface="+mn-ea"/>
              </a:rPr>
              <a:t>”</a:t>
            </a:r>
            <a:endParaRPr lang="en-US" altLang="zh-CN" b="1">
              <a:solidFill>
                <a:schemeClr val="bg1"/>
              </a:solidFill>
              <a:effectLst/>
              <a:latin typeface="+mn-ea"/>
              <a:cs typeface="+mn-ea"/>
              <a:sym typeface="+mn-ea"/>
            </a:endParaRPr>
          </a:p>
        </p:txBody>
      </p:sp>
      <p:sp>
        <p:nvSpPr>
          <p:cNvPr id="62" name="文本框 61"/>
          <p:cNvSpPr txBox="1"/>
          <p:nvPr/>
        </p:nvSpPr>
        <p:spPr>
          <a:xfrm>
            <a:off x="1022350" y="4858385"/>
            <a:ext cx="2707640" cy="640080"/>
          </a:xfrm>
          <a:prstGeom prst="rect">
            <a:avLst/>
          </a:prstGeom>
          <a:noFill/>
        </p:spPr>
        <p:txBody>
          <a:bodyPr wrap="square" lIns="0" tIns="0" rIns="0" bIns="0" rtlCol="0">
            <a:noAutofit/>
          </a:bodyPr>
          <a:lstStyle/>
          <a:p>
            <a:pPr indent="0" algn="ctr" fontAlgn="auto">
              <a:lnSpc>
                <a:spcPct val="140000"/>
              </a:lnSpc>
            </a:pPr>
            <a:r>
              <a:rPr lang="zh-CN" altLang="en-US" sz="1400">
                <a:sym typeface="+mn-ea"/>
              </a:rPr>
              <a:t>主要负责将明确的需求转化为高质量的技术实现，是</a:t>
            </a:r>
            <a:r>
              <a:rPr lang="en-US" altLang="zh-CN" sz="1400">
                <a:sym typeface="+mn-ea"/>
              </a:rPr>
              <a:t>“</a:t>
            </a:r>
            <a:r>
              <a:rPr lang="zh-CN" altLang="en-US" sz="1400">
                <a:sym typeface="+mn-ea"/>
              </a:rPr>
              <a:t>铁三角</a:t>
            </a:r>
            <a:r>
              <a:rPr lang="en-US" altLang="zh-CN" sz="1400">
                <a:sym typeface="+mn-ea"/>
              </a:rPr>
              <a:t>”</a:t>
            </a:r>
            <a:r>
              <a:rPr lang="zh-CN" altLang="en-US" sz="1400">
                <a:sym typeface="+mn-ea"/>
              </a:rPr>
              <a:t>中保障落地的基石。他们是系统稳定性的守护者，是技术问题的终结者</a:t>
            </a:r>
            <a:r>
              <a:rPr lang="en-US" altLang="zh-CN" sz="1400">
                <a:sym typeface="+mn-ea"/>
              </a:rPr>
              <a:t>（</a:t>
            </a:r>
            <a:r>
              <a:rPr lang="zh-CN" altLang="en-US" sz="1400">
                <a:sym typeface="+mn-ea"/>
              </a:rPr>
              <a:t>协同供应商</a:t>
            </a:r>
            <a:r>
              <a:rPr lang="en-US" altLang="zh-CN" sz="1400">
                <a:sym typeface="+mn-ea"/>
              </a:rPr>
              <a:t>）。</a:t>
            </a:r>
            <a:endParaRPr lang="en-US" altLang="zh-CN" sz="1400" kern="0" dirty="0">
              <a:ln>
                <a:noFill/>
                <a:prstDash val="sysDot"/>
              </a:ln>
              <a:solidFill>
                <a:schemeClr val="tx1">
                  <a:lumMod val="85000"/>
                  <a:lumOff val="15000"/>
                </a:schemeClr>
              </a:solidFill>
              <a:latin typeface="+mn-ea"/>
              <a:sym typeface="+mn-ea"/>
            </a:endParaRPr>
          </a:p>
        </p:txBody>
      </p:sp>
      <p:sp>
        <p:nvSpPr>
          <p:cNvPr id="63" name="序号"/>
          <p:cNvSpPr txBox="1"/>
          <p:nvPr/>
        </p:nvSpPr>
        <p:spPr>
          <a:xfrm>
            <a:off x="1651635" y="4492625"/>
            <a:ext cx="1586230" cy="360680"/>
          </a:xfrm>
          <a:prstGeom prst="rect">
            <a:avLst/>
          </a:prstGeom>
          <a:noFill/>
        </p:spPr>
        <p:txBody>
          <a:bodyPr wrap="none" lIns="0" tIns="0" rIns="0" bIns="0" rtlCol="0" anchor="b" anchorCtr="0">
            <a:noAutofit/>
          </a:bodyPr>
          <a:lstStyle/>
          <a:p>
            <a:pPr algn="ctr"/>
            <a:r>
              <a:rPr lang="zh-CN" altLang="en-US" b="1">
                <a:solidFill>
                  <a:schemeClr val="accent1"/>
                </a:solidFill>
                <a:effectLst/>
                <a:latin typeface="+mn-ea"/>
                <a:cs typeface="+mn-ea"/>
              </a:rPr>
              <a:t>当前角色</a:t>
            </a:r>
            <a:endParaRPr lang="zh-CN" altLang="en-US" b="1">
              <a:solidFill>
                <a:schemeClr val="accent1"/>
              </a:solidFill>
              <a:effectLst/>
              <a:latin typeface="+mn-ea"/>
              <a:cs typeface="+mn-ea"/>
            </a:endParaRPr>
          </a:p>
        </p:txBody>
      </p:sp>
      <p:sp>
        <p:nvSpPr>
          <p:cNvPr id="13" name="文本框 12"/>
          <p:cNvSpPr txBox="1"/>
          <p:nvPr/>
        </p:nvSpPr>
        <p:spPr>
          <a:xfrm>
            <a:off x="4900295" y="2496820"/>
            <a:ext cx="6731000" cy="737235"/>
          </a:xfrm>
          <a:prstGeom prst="rect">
            <a:avLst/>
          </a:prstGeom>
          <a:noFill/>
        </p:spPr>
        <p:txBody>
          <a:bodyPr wrap="square" rtlCol="0">
            <a:spAutoFit/>
          </a:bodyPr>
          <a:p>
            <a:r>
              <a:rPr lang="zh-CN" altLang="en-US" sz="1400">
                <a:sym typeface="+mn-ea"/>
              </a:rPr>
              <a:t>角色描述：不再仅仅是执行者，而是要成为</a:t>
            </a:r>
            <a:r>
              <a:rPr lang="zh-CN" altLang="en-US" sz="1400">
                <a:solidFill>
                  <a:srgbClr val="FF0000"/>
                </a:solidFill>
                <a:sym typeface="+mn-ea"/>
              </a:rPr>
              <a:t>技术方案的规划者和设计者</a:t>
            </a:r>
            <a:r>
              <a:rPr lang="zh-CN" altLang="en-US" sz="1400">
                <a:sym typeface="+mn-ea"/>
              </a:rPr>
              <a:t>。他们需要具备</a:t>
            </a:r>
            <a:r>
              <a:rPr lang="zh-CN" altLang="en-US" sz="1400">
                <a:solidFill>
                  <a:srgbClr val="FF0000"/>
                </a:solidFill>
                <a:sym typeface="+mn-ea"/>
              </a:rPr>
              <a:t>更强的系统化思维和前瞻性</a:t>
            </a:r>
            <a:r>
              <a:rPr lang="zh-CN" altLang="en-US" sz="1400">
                <a:sym typeface="+mn-ea"/>
              </a:rPr>
              <a:t>，能够</a:t>
            </a:r>
            <a:r>
              <a:rPr lang="zh-CN" altLang="en-US" sz="1400">
                <a:solidFill>
                  <a:srgbClr val="FF0000"/>
                </a:solidFill>
                <a:sym typeface="+mn-ea"/>
              </a:rPr>
              <a:t>基于对业务的理解</a:t>
            </a:r>
            <a:r>
              <a:rPr lang="zh-CN" altLang="en-US" sz="1400">
                <a:sym typeface="+mn-ea"/>
              </a:rPr>
              <a:t>，设计出既稳定、又具扩展性的技术架构。</a:t>
            </a:r>
            <a:endParaRPr lang="zh-CN" altLang="en-US" sz="1400">
              <a:sym typeface="+mn-ea"/>
            </a:endParaRPr>
          </a:p>
        </p:txBody>
      </p:sp>
      <p:sp>
        <p:nvSpPr>
          <p:cNvPr id="14" name="文本框 13"/>
          <p:cNvSpPr txBox="1"/>
          <p:nvPr/>
        </p:nvSpPr>
        <p:spPr>
          <a:xfrm>
            <a:off x="4900295" y="3222625"/>
            <a:ext cx="6775450" cy="737235"/>
          </a:xfrm>
          <a:prstGeom prst="rect">
            <a:avLst/>
          </a:prstGeom>
          <a:noFill/>
        </p:spPr>
        <p:txBody>
          <a:bodyPr wrap="square" rtlCol="0">
            <a:spAutoFit/>
          </a:bodyPr>
          <a:p>
            <a:r>
              <a:rPr lang="zh-CN" altLang="en-US" sz="1400">
                <a:sym typeface="+mn-ea"/>
              </a:rPr>
              <a:t>访谈印证：</a:t>
            </a:r>
            <a:r>
              <a:rPr lang="en-US" altLang="zh-CN" sz="1400">
                <a:sym typeface="+mn-ea"/>
              </a:rPr>
              <a:t>XL</a:t>
            </a:r>
            <a:r>
              <a:rPr lang="zh-CN" altLang="en-US" sz="1400">
                <a:sym typeface="+mn-ea"/>
              </a:rPr>
              <a:t>在</a:t>
            </a:r>
            <a:r>
              <a:rPr lang="en-US" altLang="zh-CN" sz="1400">
                <a:sym typeface="+mn-ea"/>
              </a:rPr>
              <a:t>“</a:t>
            </a:r>
            <a:r>
              <a:rPr lang="zh-CN" altLang="en-US" sz="1400">
                <a:sym typeface="+mn-ea"/>
              </a:rPr>
              <a:t>千里码</a:t>
            </a:r>
            <a:r>
              <a:rPr lang="en-US" altLang="zh-CN" sz="1400">
                <a:sym typeface="+mn-ea"/>
              </a:rPr>
              <a:t>”</a:t>
            </a:r>
            <a:r>
              <a:rPr lang="zh-CN" altLang="en-US" sz="1400">
                <a:sym typeface="+mn-ea"/>
              </a:rPr>
              <a:t>项目中展现出的风险预判和架构决策能力，</a:t>
            </a:r>
            <a:r>
              <a:rPr lang="en-US" altLang="zh-CN" sz="1400">
                <a:sym typeface="+mn-ea"/>
              </a:rPr>
              <a:t>W/H</a:t>
            </a:r>
            <a:r>
              <a:rPr lang="zh-CN" altLang="en-US" sz="1400">
                <a:sym typeface="+mn-ea"/>
              </a:rPr>
              <a:t>对供应商管理的深入思考，都体现了他们已经开始自发地承担起部分架构师的职责</a:t>
            </a:r>
            <a:r>
              <a:rPr lang="en-US" altLang="zh-CN" sz="1400">
                <a:sym typeface="+mn-ea"/>
              </a:rPr>
              <a:t>，</a:t>
            </a:r>
            <a:r>
              <a:rPr lang="zh-CN" altLang="en-US" sz="1400">
                <a:sym typeface="+mn-ea"/>
              </a:rPr>
              <a:t>他们渴望从</a:t>
            </a:r>
            <a:r>
              <a:rPr lang="en-US" altLang="zh-CN" sz="1400">
                <a:sym typeface="+mn-ea"/>
              </a:rPr>
              <a:t>“</a:t>
            </a:r>
            <a:r>
              <a:rPr lang="zh-CN" altLang="en-US" sz="1400">
                <a:sym typeface="+mn-ea"/>
              </a:rPr>
              <a:t>怎么实现</a:t>
            </a:r>
            <a:r>
              <a:rPr lang="en-US" altLang="zh-CN" sz="1400">
                <a:sym typeface="+mn-ea"/>
              </a:rPr>
              <a:t>”</a:t>
            </a:r>
            <a:r>
              <a:rPr lang="zh-CN" altLang="en-US" sz="1400">
                <a:sym typeface="+mn-ea"/>
              </a:rPr>
              <a:t>的层面，上升到</a:t>
            </a:r>
            <a:r>
              <a:rPr lang="en-US" altLang="zh-CN" sz="1400">
                <a:sym typeface="+mn-ea"/>
              </a:rPr>
              <a:t>“</a:t>
            </a:r>
            <a:r>
              <a:rPr lang="zh-CN" altLang="en-US" sz="1400">
                <a:sym typeface="+mn-ea"/>
              </a:rPr>
              <a:t>应该如何设计</a:t>
            </a:r>
            <a:r>
              <a:rPr lang="en-US" altLang="zh-CN" sz="1400">
                <a:sym typeface="+mn-ea"/>
              </a:rPr>
              <a:t>”</a:t>
            </a:r>
            <a:r>
              <a:rPr lang="zh-CN" altLang="en-US" sz="1400">
                <a:sym typeface="+mn-ea"/>
              </a:rPr>
              <a:t>的层面。</a:t>
            </a:r>
            <a:endParaRPr lang="zh-CN" altLang="en-US" sz="1400">
              <a:sym typeface="+mn-ea"/>
            </a:endParaRPr>
          </a:p>
        </p:txBody>
      </p:sp>
      <p:sp>
        <p:nvSpPr>
          <p:cNvPr id="16" name="文本框 15"/>
          <p:cNvSpPr txBox="1"/>
          <p:nvPr/>
        </p:nvSpPr>
        <p:spPr>
          <a:xfrm>
            <a:off x="4872355" y="4751705"/>
            <a:ext cx="6731000" cy="737235"/>
          </a:xfrm>
          <a:prstGeom prst="rect">
            <a:avLst/>
          </a:prstGeom>
          <a:noFill/>
        </p:spPr>
        <p:txBody>
          <a:bodyPr wrap="square" rtlCol="0">
            <a:spAutoFit/>
          </a:bodyPr>
          <a:p>
            <a:r>
              <a:rPr lang="zh-CN" altLang="en-US" sz="1400">
                <a:sym typeface="+mn-ea"/>
              </a:rPr>
              <a:t>角色描述：他们不仅要对自己团队的交付质量负责，更要成为整个数字化中心</a:t>
            </a:r>
            <a:r>
              <a:rPr lang="zh-CN" altLang="en-US" sz="1400">
                <a:solidFill>
                  <a:srgbClr val="FF0000"/>
                </a:solidFill>
                <a:sym typeface="+mn-ea"/>
              </a:rPr>
              <a:t>工程效率和质量文化的推动者</a:t>
            </a:r>
            <a:r>
              <a:rPr lang="zh-CN" altLang="en-US" sz="1400">
                <a:sym typeface="+mn-ea"/>
              </a:rPr>
              <a:t>。他们需要将自己在代码规范、自动化测试、</a:t>
            </a:r>
            <a:r>
              <a:rPr lang="en-US" altLang="zh-CN" sz="1400">
                <a:sym typeface="+mn-ea"/>
              </a:rPr>
              <a:t>DevOps</a:t>
            </a:r>
            <a:r>
              <a:rPr lang="zh-CN" altLang="en-US" sz="1400">
                <a:sym typeface="+mn-ea"/>
              </a:rPr>
              <a:t>等领域的最佳实践，沉淀为标准、工具和流程，赋能给其他团队</a:t>
            </a:r>
            <a:r>
              <a:rPr lang="en-US" altLang="zh-CN" sz="1400">
                <a:sym typeface="+mn-ea"/>
              </a:rPr>
              <a:t>。</a:t>
            </a:r>
            <a:endParaRPr lang="en-US" altLang="zh-CN" sz="1400">
              <a:sym typeface="+mn-ea"/>
            </a:endParaRPr>
          </a:p>
        </p:txBody>
      </p:sp>
      <p:sp>
        <p:nvSpPr>
          <p:cNvPr id="17" name="文本框 16"/>
          <p:cNvSpPr txBox="1"/>
          <p:nvPr/>
        </p:nvSpPr>
        <p:spPr>
          <a:xfrm>
            <a:off x="4886325" y="5516880"/>
            <a:ext cx="6731000" cy="521970"/>
          </a:xfrm>
          <a:prstGeom prst="rect">
            <a:avLst/>
          </a:prstGeom>
          <a:noFill/>
        </p:spPr>
        <p:txBody>
          <a:bodyPr wrap="square" rtlCol="0">
            <a:spAutoFit/>
          </a:bodyPr>
          <a:p>
            <a:r>
              <a:rPr lang="zh-CN" altLang="en-US" sz="1400">
                <a:sym typeface="+mn-ea"/>
              </a:rPr>
              <a:t>领导期望：部门</a:t>
            </a:r>
            <a:r>
              <a:rPr lang="zh-CN" altLang="en-US" sz="1400">
                <a:sym typeface="+mn-ea"/>
              </a:rPr>
              <a:t>领导提到的</a:t>
            </a:r>
            <a:r>
              <a:rPr lang="en-US" altLang="zh-CN" sz="1400">
                <a:sym typeface="+mn-ea"/>
              </a:rPr>
              <a:t>“</a:t>
            </a:r>
            <a:r>
              <a:rPr lang="zh-CN" altLang="en-US" sz="1400">
                <a:sym typeface="+mn-ea"/>
              </a:rPr>
              <a:t>体系化</a:t>
            </a:r>
            <a:r>
              <a:rPr lang="en-US" altLang="zh-CN" sz="1400">
                <a:sym typeface="+mn-ea"/>
              </a:rPr>
              <a:t>”</a:t>
            </a:r>
            <a:r>
              <a:rPr lang="zh-CN" altLang="en-US" sz="1400">
                <a:sym typeface="+mn-ea"/>
              </a:rPr>
              <a:t>，正包含了对这种标准化、规范化能力的期待。交付管理团队丰富的实践经验，是建立这套体系最宝贵的财富</a:t>
            </a:r>
            <a:r>
              <a:rPr lang="en-US" altLang="zh-CN" sz="1400">
                <a:sym typeface="+mn-ea"/>
              </a:rPr>
              <a:t>。</a:t>
            </a:r>
            <a:endParaRPr lang="en-US" altLang="zh-CN" sz="1400">
              <a:sym typeface="+mn-ea"/>
            </a:endParaRPr>
          </a:p>
        </p:txBody>
      </p:sp>
      <p:sp>
        <p:nvSpPr>
          <p:cNvPr id="18" name="序号"/>
          <p:cNvSpPr txBox="1"/>
          <p:nvPr/>
        </p:nvSpPr>
        <p:spPr>
          <a:xfrm>
            <a:off x="4914900" y="4300855"/>
            <a:ext cx="6757670" cy="399415"/>
          </a:xfrm>
          <a:prstGeom prst="rect">
            <a:avLst/>
          </a:prstGeom>
          <a:gradFill>
            <a:gsLst>
              <a:gs pos="99000">
                <a:srgbClr val="BA6DBE"/>
              </a:gs>
              <a:gs pos="0">
                <a:srgbClr val="47BA9B"/>
              </a:gs>
            </a:gsLst>
            <a:lin ang="6600000" scaled="0"/>
          </a:gradFill>
        </p:spPr>
        <p:txBody>
          <a:bodyPr wrap="none" lIns="0" tIns="0" rIns="0" bIns="0" rtlCol="0" anchor="ctr" anchorCtr="0">
            <a:noAutofit/>
          </a:bodyPr>
          <a:lstStyle/>
          <a:p>
            <a:pPr algn="ctr"/>
            <a:r>
              <a:rPr lang="zh-CN" altLang="en-US" b="1">
                <a:solidFill>
                  <a:schemeClr val="bg1"/>
                </a:solidFill>
                <a:effectLst/>
                <a:latin typeface="+mn-ea"/>
                <a:cs typeface="+mn-ea"/>
                <a:sym typeface="+mn-ea"/>
              </a:rPr>
              <a:t>向外，成为</a:t>
            </a:r>
            <a:r>
              <a:rPr lang="en-US" altLang="zh-CN" b="1">
                <a:solidFill>
                  <a:schemeClr val="bg1"/>
                </a:solidFill>
                <a:effectLst/>
                <a:latin typeface="+mn-ea"/>
                <a:cs typeface="+mn-ea"/>
                <a:sym typeface="+mn-ea"/>
              </a:rPr>
              <a:t>“</a:t>
            </a:r>
            <a:r>
              <a:rPr lang="zh-CN" altLang="en-US" b="1">
                <a:solidFill>
                  <a:schemeClr val="bg1"/>
                </a:solidFill>
                <a:effectLst/>
                <a:latin typeface="+mn-ea"/>
                <a:cs typeface="+mn-ea"/>
                <a:sym typeface="+mn-ea"/>
              </a:rPr>
              <a:t>质量与效率的</a:t>
            </a:r>
            <a:r>
              <a:rPr lang="zh-CN" altLang="en-US" b="1">
                <a:solidFill>
                  <a:schemeClr val="bg1"/>
                </a:solidFill>
                <a:effectLst/>
                <a:latin typeface="+mn-ea"/>
                <a:cs typeface="+mn-ea"/>
                <a:sym typeface="+mn-ea"/>
              </a:rPr>
              <a:t>守护者</a:t>
            </a:r>
            <a:r>
              <a:rPr lang="en-US" altLang="zh-CN" b="1">
                <a:solidFill>
                  <a:schemeClr val="bg1"/>
                </a:solidFill>
                <a:effectLst/>
                <a:latin typeface="+mn-ea"/>
                <a:cs typeface="+mn-ea"/>
                <a:sym typeface="+mn-ea"/>
              </a:rPr>
              <a:t>”</a:t>
            </a:r>
            <a:endParaRPr lang="en-US" altLang="zh-CN" b="1">
              <a:solidFill>
                <a:schemeClr val="bg1"/>
              </a:solidFill>
              <a:effectLst/>
              <a:latin typeface="+mn-ea"/>
              <a:cs typeface="+mn-ea"/>
              <a:sym typeface="+mn-ea"/>
            </a:endParaRPr>
          </a:p>
        </p:txBody>
      </p:sp>
      <p:sp>
        <p:nvSpPr>
          <p:cNvPr id="21" name="文本框 20"/>
          <p:cNvSpPr txBox="1"/>
          <p:nvPr/>
        </p:nvSpPr>
        <p:spPr>
          <a:xfrm>
            <a:off x="595630" y="3041015"/>
            <a:ext cx="3775075" cy="640080"/>
          </a:xfrm>
          <a:prstGeom prst="rect">
            <a:avLst/>
          </a:prstGeom>
          <a:noFill/>
        </p:spPr>
        <p:txBody>
          <a:bodyPr wrap="square" lIns="0" tIns="0" rIns="0" bIns="0" rtlCol="0">
            <a:noAutofit/>
          </a:bodyPr>
          <a:lstStyle/>
          <a:p>
            <a:pPr indent="0" algn="ctr" fontAlgn="auto">
              <a:lnSpc>
                <a:spcPct val="140000"/>
              </a:lnSpc>
            </a:pPr>
            <a:r>
              <a:rPr lang="zh-CN" altLang="en-US" sz="1400">
                <a:sym typeface="+mn-ea"/>
              </a:rPr>
              <a:t>随着标准化、组件化的推进和</a:t>
            </a:r>
            <a:r>
              <a:rPr lang="en-US" altLang="zh-CN" sz="1400">
                <a:sym typeface="+mn-ea"/>
              </a:rPr>
              <a:t>AI</a:t>
            </a:r>
            <a:r>
              <a:rPr lang="zh-CN" altLang="en-US" sz="1400">
                <a:sym typeface="+mn-ea"/>
              </a:rPr>
              <a:t>辅助编程的普及，纯粹的</a:t>
            </a:r>
            <a:r>
              <a:rPr lang="en-US" altLang="zh-CN" sz="1400">
                <a:sym typeface="+mn-ea"/>
              </a:rPr>
              <a:t>“</a:t>
            </a:r>
            <a:r>
              <a:rPr lang="zh-CN" altLang="en-US" sz="1400">
                <a:sym typeface="+mn-ea"/>
              </a:rPr>
              <a:t>编码</a:t>
            </a:r>
            <a:r>
              <a:rPr lang="en-US" altLang="zh-CN" sz="1400">
                <a:sym typeface="+mn-ea"/>
              </a:rPr>
              <a:t>”</a:t>
            </a:r>
            <a:r>
              <a:rPr lang="zh-CN" altLang="en-US" sz="1400">
                <a:sym typeface="+mn-ea"/>
              </a:rPr>
              <a:t>价值会逐渐降低。未来的交付管理者必须向价值链的两端延伸</a:t>
            </a:r>
            <a:r>
              <a:rPr lang="en-US" altLang="zh-CN" sz="1400">
                <a:sym typeface="+mn-ea"/>
              </a:rPr>
              <a:t>。</a:t>
            </a:r>
            <a:endParaRPr lang="en-US" altLang="zh-CN" sz="1400" kern="0" dirty="0">
              <a:ln>
                <a:noFill/>
                <a:prstDash val="sysDot"/>
              </a:ln>
              <a:solidFill>
                <a:schemeClr val="tx1">
                  <a:lumMod val="85000"/>
                  <a:lumOff val="15000"/>
                </a:schemeClr>
              </a:solidFill>
              <a:latin typeface="+mn-ea"/>
              <a:sym typeface="+mn-ea"/>
            </a:endParaRPr>
          </a:p>
        </p:txBody>
      </p:sp>
      <p:sp>
        <p:nvSpPr>
          <p:cNvPr id="22" name="序号"/>
          <p:cNvSpPr txBox="1"/>
          <p:nvPr/>
        </p:nvSpPr>
        <p:spPr>
          <a:xfrm>
            <a:off x="1134110" y="2596515"/>
            <a:ext cx="2751455" cy="360680"/>
          </a:xfrm>
          <a:prstGeom prst="rect">
            <a:avLst/>
          </a:prstGeom>
          <a:noFill/>
        </p:spPr>
        <p:txBody>
          <a:bodyPr wrap="none" lIns="0" tIns="0" rIns="0" bIns="0" rtlCol="0" anchor="b" anchorCtr="0">
            <a:noAutofit/>
          </a:bodyPr>
          <a:lstStyle/>
          <a:p>
            <a:pPr algn="ctr"/>
            <a:r>
              <a:rPr lang="zh-CN" altLang="en-US" b="1">
                <a:solidFill>
                  <a:schemeClr val="accent1"/>
                </a:solidFill>
                <a:effectLst/>
                <a:latin typeface="+mn-ea"/>
                <a:cs typeface="+mn-ea"/>
              </a:rPr>
              <a:t>未来角色与发展</a:t>
            </a:r>
            <a:r>
              <a:rPr lang="zh-CN" altLang="en-US" b="1">
                <a:solidFill>
                  <a:schemeClr val="accent1"/>
                </a:solidFill>
                <a:effectLst/>
                <a:latin typeface="+mn-ea"/>
                <a:cs typeface="+mn-ea"/>
              </a:rPr>
              <a:t>目标</a:t>
            </a:r>
            <a:endParaRPr lang="zh-CN" altLang="en-US" b="1">
              <a:solidFill>
                <a:schemeClr val="accent1"/>
              </a:solidFill>
              <a:effectLst/>
              <a:latin typeface="+mn-ea"/>
              <a:cs typeface="+mn-ea"/>
            </a:endParaRPr>
          </a:p>
        </p:txBody>
      </p:sp>
      <p:sp>
        <p:nvSpPr>
          <p:cNvPr id="33" name="燕尾形箭头 32"/>
          <p:cNvSpPr/>
          <p:nvPr/>
        </p:nvSpPr>
        <p:spPr>
          <a:xfrm rot="16200000">
            <a:off x="2230120" y="3989070"/>
            <a:ext cx="506095" cy="447675"/>
          </a:xfrm>
          <a:prstGeom prst="notchedRightArrow">
            <a:avLst/>
          </a:prstGeom>
        </p:spPr>
        <p:style>
          <a:lnRef idx="2">
            <a:schemeClr val="accent1"/>
          </a:lnRef>
          <a:fillRef idx="2">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 name="任意多边形: 形状 46"/>
          <p:cNvSpPr/>
          <p:nvPr>
            <p:custDataLst>
              <p:tags r:id="rId1"/>
            </p:custDataLst>
          </p:nvPr>
        </p:nvSpPr>
        <p:spPr>
          <a:xfrm rot="16200000">
            <a:off x="81915" y="1485900"/>
            <a:ext cx="4627245" cy="5176520"/>
          </a:xfrm>
          <a:custGeom>
            <a:avLst/>
            <a:gdLst>
              <a:gd name="connsiteX0" fmla="*/ 6267450 w 6267450"/>
              <a:gd name="connsiteY0" fmla="*/ 3438716 h 3438715"/>
              <a:gd name="connsiteX1" fmla="*/ 0 w 6267450"/>
              <a:gd name="connsiteY1" fmla="*/ 2490883 h 3438715"/>
              <a:gd name="connsiteX2" fmla="*/ 0 w 6267450"/>
              <a:gd name="connsiteY2" fmla="*/ 947833 h 3438715"/>
              <a:gd name="connsiteX3" fmla="*/ 6267450 w 6267450"/>
              <a:gd name="connsiteY3" fmla="*/ 0 h 3438715"/>
              <a:gd name="connsiteX4" fmla="*/ 6267450 w 6267450"/>
              <a:gd name="connsiteY4" fmla="*/ 3438716 h 3438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0" h="9278">
                <a:moveTo>
                  <a:pt x="16410" y="0"/>
                </a:moveTo>
                <a:lnTo>
                  <a:pt x="16410" y="9278"/>
                </a:lnTo>
                <a:lnTo>
                  <a:pt x="0" y="6892"/>
                </a:lnTo>
                <a:lnTo>
                  <a:pt x="0" y="2386"/>
                </a:lnTo>
                <a:lnTo>
                  <a:pt x="16410" y="0"/>
                </a:lnTo>
                <a:close/>
              </a:path>
            </a:pathLst>
          </a:custGeom>
          <a:gradFill flip="none">
            <a:gsLst>
              <a:gs pos="0">
                <a:schemeClr val="accent1">
                  <a:lumMod val="60000"/>
                  <a:lumOff val="40000"/>
                  <a:alpha val="20000"/>
                </a:schemeClr>
              </a:gs>
              <a:gs pos="75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cs typeface="微软雅黑" panose="020B0503020204020204" pitchFamily="34" charset="-122"/>
              <a:sym typeface="+mn-ea"/>
            </a:endParaRPr>
          </a:p>
        </p:txBody>
      </p:sp>
      <p:sp>
        <p:nvSpPr>
          <p:cNvPr id="20" name="矩形 19"/>
          <p:cNvSpPr/>
          <p:nvPr/>
        </p:nvSpPr>
        <p:spPr>
          <a:xfrm>
            <a:off x="4914900" y="5512435"/>
            <a:ext cx="6770370" cy="640715"/>
          </a:xfrm>
          <a:prstGeom prst="rect">
            <a:avLst/>
          </a:prstGeom>
          <a:solidFill>
            <a:schemeClr val="accent4">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矩形 18"/>
          <p:cNvSpPr/>
          <p:nvPr/>
        </p:nvSpPr>
        <p:spPr>
          <a:xfrm>
            <a:off x="4887595" y="3226435"/>
            <a:ext cx="6770370" cy="771525"/>
          </a:xfrm>
          <a:prstGeom prst="rect">
            <a:avLst/>
          </a:prstGeom>
          <a:solidFill>
            <a:schemeClr val="accent4">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 </a:t>
            </a:r>
            <a:r>
              <a:rPr kumimoji="1" lang="zh-CN" altLang="en-US" sz="2000" b="1" dirty="0">
                <a:latin typeface="STZhongsong" panose="02010600040101010101" pitchFamily="2" charset="-122"/>
                <a:ea typeface="STZhongsong" panose="02010600040101010101" pitchFamily="2" charset="-122"/>
                <a:sym typeface="+mn-ea"/>
              </a:rPr>
              <a:t>我们需要什么样的</a:t>
            </a:r>
            <a:r>
              <a:rPr kumimoji="1" lang="zh-CN" altLang="en-US" sz="2000" b="1" dirty="0">
                <a:latin typeface="STZhongsong" panose="02010600040101010101" pitchFamily="2" charset="-122"/>
                <a:ea typeface="STZhongsong" panose="02010600040101010101" pitchFamily="2" charset="-122"/>
                <a:sym typeface="+mn-ea"/>
              </a:rPr>
              <a:t>业务管理人才</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
        <p:nvSpPr>
          <p:cNvPr id="4" name="文本框 3"/>
          <p:cNvSpPr txBox="1"/>
          <p:nvPr/>
        </p:nvSpPr>
        <p:spPr>
          <a:xfrm>
            <a:off x="404495" y="929640"/>
            <a:ext cx="11303635" cy="830580"/>
          </a:xfrm>
          <a:prstGeom prst="rect">
            <a:avLst/>
          </a:prstGeom>
          <a:noFill/>
        </p:spPr>
        <p:txBody>
          <a:bodyPr wrap="square" rtlCol="0" anchor="ctr" anchorCtr="0">
            <a:noAutofit/>
          </a:bodyPr>
          <a:p>
            <a:pPr algn="l"/>
            <a:r>
              <a:rPr kumimoji="1" lang="zh-CN" altLang="en-US" sz="2400" b="1" dirty="0">
                <a:latin typeface="STZhongsong" panose="02010600040101010101" pitchFamily="2" charset="-122"/>
                <a:ea typeface="STZhongsong" panose="02010600040101010101" pitchFamily="2" charset="-122"/>
                <a:sym typeface="+mn-ea"/>
              </a:rPr>
              <a:t>从</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需求翻译官</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到</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业务流程架构师</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与</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价值发现者</a:t>
            </a:r>
            <a:r>
              <a:rPr kumimoji="1" lang="en-US" altLang="zh-CN" sz="2400" b="1" dirty="0">
                <a:latin typeface="STZhongsong" panose="02010600040101010101" pitchFamily="2" charset="-122"/>
                <a:ea typeface="STZhongsong" panose="02010600040101010101" pitchFamily="2" charset="-122"/>
                <a:sym typeface="+mn-ea"/>
              </a:rPr>
              <a:t>”</a:t>
            </a:r>
            <a:endParaRPr kumimoji="1" lang="en-US" altLang="zh-CN" sz="2400" b="1" dirty="0">
              <a:latin typeface="STZhongsong" panose="02010600040101010101" pitchFamily="2" charset="-122"/>
              <a:ea typeface="STZhongsong" panose="02010600040101010101" pitchFamily="2" charset="-122"/>
              <a:sym typeface="+mn-ea"/>
            </a:endParaRPr>
          </a:p>
        </p:txBody>
      </p:sp>
      <p:cxnSp>
        <p:nvCxnSpPr>
          <p:cNvPr id="25" name="直接箭头连接符 24"/>
          <p:cNvCxnSpPr/>
          <p:nvPr/>
        </p:nvCxnSpPr>
        <p:spPr>
          <a:xfrm flipV="1">
            <a:off x="4872355" y="2596516"/>
            <a:ext cx="0" cy="1527175"/>
          </a:xfrm>
          <a:prstGeom prst="straightConnector1">
            <a:avLst/>
          </a:prstGeom>
          <a:ln w="19050">
            <a:gradFill>
              <a:gsLst>
                <a:gs pos="100000">
                  <a:schemeClr val="accent2">
                    <a:alpha val="0"/>
                  </a:schemeClr>
                </a:gs>
                <a:gs pos="0">
                  <a:schemeClr val="accent2">
                    <a:alpha val="57000"/>
                  </a:schemeClr>
                </a:gs>
              </a:gsLst>
              <a:lin ang="16200000" scaled="1"/>
            </a:gradFill>
            <a:tailEnd type="oval"/>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V="1">
            <a:off x="4900295" y="3717291"/>
            <a:ext cx="0" cy="1134110"/>
          </a:xfrm>
          <a:prstGeom prst="straightConnector1">
            <a:avLst/>
          </a:prstGeom>
          <a:ln w="19050">
            <a:gradFill>
              <a:gsLst>
                <a:gs pos="100000">
                  <a:schemeClr val="accent1">
                    <a:alpha val="0"/>
                  </a:schemeClr>
                </a:gs>
                <a:gs pos="0">
                  <a:schemeClr val="accent1">
                    <a:alpha val="57000"/>
                  </a:schemeClr>
                </a:gs>
              </a:gsLst>
              <a:lin ang="54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61" name="序号"/>
          <p:cNvSpPr txBox="1"/>
          <p:nvPr/>
        </p:nvSpPr>
        <p:spPr>
          <a:xfrm>
            <a:off x="4872355" y="2045335"/>
            <a:ext cx="6757670" cy="399415"/>
          </a:xfrm>
          <a:prstGeom prst="rect">
            <a:avLst/>
          </a:prstGeom>
          <a:gradFill>
            <a:gsLst>
              <a:gs pos="99000">
                <a:srgbClr val="BA6DBE"/>
              </a:gs>
              <a:gs pos="0">
                <a:srgbClr val="47BA9B"/>
              </a:gs>
            </a:gsLst>
            <a:lin ang="6600000" scaled="0"/>
          </a:gradFill>
        </p:spPr>
        <p:txBody>
          <a:bodyPr wrap="none" lIns="0" tIns="0" rIns="0" bIns="0" rtlCol="0" anchor="ctr" anchorCtr="0">
            <a:noAutofit/>
          </a:bodyPr>
          <a:lstStyle/>
          <a:p>
            <a:pPr algn="ctr"/>
            <a:r>
              <a:rPr lang="zh-CN" altLang="en-US" b="1">
                <a:solidFill>
                  <a:schemeClr val="bg1"/>
                </a:solidFill>
                <a:effectLst/>
                <a:latin typeface="+mn-ea"/>
                <a:cs typeface="+mn-ea"/>
                <a:sym typeface="+mn-ea"/>
              </a:rPr>
              <a:t>向深，成为</a:t>
            </a:r>
            <a:r>
              <a:rPr lang="en-US" altLang="zh-CN" b="1">
                <a:solidFill>
                  <a:schemeClr val="bg1"/>
                </a:solidFill>
                <a:effectLst/>
                <a:latin typeface="+mn-ea"/>
                <a:cs typeface="+mn-ea"/>
                <a:sym typeface="+mn-ea"/>
              </a:rPr>
              <a:t>“</a:t>
            </a:r>
            <a:r>
              <a:rPr lang="zh-CN" altLang="en-US" b="1">
                <a:solidFill>
                  <a:schemeClr val="bg1"/>
                </a:solidFill>
                <a:effectLst/>
                <a:latin typeface="+mn-ea"/>
                <a:cs typeface="+mn-ea"/>
                <a:sym typeface="+mn-ea"/>
              </a:rPr>
              <a:t>业务流程架构师”</a:t>
            </a:r>
            <a:endParaRPr lang="zh-CN" altLang="en-US" b="1">
              <a:solidFill>
                <a:schemeClr val="bg1"/>
              </a:solidFill>
              <a:effectLst/>
              <a:latin typeface="+mn-ea"/>
              <a:cs typeface="+mn-ea"/>
              <a:sym typeface="+mn-ea"/>
            </a:endParaRPr>
          </a:p>
        </p:txBody>
      </p:sp>
      <p:sp>
        <p:nvSpPr>
          <p:cNvPr id="62" name="文本框 61"/>
          <p:cNvSpPr txBox="1"/>
          <p:nvPr/>
        </p:nvSpPr>
        <p:spPr>
          <a:xfrm>
            <a:off x="1022350" y="4962525"/>
            <a:ext cx="2863215" cy="640080"/>
          </a:xfrm>
          <a:prstGeom prst="rect">
            <a:avLst/>
          </a:prstGeom>
          <a:noFill/>
        </p:spPr>
        <p:txBody>
          <a:bodyPr wrap="square" lIns="0" tIns="0" rIns="0" bIns="0" rtlCol="0">
            <a:noAutofit/>
          </a:bodyPr>
          <a:lstStyle/>
          <a:p>
            <a:pPr indent="0" algn="ctr" fontAlgn="auto">
              <a:lnSpc>
                <a:spcPct val="140000"/>
              </a:lnSpc>
            </a:pPr>
            <a:r>
              <a:rPr lang="zh-CN" altLang="en-US" sz="1400">
                <a:sym typeface="+mn-ea"/>
              </a:rPr>
              <a:t>主要负责常态化的、未立项需求的管理和业务支持，是</a:t>
            </a:r>
            <a:r>
              <a:rPr lang="en-US" altLang="zh-CN" sz="1400">
                <a:sym typeface="+mn-ea"/>
              </a:rPr>
              <a:t>“</a:t>
            </a:r>
            <a:r>
              <a:rPr lang="zh-CN" altLang="en-US" sz="1400">
                <a:sym typeface="+mn-ea"/>
              </a:rPr>
              <a:t>铁三角</a:t>
            </a:r>
            <a:r>
              <a:rPr lang="en-US" altLang="zh-CN" sz="1400">
                <a:sym typeface="+mn-ea"/>
              </a:rPr>
              <a:t>”</a:t>
            </a:r>
            <a:r>
              <a:rPr lang="zh-CN" altLang="en-US" sz="1400">
                <a:sym typeface="+mn-ea"/>
              </a:rPr>
              <a:t>中深入业务前线的</a:t>
            </a:r>
            <a:r>
              <a:rPr lang="en-US" altLang="zh-CN" sz="1400">
                <a:sym typeface="+mn-ea"/>
              </a:rPr>
              <a:t>“</a:t>
            </a:r>
            <a:r>
              <a:rPr lang="zh-CN" altLang="en-US" sz="1400">
                <a:sym typeface="+mn-ea"/>
              </a:rPr>
              <a:t>侦察兵</a:t>
            </a:r>
            <a:r>
              <a:rPr lang="en-US" altLang="zh-CN" sz="1400">
                <a:sym typeface="+mn-ea"/>
              </a:rPr>
              <a:t>”</a:t>
            </a:r>
            <a:r>
              <a:rPr lang="zh-CN" altLang="en-US" sz="1400">
                <a:sym typeface="+mn-ea"/>
              </a:rPr>
              <a:t>。他们是业务的伙伴，是需求的翻译官</a:t>
            </a:r>
            <a:r>
              <a:rPr lang="en-US" altLang="zh-CN" sz="1400">
                <a:sym typeface="+mn-ea"/>
              </a:rPr>
              <a:t>。</a:t>
            </a:r>
            <a:endParaRPr lang="en-US" altLang="zh-CN" sz="1400" kern="0" dirty="0">
              <a:ln>
                <a:noFill/>
                <a:prstDash val="sysDot"/>
              </a:ln>
              <a:solidFill>
                <a:schemeClr val="tx1">
                  <a:lumMod val="85000"/>
                  <a:lumOff val="15000"/>
                </a:schemeClr>
              </a:solidFill>
              <a:latin typeface="+mn-ea"/>
              <a:sym typeface="+mn-ea"/>
            </a:endParaRPr>
          </a:p>
        </p:txBody>
      </p:sp>
      <p:sp>
        <p:nvSpPr>
          <p:cNvPr id="63" name="序号"/>
          <p:cNvSpPr txBox="1"/>
          <p:nvPr/>
        </p:nvSpPr>
        <p:spPr>
          <a:xfrm>
            <a:off x="1689735" y="4578985"/>
            <a:ext cx="1586230" cy="360680"/>
          </a:xfrm>
          <a:prstGeom prst="rect">
            <a:avLst/>
          </a:prstGeom>
          <a:noFill/>
        </p:spPr>
        <p:txBody>
          <a:bodyPr wrap="none" lIns="0" tIns="0" rIns="0" bIns="0" rtlCol="0" anchor="b" anchorCtr="0">
            <a:noAutofit/>
          </a:bodyPr>
          <a:lstStyle/>
          <a:p>
            <a:pPr algn="ctr"/>
            <a:r>
              <a:rPr lang="zh-CN" altLang="en-US" b="1">
                <a:solidFill>
                  <a:schemeClr val="accent1"/>
                </a:solidFill>
                <a:effectLst/>
                <a:latin typeface="+mn-ea"/>
                <a:cs typeface="+mn-ea"/>
              </a:rPr>
              <a:t>当前角色</a:t>
            </a:r>
            <a:endParaRPr lang="zh-CN" altLang="en-US" b="1">
              <a:solidFill>
                <a:schemeClr val="accent1"/>
              </a:solidFill>
              <a:effectLst/>
              <a:latin typeface="+mn-ea"/>
              <a:cs typeface="+mn-ea"/>
            </a:endParaRPr>
          </a:p>
        </p:txBody>
      </p:sp>
      <p:sp>
        <p:nvSpPr>
          <p:cNvPr id="13" name="文本框 12"/>
          <p:cNvSpPr txBox="1"/>
          <p:nvPr/>
        </p:nvSpPr>
        <p:spPr>
          <a:xfrm>
            <a:off x="4900295" y="2496820"/>
            <a:ext cx="6731000" cy="737235"/>
          </a:xfrm>
          <a:prstGeom prst="rect">
            <a:avLst/>
          </a:prstGeom>
          <a:noFill/>
        </p:spPr>
        <p:txBody>
          <a:bodyPr wrap="square" rtlCol="0">
            <a:spAutoFit/>
          </a:bodyPr>
          <a:p>
            <a:r>
              <a:rPr lang="en-US" altLang="zh-CN" sz="1400">
                <a:sym typeface="+mn-ea"/>
              </a:rPr>
              <a:t>角色描述：不再是处理单个需求点，而是要能够</a:t>
            </a:r>
            <a:r>
              <a:rPr lang="en-US" altLang="zh-CN" sz="1400">
                <a:solidFill>
                  <a:srgbClr val="FF0000"/>
                </a:solidFill>
                <a:sym typeface="+mn-ea"/>
              </a:rPr>
              <a:t>系统性地梳理、诊断并影响业务流程的重塑</a:t>
            </a:r>
            <a:r>
              <a:rPr lang="zh-CN" altLang="en-US" sz="1400">
                <a:sym typeface="+mn-ea"/>
              </a:rPr>
              <a:t>。他们需要结合</a:t>
            </a:r>
            <a:r>
              <a:rPr lang="en-US" altLang="zh-CN" sz="1400">
                <a:sym typeface="+mn-ea"/>
              </a:rPr>
              <a:t>IT</a:t>
            </a:r>
            <a:r>
              <a:rPr lang="zh-CN" altLang="en-US" sz="1400">
                <a:sym typeface="+mn-ea"/>
              </a:rPr>
              <a:t>技术和业务知识，设计出更高效、更智能的未来业务蓝图</a:t>
            </a:r>
            <a:r>
              <a:rPr lang="zh-CN" altLang="en-US" sz="1400">
                <a:sym typeface="+mn-ea"/>
              </a:rPr>
              <a:t>。</a:t>
            </a:r>
            <a:endParaRPr lang="zh-CN" altLang="en-US" sz="1400">
              <a:sym typeface="+mn-ea"/>
            </a:endParaRPr>
          </a:p>
        </p:txBody>
      </p:sp>
      <p:sp>
        <p:nvSpPr>
          <p:cNvPr id="14" name="文本框 13"/>
          <p:cNvSpPr txBox="1"/>
          <p:nvPr/>
        </p:nvSpPr>
        <p:spPr>
          <a:xfrm>
            <a:off x="4900295" y="3222625"/>
            <a:ext cx="6775450" cy="737235"/>
          </a:xfrm>
          <a:prstGeom prst="rect">
            <a:avLst/>
          </a:prstGeom>
          <a:noFill/>
        </p:spPr>
        <p:txBody>
          <a:bodyPr wrap="square" rtlCol="0">
            <a:spAutoFit/>
          </a:bodyPr>
          <a:p>
            <a:r>
              <a:rPr lang="zh-CN" altLang="en-US" sz="1400">
                <a:sym typeface="+mn-ea"/>
              </a:rPr>
              <a:t>访谈印证：</a:t>
            </a:r>
            <a:r>
              <a:rPr lang="en-US" altLang="zh-CN" sz="1400">
                <a:sym typeface="+mn-ea"/>
              </a:rPr>
              <a:t>FQ</a:t>
            </a:r>
            <a:r>
              <a:rPr lang="zh-CN" altLang="en-US" sz="1400">
                <a:sym typeface="+mn-ea"/>
              </a:rPr>
              <a:t>在推动</a:t>
            </a:r>
            <a:r>
              <a:rPr lang="en-US" altLang="zh-CN" sz="1400">
                <a:sym typeface="+mn-ea"/>
              </a:rPr>
              <a:t>“</a:t>
            </a:r>
            <a:r>
              <a:rPr lang="zh-CN" altLang="en-US" sz="1400">
                <a:sym typeface="+mn-ea"/>
              </a:rPr>
              <a:t>大协同</a:t>
            </a:r>
            <a:r>
              <a:rPr lang="en-US" altLang="zh-CN" sz="1400">
                <a:sym typeface="+mn-ea"/>
              </a:rPr>
              <a:t>”</a:t>
            </a:r>
            <a:r>
              <a:rPr lang="zh-CN" altLang="en-US" sz="1400">
                <a:sym typeface="+mn-ea"/>
              </a:rPr>
              <a:t>时遇到的困难，恰恰说明了这项工作的价值和挑战。</a:t>
            </a:r>
            <a:r>
              <a:rPr lang="en-US" altLang="zh-CN" sz="1400">
                <a:sym typeface="+mn-ea"/>
              </a:rPr>
              <a:t>LCX</a:t>
            </a:r>
            <a:r>
              <a:rPr lang="zh-CN" altLang="en-US" sz="1400">
                <a:sym typeface="+mn-ea"/>
              </a:rPr>
              <a:t>作为应用架构师，其工作内容已经包含了大量业务流程顶层设计的思考。这正是业务管理岗位的核心进阶方向</a:t>
            </a:r>
            <a:r>
              <a:rPr lang="zh-CN" altLang="en-US" sz="1400">
                <a:sym typeface="+mn-ea"/>
              </a:rPr>
              <a:t>。</a:t>
            </a:r>
            <a:endParaRPr lang="zh-CN" altLang="en-US" sz="1400">
              <a:sym typeface="+mn-ea"/>
            </a:endParaRPr>
          </a:p>
        </p:txBody>
      </p:sp>
      <p:sp>
        <p:nvSpPr>
          <p:cNvPr id="16" name="文本框 15"/>
          <p:cNvSpPr txBox="1"/>
          <p:nvPr/>
        </p:nvSpPr>
        <p:spPr>
          <a:xfrm>
            <a:off x="4872355" y="4751705"/>
            <a:ext cx="6731000" cy="737235"/>
          </a:xfrm>
          <a:prstGeom prst="rect">
            <a:avLst/>
          </a:prstGeom>
          <a:noFill/>
        </p:spPr>
        <p:txBody>
          <a:bodyPr wrap="square" rtlCol="0">
            <a:spAutoFit/>
          </a:bodyPr>
          <a:p>
            <a:r>
              <a:rPr lang="zh-CN" altLang="en-US" sz="1400">
                <a:sym typeface="+mn-ea"/>
              </a:rPr>
              <a:t>角色描述：他们的核心产出不再仅仅是满足一个需求，而是要能够通过数据分析，主动地</a:t>
            </a:r>
            <a:r>
              <a:rPr lang="zh-CN" altLang="en-US" sz="1400">
                <a:solidFill>
                  <a:srgbClr val="FF0000"/>
                </a:solidFill>
                <a:sym typeface="+mn-ea"/>
              </a:rPr>
              <a:t>为业务发现新的增长点和优化点</a:t>
            </a:r>
            <a:r>
              <a:rPr lang="zh-CN" altLang="en-US" sz="1400">
                <a:sym typeface="+mn-ea"/>
              </a:rPr>
              <a:t>。他们需要成为</a:t>
            </a:r>
            <a:r>
              <a:rPr lang="en-US" altLang="zh-CN" sz="1400">
                <a:sym typeface="+mn-ea"/>
              </a:rPr>
              <a:t>“</a:t>
            </a:r>
            <a:r>
              <a:rPr lang="zh-CN" altLang="en-US" sz="1400">
                <a:sym typeface="+mn-ea"/>
              </a:rPr>
              <a:t>用数据说话</a:t>
            </a:r>
            <a:r>
              <a:rPr lang="en-US" altLang="zh-CN" sz="1400">
                <a:sym typeface="+mn-ea"/>
              </a:rPr>
              <a:t>”</a:t>
            </a:r>
            <a:r>
              <a:rPr lang="zh-CN" altLang="en-US" sz="1400">
                <a:sym typeface="+mn-ea"/>
              </a:rPr>
              <a:t>的专家，将</a:t>
            </a:r>
            <a:r>
              <a:rPr lang="en-US" altLang="zh-CN" sz="1400">
                <a:sym typeface="+mn-ea"/>
              </a:rPr>
              <a:t>IT</a:t>
            </a:r>
            <a:r>
              <a:rPr lang="zh-CN" altLang="en-US" sz="1400">
                <a:sym typeface="+mn-ea"/>
              </a:rPr>
              <a:t>从成本中心转变为价值创造中心</a:t>
            </a:r>
            <a:r>
              <a:rPr lang="en-US" altLang="zh-CN" sz="1400">
                <a:sym typeface="+mn-ea"/>
              </a:rPr>
              <a:t>。</a:t>
            </a:r>
            <a:endParaRPr lang="en-US" altLang="zh-CN" sz="1400">
              <a:sym typeface="+mn-ea"/>
            </a:endParaRPr>
          </a:p>
        </p:txBody>
      </p:sp>
      <p:sp>
        <p:nvSpPr>
          <p:cNvPr id="17" name="文本框 16"/>
          <p:cNvSpPr txBox="1"/>
          <p:nvPr/>
        </p:nvSpPr>
        <p:spPr>
          <a:xfrm>
            <a:off x="4886325" y="5516880"/>
            <a:ext cx="6731000" cy="521970"/>
          </a:xfrm>
          <a:prstGeom prst="rect">
            <a:avLst/>
          </a:prstGeom>
          <a:noFill/>
        </p:spPr>
        <p:txBody>
          <a:bodyPr wrap="square" rtlCol="0">
            <a:spAutoFit/>
          </a:bodyPr>
          <a:p>
            <a:r>
              <a:rPr lang="zh-CN" altLang="en-US" sz="1400">
                <a:sym typeface="+mn-ea"/>
              </a:rPr>
              <a:t>全员共识：这是所有三个岗位在访谈中共同提及的最强烈的未来发展愿望。业务管理岗位由于其最贴近业务，天然地最适合扮演这个</a:t>
            </a:r>
            <a:r>
              <a:rPr lang="en-US" altLang="zh-CN" sz="1400">
                <a:sym typeface="+mn-ea"/>
              </a:rPr>
              <a:t>“</a:t>
            </a:r>
            <a:r>
              <a:rPr lang="zh-CN" altLang="en-US" sz="1400">
                <a:sym typeface="+mn-ea"/>
              </a:rPr>
              <a:t>价值发现者</a:t>
            </a:r>
            <a:r>
              <a:rPr lang="en-US" altLang="zh-CN" sz="1400">
                <a:sym typeface="+mn-ea"/>
              </a:rPr>
              <a:t>”</a:t>
            </a:r>
            <a:r>
              <a:rPr lang="zh-CN" altLang="en-US" sz="1400">
                <a:sym typeface="+mn-ea"/>
              </a:rPr>
              <a:t>的角色</a:t>
            </a:r>
            <a:r>
              <a:rPr lang="en-US" altLang="zh-CN" sz="1400">
                <a:sym typeface="+mn-ea"/>
              </a:rPr>
              <a:t>。</a:t>
            </a:r>
            <a:endParaRPr lang="en-US" altLang="zh-CN" sz="1400">
              <a:sym typeface="+mn-ea"/>
            </a:endParaRPr>
          </a:p>
        </p:txBody>
      </p:sp>
      <p:sp>
        <p:nvSpPr>
          <p:cNvPr id="18" name="序号"/>
          <p:cNvSpPr txBox="1"/>
          <p:nvPr/>
        </p:nvSpPr>
        <p:spPr>
          <a:xfrm>
            <a:off x="4914900" y="4300855"/>
            <a:ext cx="6757670" cy="399415"/>
          </a:xfrm>
          <a:prstGeom prst="rect">
            <a:avLst/>
          </a:prstGeom>
          <a:gradFill>
            <a:gsLst>
              <a:gs pos="99000">
                <a:srgbClr val="BA6DBE"/>
              </a:gs>
              <a:gs pos="0">
                <a:srgbClr val="47BA9B"/>
              </a:gs>
            </a:gsLst>
            <a:lin ang="6600000" scaled="0"/>
          </a:gradFill>
        </p:spPr>
        <p:txBody>
          <a:bodyPr wrap="none" lIns="0" tIns="0" rIns="0" bIns="0" rtlCol="0" anchor="ctr" anchorCtr="0">
            <a:noAutofit/>
          </a:bodyPr>
          <a:lstStyle/>
          <a:p>
            <a:pPr algn="ctr"/>
            <a:r>
              <a:rPr lang="zh-CN" altLang="en-US" b="1">
                <a:solidFill>
                  <a:schemeClr val="bg1"/>
                </a:solidFill>
                <a:effectLst/>
                <a:latin typeface="+mn-ea"/>
                <a:cs typeface="+mn-ea"/>
                <a:sym typeface="+mn-ea"/>
              </a:rPr>
              <a:t>向高，成为</a:t>
            </a:r>
            <a:r>
              <a:rPr lang="en-US" altLang="zh-CN" b="1">
                <a:solidFill>
                  <a:schemeClr val="bg1"/>
                </a:solidFill>
                <a:effectLst/>
                <a:latin typeface="+mn-ea"/>
                <a:cs typeface="+mn-ea"/>
                <a:sym typeface="+mn-ea"/>
              </a:rPr>
              <a:t>“</a:t>
            </a:r>
            <a:r>
              <a:rPr lang="zh-CN" altLang="en-US" b="1">
                <a:solidFill>
                  <a:schemeClr val="bg1"/>
                </a:solidFill>
                <a:effectLst/>
                <a:latin typeface="+mn-ea"/>
                <a:cs typeface="+mn-ea"/>
                <a:sym typeface="+mn-ea"/>
              </a:rPr>
              <a:t>数据驱动的价值发现者</a:t>
            </a:r>
            <a:r>
              <a:rPr lang="en-US" altLang="zh-CN" b="1">
                <a:solidFill>
                  <a:schemeClr val="bg1"/>
                </a:solidFill>
                <a:effectLst/>
                <a:latin typeface="+mn-ea"/>
                <a:cs typeface="+mn-ea"/>
                <a:sym typeface="+mn-ea"/>
              </a:rPr>
              <a:t>”</a:t>
            </a:r>
            <a:endParaRPr lang="en-US" altLang="zh-CN" b="1">
              <a:solidFill>
                <a:schemeClr val="bg1"/>
              </a:solidFill>
              <a:effectLst/>
              <a:latin typeface="+mn-ea"/>
              <a:cs typeface="+mn-ea"/>
              <a:sym typeface="+mn-ea"/>
            </a:endParaRPr>
          </a:p>
        </p:txBody>
      </p:sp>
      <p:sp>
        <p:nvSpPr>
          <p:cNvPr id="21" name="文本框 20"/>
          <p:cNvSpPr txBox="1"/>
          <p:nvPr/>
        </p:nvSpPr>
        <p:spPr>
          <a:xfrm>
            <a:off x="595630" y="3041015"/>
            <a:ext cx="3775075" cy="640080"/>
          </a:xfrm>
          <a:prstGeom prst="rect">
            <a:avLst/>
          </a:prstGeom>
          <a:noFill/>
        </p:spPr>
        <p:txBody>
          <a:bodyPr wrap="square" lIns="0" tIns="0" rIns="0" bIns="0" rtlCol="0">
            <a:noAutofit/>
          </a:bodyPr>
          <a:lstStyle/>
          <a:p>
            <a:pPr indent="0" algn="ctr" fontAlgn="auto">
              <a:lnSpc>
                <a:spcPct val="140000"/>
              </a:lnSpc>
            </a:pPr>
            <a:r>
              <a:rPr lang="zh-CN" altLang="en-US" sz="1400">
                <a:sym typeface="+mn-ea"/>
              </a:rPr>
              <a:t>随着</a:t>
            </a:r>
            <a:r>
              <a:rPr lang="en-US" altLang="zh-CN" sz="1400">
                <a:sym typeface="+mn-ea"/>
              </a:rPr>
              <a:t>“</a:t>
            </a:r>
            <a:r>
              <a:rPr lang="zh-CN" altLang="en-US" sz="1400">
                <a:sym typeface="+mn-ea"/>
              </a:rPr>
              <a:t>大协同</a:t>
            </a:r>
            <a:r>
              <a:rPr lang="en-US" altLang="zh-CN" sz="1400">
                <a:sym typeface="+mn-ea"/>
              </a:rPr>
              <a:t>”</a:t>
            </a:r>
            <a:r>
              <a:rPr lang="zh-CN" altLang="en-US" sz="1400">
                <a:sym typeface="+mn-ea"/>
              </a:rPr>
              <a:t>战略的推进和数据价值的日益凸显，业务管理者不能再满足于</a:t>
            </a:r>
            <a:r>
              <a:rPr lang="en-US" altLang="zh-CN" sz="1400">
                <a:sym typeface="+mn-ea"/>
              </a:rPr>
              <a:t>“</a:t>
            </a:r>
            <a:r>
              <a:rPr lang="zh-CN" altLang="en-US" sz="1400">
                <a:sym typeface="+mn-ea"/>
              </a:rPr>
              <a:t>响应</a:t>
            </a:r>
            <a:r>
              <a:rPr lang="en-US" altLang="zh-CN" sz="1400">
                <a:sym typeface="+mn-ea"/>
              </a:rPr>
              <a:t>”</a:t>
            </a:r>
            <a:r>
              <a:rPr lang="zh-CN" altLang="en-US" sz="1400">
                <a:sym typeface="+mn-ea"/>
              </a:rPr>
              <a:t>和</a:t>
            </a:r>
            <a:r>
              <a:rPr lang="en-US" altLang="zh-CN" sz="1400">
                <a:sym typeface="+mn-ea"/>
              </a:rPr>
              <a:t>“</a:t>
            </a:r>
            <a:r>
              <a:rPr lang="zh-CN" altLang="en-US" sz="1400">
                <a:sym typeface="+mn-ea"/>
              </a:rPr>
              <a:t>翻译</a:t>
            </a:r>
            <a:r>
              <a:rPr lang="en-US" altLang="zh-CN" sz="1400">
                <a:sym typeface="+mn-ea"/>
              </a:rPr>
              <a:t>”</a:t>
            </a:r>
            <a:r>
              <a:rPr lang="zh-CN" altLang="en-US" sz="1400">
                <a:sym typeface="+mn-ea"/>
              </a:rPr>
              <a:t>。他们必须成为</a:t>
            </a:r>
            <a:r>
              <a:rPr lang="zh-CN" altLang="en-US" sz="1400">
                <a:solidFill>
                  <a:schemeClr val="tx1"/>
                </a:solidFill>
                <a:sym typeface="+mn-ea"/>
              </a:rPr>
              <a:t>推动业务变革</a:t>
            </a:r>
            <a:r>
              <a:rPr lang="zh-CN" altLang="en-US" sz="1400">
                <a:sym typeface="+mn-ea"/>
              </a:rPr>
              <a:t>的催化剂</a:t>
            </a:r>
            <a:r>
              <a:rPr lang="en-US" altLang="zh-CN" sz="1400">
                <a:sym typeface="+mn-ea"/>
              </a:rPr>
              <a:t>。</a:t>
            </a:r>
            <a:endParaRPr lang="en-US" altLang="zh-CN" sz="1400" kern="0" dirty="0">
              <a:ln>
                <a:noFill/>
                <a:prstDash val="sysDot"/>
              </a:ln>
              <a:solidFill>
                <a:schemeClr val="tx1">
                  <a:lumMod val="85000"/>
                  <a:lumOff val="15000"/>
                </a:schemeClr>
              </a:solidFill>
              <a:latin typeface="+mn-ea"/>
              <a:sym typeface="+mn-ea"/>
            </a:endParaRPr>
          </a:p>
        </p:txBody>
      </p:sp>
      <p:sp>
        <p:nvSpPr>
          <p:cNvPr id="22" name="序号"/>
          <p:cNvSpPr txBox="1"/>
          <p:nvPr/>
        </p:nvSpPr>
        <p:spPr>
          <a:xfrm>
            <a:off x="1134110" y="2596515"/>
            <a:ext cx="2751455" cy="360680"/>
          </a:xfrm>
          <a:prstGeom prst="rect">
            <a:avLst/>
          </a:prstGeom>
          <a:noFill/>
        </p:spPr>
        <p:txBody>
          <a:bodyPr wrap="none" lIns="0" tIns="0" rIns="0" bIns="0" rtlCol="0" anchor="b" anchorCtr="0">
            <a:noAutofit/>
          </a:bodyPr>
          <a:lstStyle/>
          <a:p>
            <a:pPr algn="ctr"/>
            <a:r>
              <a:rPr lang="zh-CN" altLang="en-US" b="1">
                <a:solidFill>
                  <a:schemeClr val="accent1"/>
                </a:solidFill>
                <a:effectLst/>
                <a:latin typeface="+mn-ea"/>
                <a:cs typeface="+mn-ea"/>
              </a:rPr>
              <a:t>未来角色与发展</a:t>
            </a:r>
            <a:r>
              <a:rPr lang="zh-CN" altLang="en-US" b="1">
                <a:solidFill>
                  <a:schemeClr val="accent1"/>
                </a:solidFill>
                <a:effectLst/>
                <a:latin typeface="+mn-ea"/>
                <a:cs typeface="+mn-ea"/>
              </a:rPr>
              <a:t>目标</a:t>
            </a:r>
            <a:endParaRPr lang="zh-CN" altLang="en-US" b="1">
              <a:solidFill>
                <a:schemeClr val="accent1"/>
              </a:solidFill>
              <a:effectLst/>
              <a:latin typeface="+mn-ea"/>
              <a:cs typeface="+mn-ea"/>
            </a:endParaRPr>
          </a:p>
        </p:txBody>
      </p:sp>
      <p:sp>
        <p:nvSpPr>
          <p:cNvPr id="33" name="燕尾形箭头 32"/>
          <p:cNvSpPr/>
          <p:nvPr/>
        </p:nvSpPr>
        <p:spPr>
          <a:xfrm rot="16200000">
            <a:off x="2230120" y="3989070"/>
            <a:ext cx="506095" cy="447675"/>
          </a:xfrm>
          <a:prstGeom prst="notchedRightArrow">
            <a:avLst/>
          </a:prstGeom>
        </p:spPr>
        <p:style>
          <a:lnRef idx="2">
            <a:schemeClr val="accent1"/>
          </a:lnRef>
          <a:fillRef idx="2">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 name="任意多边形: 形状 46"/>
          <p:cNvSpPr/>
          <p:nvPr>
            <p:custDataLst>
              <p:tags r:id="rId1"/>
            </p:custDataLst>
          </p:nvPr>
        </p:nvSpPr>
        <p:spPr>
          <a:xfrm rot="16200000">
            <a:off x="81915" y="1485900"/>
            <a:ext cx="4627245" cy="5176520"/>
          </a:xfrm>
          <a:custGeom>
            <a:avLst/>
            <a:gdLst>
              <a:gd name="connsiteX0" fmla="*/ 6267450 w 6267450"/>
              <a:gd name="connsiteY0" fmla="*/ 3438716 h 3438715"/>
              <a:gd name="connsiteX1" fmla="*/ 0 w 6267450"/>
              <a:gd name="connsiteY1" fmla="*/ 2490883 h 3438715"/>
              <a:gd name="connsiteX2" fmla="*/ 0 w 6267450"/>
              <a:gd name="connsiteY2" fmla="*/ 947833 h 3438715"/>
              <a:gd name="connsiteX3" fmla="*/ 6267450 w 6267450"/>
              <a:gd name="connsiteY3" fmla="*/ 0 h 3438715"/>
              <a:gd name="connsiteX4" fmla="*/ 6267450 w 6267450"/>
              <a:gd name="connsiteY4" fmla="*/ 3438716 h 3438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0" h="9278">
                <a:moveTo>
                  <a:pt x="16410" y="0"/>
                </a:moveTo>
                <a:lnTo>
                  <a:pt x="16410" y="9278"/>
                </a:lnTo>
                <a:lnTo>
                  <a:pt x="0" y="6892"/>
                </a:lnTo>
                <a:lnTo>
                  <a:pt x="0" y="2386"/>
                </a:lnTo>
                <a:lnTo>
                  <a:pt x="16410" y="0"/>
                </a:lnTo>
                <a:close/>
              </a:path>
            </a:pathLst>
          </a:custGeom>
          <a:gradFill flip="none">
            <a:gsLst>
              <a:gs pos="0">
                <a:schemeClr val="accent1">
                  <a:lumMod val="60000"/>
                  <a:lumOff val="40000"/>
                  <a:alpha val="20000"/>
                </a:schemeClr>
              </a:gs>
              <a:gs pos="75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cs typeface="微软雅黑" panose="020B0503020204020204" pitchFamily="34" charset="-122"/>
              <a:sym typeface="+mn-ea"/>
            </a:endParaRPr>
          </a:p>
        </p:txBody>
      </p:sp>
      <p:sp>
        <p:nvSpPr>
          <p:cNvPr id="20" name="矩形 19"/>
          <p:cNvSpPr/>
          <p:nvPr/>
        </p:nvSpPr>
        <p:spPr>
          <a:xfrm>
            <a:off x="4914900" y="5512435"/>
            <a:ext cx="6770370" cy="934720"/>
          </a:xfrm>
          <a:prstGeom prst="rect">
            <a:avLst/>
          </a:prstGeom>
          <a:solidFill>
            <a:schemeClr val="accent4">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矩形 18"/>
          <p:cNvSpPr/>
          <p:nvPr/>
        </p:nvSpPr>
        <p:spPr>
          <a:xfrm>
            <a:off x="4887595" y="3226435"/>
            <a:ext cx="6770370" cy="866775"/>
          </a:xfrm>
          <a:prstGeom prst="rect">
            <a:avLst/>
          </a:prstGeom>
          <a:solidFill>
            <a:schemeClr val="accent4">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 </a:t>
            </a:r>
            <a:r>
              <a:rPr kumimoji="1" lang="zh-CN" altLang="en-US" sz="2000" b="1" dirty="0">
                <a:latin typeface="STZhongsong" panose="02010600040101010101" pitchFamily="2" charset="-122"/>
                <a:ea typeface="STZhongsong" panose="02010600040101010101" pitchFamily="2" charset="-122"/>
                <a:sym typeface="+mn-ea"/>
              </a:rPr>
              <a:t>我们需要什么样的</a:t>
            </a:r>
            <a:r>
              <a:rPr kumimoji="1" lang="zh-CN" altLang="en-US" sz="2000" b="1" dirty="0">
                <a:latin typeface="STZhongsong" panose="02010600040101010101" pitchFamily="2" charset="-122"/>
                <a:ea typeface="STZhongsong" panose="02010600040101010101" pitchFamily="2" charset="-122"/>
                <a:sym typeface="+mn-ea"/>
              </a:rPr>
              <a:t>项目管理人才</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
        <p:nvSpPr>
          <p:cNvPr id="4" name="文本框 3"/>
          <p:cNvSpPr txBox="1"/>
          <p:nvPr/>
        </p:nvSpPr>
        <p:spPr>
          <a:xfrm>
            <a:off x="404495" y="929640"/>
            <a:ext cx="11303635" cy="830580"/>
          </a:xfrm>
          <a:prstGeom prst="rect">
            <a:avLst/>
          </a:prstGeom>
          <a:noFill/>
        </p:spPr>
        <p:txBody>
          <a:bodyPr wrap="square" rtlCol="0" anchor="ctr" anchorCtr="0">
            <a:noAutofit/>
          </a:bodyPr>
          <a:p>
            <a:pPr algn="l"/>
            <a:r>
              <a:rPr kumimoji="1" lang="zh-CN" altLang="en-US" sz="2400" b="1" dirty="0">
                <a:latin typeface="STZhongsong" panose="02010600040101010101" pitchFamily="2" charset="-122"/>
                <a:ea typeface="STZhongsong" panose="02010600040101010101" pitchFamily="2" charset="-122"/>
                <a:sym typeface="+mn-ea"/>
              </a:rPr>
              <a:t>从</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项目执行官</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到</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战略解码器</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与</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跨界整合者</a:t>
            </a:r>
            <a:r>
              <a:rPr kumimoji="1" lang="en-US" altLang="zh-CN" sz="2400" b="1" dirty="0">
                <a:latin typeface="STZhongsong" panose="02010600040101010101" pitchFamily="2" charset="-122"/>
                <a:ea typeface="STZhongsong" panose="02010600040101010101" pitchFamily="2" charset="-122"/>
                <a:sym typeface="+mn-ea"/>
              </a:rPr>
              <a:t>”</a:t>
            </a:r>
            <a:endParaRPr kumimoji="1" lang="en-US" altLang="zh-CN" sz="2400" b="1" dirty="0">
              <a:latin typeface="STZhongsong" panose="02010600040101010101" pitchFamily="2" charset="-122"/>
              <a:ea typeface="STZhongsong" panose="02010600040101010101" pitchFamily="2" charset="-122"/>
              <a:sym typeface="+mn-ea"/>
            </a:endParaRPr>
          </a:p>
        </p:txBody>
      </p:sp>
      <p:cxnSp>
        <p:nvCxnSpPr>
          <p:cNvPr id="25" name="直接箭头连接符 24"/>
          <p:cNvCxnSpPr/>
          <p:nvPr/>
        </p:nvCxnSpPr>
        <p:spPr>
          <a:xfrm flipV="1">
            <a:off x="4872355" y="2596516"/>
            <a:ext cx="0" cy="1527175"/>
          </a:xfrm>
          <a:prstGeom prst="straightConnector1">
            <a:avLst/>
          </a:prstGeom>
          <a:ln w="19050">
            <a:gradFill>
              <a:gsLst>
                <a:gs pos="100000">
                  <a:schemeClr val="accent2">
                    <a:alpha val="0"/>
                  </a:schemeClr>
                </a:gs>
                <a:gs pos="0">
                  <a:schemeClr val="accent2">
                    <a:alpha val="57000"/>
                  </a:schemeClr>
                </a:gs>
              </a:gsLst>
              <a:lin ang="16200000" scaled="1"/>
            </a:gradFill>
            <a:tailEnd type="oval"/>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V="1">
            <a:off x="4900295" y="3717291"/>
            <a:ext cx="0" cy="1134110"/>
          </a:xfrm>
          <a:prstGeom prst="straightConnector1">
            <a:avLst/>
          </a:prstGeom>
          <a:ln w="19050">
            <a:gradFill>
              <a:gsLst>
                <a:gs pos="100000">
                  <a:schemeClr val="accent1">
                    <a:alpha val="0"/>
                  </a:schemeClr>
                </a:gs>
                <a:gs pos="0">
                  <a:schemeClr val="accent1">
                    <a:alpha val="57000"/>
                  </a:schemeClr>
                </a:gs>
              </a:gsLst>
              <a:lin ang="54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61" name="序号"/>
          <p:cNvSpPr txBox="1"/>
          <p:nvPr/>
        </p:nvSpPr>
        <p:spPr>
          <a:xfrm>
            <a:off x="4872355" y="2045335"/>
            <a:ext cx="6757670" cy="399415"/>
          </a:xfrm>
          <a:prstGeom prst="rect">
            <a:avLst/>
          </a:prstGeom>
          <a:gradFill>
            <a:gsLst>
              <a:gs pos="99000">
                <a:srgbClr val="BA6DBE"/>
              </a:gs>
              <a:gs pos="0">
                <a:srgbClr val="47BA9B"/>
              </a:gs>
            </a:gsLst>
            <a:lin ang="6600000" scaled="0"/>
          </a:gradFill>
        </p:spPr>
        <p:txBody>
          <a:bodyPr wrap="none" lIns="0" tIns="0" rIns="0" bIns="0" rtlCol="0" anchor="ctr" anchorCtr="0">
            <a:noAutofit/>
          </a:bodyPr>
          <a:lstStyle/>
          <a:p>
            <a:pPr algn="ctr"/>
            <a:r>
              <a:rPr lang="zh-CN" altLang="en-US" b="1">
                <a:solidFill>
                  <a:schemeClr val="bg1"/>
                </a:solidFill>
                <a:effectLst/>
                <a:latin typeface="+mn-ea"/>
                <a:cs typeface="+mn-ea"/>
                <a:sym typeface="+mn-ea"/>
              </a:rPr>
              <a:t>向前，成为</a:t>
            </a:r>
            <a:r>
              <a:rPr lang="en-US" altLang="zh-CN" b="1">
                <a:solidFill>
                  <a:schemeClr val="bg1"/>
                </a:solidFill>
                <a:effectLst/>
                <a:latin typeface="+mn-ea"/>
                <a:cs typeface="+mn-ea"/>
                <a:sym typeface="+mn-ea"/>
              </a:rPr>
              <a:t>“</a:t>
            </a:r>
            <a:r>
              <a:rPr lang="zh-CN" altLang="en-US" b="1">
                <a:solidFill>
                  <a:schemeClr val="bg1"/>
                </a:solidFill>
                <a:effectLst/>
                <a:latin typeface="+mn-ea"/>
                <a:cs typeface="+mn-ea"/>
                <a:sym typeface="+mn-ea"/>
              </a:rPr>
              <a:t>战略解码员</a:t>
            </a:r>
            <a:r>
              <a:rPr lang="en-US" altLang="zh-CN" b="1">
                <a:solidFill>
                  <a:schemeClr val="bg1"/>
                </a:solidFill>
                <a:effectLst/>
                <a:latin typeface="+mn-ea"/>
                <a:cs typeface="+mn-ea"/>
                <a:sym typeface="+mn-ea"/>
              </a:rPr>
              <a:t>”</a:t>
            </a:r>
            <a:endParaRPr lang="en-US" altLang="zh-CN" b="1">
              <a:solidFill>
                <a:schemeClr val="bg1"/>
              </a:solidFill>
              <a:effectLst/>
              <a:latin typeface="+mn-ea"/>
              <a:cs typeface="+mn-ea"/>
              <a:sym typeface="+mn-ea"/>
            </a:endParaRPr>
          </a:p>
        </p:txBody>
      </p:sp>
      <p:sp>
        <p:nvSpPr>
          <p:cNvPr id="62" name="文本框 61"/>
          <p:cNvSpPr txBox="1"/>
          <p:nvPr/>
        </p:nvSpPr>
        <p:spPr>
          <a:xfrm>
            <a:off x="1022350" y="4962525"/>
            <a:ext cx="2863215" cy="640080"/>
          </a:xfrm>
          <a:prstGeom prst="rect">
            <a:avLst/>
          </a:prstGeom>
          <a:noFill/>
        </p:spPr>
        <p:txBody>
          <a:bodyPr wrap="square" lIns="0" tIns="0" rIns="0" bIns="0" rtlCol="0">
            <a:noAutofit/>
          </a:bodyPr>
          <a:lstStyle/>
          <a:p>
            <a:pPr indent="0" algn="ctr" fontAlgn="auto">
              <a:lnSpc>
                <a:spcPct val="140000"/>
              </a:lnSpc>
            </a:pPr>
            <a:r>
              <a:rPr lang="zh-CN" altLang="en-US" sz="1400">
                <a:sym typeface="+mn-ea"/>
              </a:rPr>
              <a:t>主要负责大型立项项目的全流程管理，是</a:t>
            </a:r>
            <a:r>
              <a:rPr lang="en-US" altLang="zh-CN" sz="1400">
                <a:sym typeface="+mn-ea"/>
              </a:rPr>
              <a:t>“</a:t>
            </a:r>
            <a:r>
              <a:rPr lang="zh-CN" altLang="en-US" sz="1400">
                <a:sym typeface="+mn-ea"/>
              </a:rPr>
              <a:t>铁三角</a:t>
            </a:r>
            <a:r>
              <a:rPr lang="en-US" altLang="zh-CN" sz="1400">
                <a:sym typeface="+mn-ea"/>
              </a:rPr>
              <a:t>”</a:t>
            </a:r>
            <a:r>
              <a:rPr lang="zh-CN" altLang="en-US" sz="1400">
                <a:sym typeface="+mn-ea"/>
              </a:rPr>
              <a:t>中确保航向正确的舵手。他们是计划的制定者，是资源的协调者</a:t>
            </a:r>
            <a:r>
              <a:rPr lang="en-US" altLang="zh-CN" sz="1400">
                <a:sym typeface="+mn-ea"/>
              </a:rPr>
              <a:t>。</a:t>
            </a:r>
            <a:endParaRPr lang="en-US" altLang="zh-CN" sz="1400" kern="0" dirty="0">
              <a:ln>
                <a:noFill/>
                <a:prstDash val="sysDot"/>
              </a:ln>
              <a:solidFill>
                <a:schemeClr val="tx1">
                  <a:lumMod val="85000"/>
                  <a:lumOff val="15000"/>
                </a:schemeClr>
              </a:solidFill>
              <a:latin typeface="+mn-ea"/>
              <a:sym typeface="+mn-ea"/>
            </a:endParaRPr>
          </a:p>
        </p:txBody>
      </p:sp>
      <p:sp>
        <p:nvSpPr>
          <p:cNvPr id="63" name="序号"/>
          <p:cNvSpPr txBox="1"/>
          <p:nvPr/>
        </p:nvSpPr>
        <p:spPr>
          <a:xfrm>
            <a:off x="1689735" y="4578985"/>
            <a:ext cx="1586230" cy="360680"/>
          </a:xfrm>
          <a:prstGeom prst="rect">
            <a:avLst/>
          </a:prstGeom>
          <a:noFill/>
        </p:spPr>
        <p:txBody>
          <a:bodyPr wrap="none" lIns="0" tIns="0" rIns="0" bIns="0" rtlCol="0" anchor="b" anchorCtr="0">
            <a:noAutofit/>
          </a:bodyPr>
          <a:lstStyle/>
          <a:p>
            <a:pPr algn="ctr"/>
            <a:r>
              <a:rPr lang="zh-CN" altLang="en-US" b="1">
                <a:solidFill>
                  <a:schemeClr val="accent1"/>
                </a:solidFill>
                <a:effectLst/>
                <a:latin typeface="+mn-ea"/>
                <a:cs typeface="+mn-ea"/>
              </a:rPr>
              <a:t>当前角色</a:t>
            </a:r>
            <a:endParaRPr lang="zh-CN" altLang="en-US" b="1">
              <a:solidFill>
                <a:schemeClr val="accent1"/>
              </a:solidFill>
              <a:effectLst/>
              <a:latin typeface="+mn-ea"/>
              <a:cs typeface="+mn-ea"/>
            </a:endParaRPr>
          </a:p>
        </p:txBody>
      </p:sp>
      <p:sp>
        <p:nvSpPr>
          <p:cNvPr id="13" name="文本框 12"/>
          <p:cNvSpPr txBox="1"/>
          <p:nvPr/>
        </p:nvSpPr>
        <p:spPr>
          <a:xfrm>
            <a:off x="4900295" y="2496820"/>
            <a:ext cx="6731000" cy="737235"/>
          </a:xfrm>
          <a:prstGeom prst="rect">
            <a:avLst/>
          </a:prstGeom>
          <a:noFill/>
        </p:spPr>
        <p:txBody>
          <a:bodyPr wrap="square" rtlCol="0">
            <a:spAutoFit/>
          </a:bodyPr>
          <a:p>
            <a:r>
              <a:rPr lang="zh-CN" altLang="en-US" sz="1400">
                <a:sym typeface="+mn-ea"/>
              </a:rPr>
              <a:t>角色描述：不再仅仅是</a:t>
            </a:r>
            <a:r>
              <a:rPr lang="zh-CN" altLang="en-US" sz="1400">
                <a:solidFill>
                  <a:srgbClr val="FF0000"/>
                </a:solidFill>
                <a:sym typeface="+mn-ea"/>
              </a:rPr>
              <a:t>接收一个明确的项目目标</a:t>
            </a:r>
            <a:r>
              <a:rPr lang="zh-CN" altLang="en-US" sz="1400">
                <a:sym typeface="+mn-ea"/>
              </a:rPr>
              <a:t>，而是要能够</a:t>
            </a:r>
            <a:r>
              <a:rPr lang="zh-CN" altLang="en-US" sz="1400">
                <a:solidFill>
                  <a:srgbClr val="FF0000"/>
                </a:solidFill>
                <a:sym typeface="+mn-ea"/>
              </a:rPr>
              <a:t>深度参与到业务战略的</a:t>
            </a:r>
            <a:r>
              <a:rPr lang="en-US" altLang="zh-CN" sz="1400">
                <a:solidFill>
                  <a:srgbClr val="FF0000"/>
                </a:solidFill>
                <a:sym typeface="+mn-ea"/>
              </a:rPr>
              <a:t>“</a:t>
            </a:r>
            <a:r>
              <a:rPr lang="zh-CN" altLang="en-US" sz="1400">
                <a:solidFill>
                  <a:srgbClr val="FF0000"/>
                </a:solidFill>
                <a:sym typeface="+mn-ea"/>
              </a:rPr>
              <a:t>解码</a:t>
            </a:r>
            <a:r>
              <a:rPr lang="en-US" altLang="zh-CN" sz="1400">
                <a:solidFill>
                  <a:srgbClr val="FF0000"/>
                </a:solidFill>
                <a:sym typeface="+mn-ea"/>
              </a:rPr>
              <a:t>”</a:t>
            </a:r>
            <a:r>
              <a:rPr lang="zh-CN" altLang="en-US" sz="1400">
                <a:solidFill>
                  <a:srgbClr val="FF0000"/>
                </a:solidFill>
                <a:sym typeface="+mn-ea"/>
              </a:rPr>
              <a:t>过程</a:t>
            </a:r>
            <a:r>
              <a:rPr lang="zh-CN" altLang="en-US" sz="1400">
                <a:sym typeface="+mn-ea"/>
              </a:rPr>
              <a:t>中。他们需要理解</a:t>
            </a:r>
            <a:r>
              <a:rPr lang="en-US" altLang="zh-CN" sz="1400">
                <a:sym typeface="+mn-ea"/>
              </a:rPr>
              <a:t>“</a:t>
            </a:r>
            <a:r>
              <a:rPr lang="zh-CN" altLang="en-US" sz="1400">
                <a:sym typeface="+mn-ea"/>
              </a:rPr>
              <a:t>为什么要做这个项目</a:t>
            </a:r>
            <a:r>
              <a:rPr lang="en-US" altLang="zh-CN" sz="1400">
                <a:sym typeface="+mn-ea"/>
              </a:rPr>
              <a:t>”</a:t>
            </a:r>
            <a:r>
              <a:rPr lang="zh-CN" altLang="en-US" sz="1400">
                <a:sym typeface="+mn-ea"/>
              </a:rPr>
              <a:t>，并能</a:t>
            </a:r>
            <a:r>
              <a:rPr lang="zh-CN" altLang="en-US" sz="1400">
                <a:solidFill>
                  <a:srgbClr val="FF0000"/>
                </a:solidFill>
                <a:sym typeface="+mn-ea"/>
              </a:rPr>
              <a:t>将模糊的战略意图，转化为清晰、可执行的项目规划和路径图</a:t>
            </a:r>
            <a:r>
              <a:rPr lang="zh-CN" altLang="en-US" sz="1400">
                <a:sym typeface="+mn-ea"/>
              </a:rPr>
              <a:t>。</a:t>
            </a:r>
            <a:endParaRPr lang="zh-CN" altLang="en-US" sz="1400">
              <a:sym typeface="+mn-ea"/>
            </a:endParaRPr>
          </a:p>
        </p:txBody>
      </p:sp>
      <p:sp>
        <p:nvSpPr>
          <p:cNvPr id="14" name="文本框 13"/>
          <p:cNvSpPr txBox="1"/>
          <p:nvPr/>
        </p:nvSpPr>
        <p:spPr>
          <a:xfrm>
            <a:off x="4900295" y="3286125"/>
            <a:ext cx="6775450" cy="639445"/>
          </a:xfrm>
          <a:prstGeom prst="rect">
            <a:avLst/>
          </a:prstGeom>
          <a:noFill/>
        </p:spPr>
        <p:txBody>
          <a:bodyPr wrap="square" rtlCol="0">
            <a:noAutofit/>
          </a:bodyPr>
          <a:p>
            <a:r>
              <a:rPr lang="zh-CN" altLang="en-US" sz="1400">
                <a:sym typeface="+mn-ea"/>
              </a:rPr>
              <a:t>访谈印证：</a:t>
            </a:r>
            <a:r>
              <a:rPr lang="en-US" altLang="zh-CN" sz="1400">
                <a:sym typeface="+mn-ea"/>
              </a:rPr>
              <a:t>CC</a:t>
            </a:r>
            <a:r>
              <a:rPr lang="zh-CN" altLang="en-US" sz="1400">
                <a:sym typeface="+mn-ea"/>
              </a:rPr>
              <a:t>在</a:t>
            </a:r>
            <a:r>
              <a:rPr lang="en-US" altLang="zh-CN" sz="1400">
                <a:sym typeface="+mn-ea"/>
              </a:rPr>
              <a:t>SM</a:t>
            </a:r>
            <a:r>
              <a:rPr lang="zh-CN" altLang="en-US" sz="1400">
                <a:sym typeface="+mn-ea"/>
              </a:rPr>
              <a:t>项目二期中，面对</a:t>
            </a:r>
            <a:r>
              <a:rPr lang="en-US" altLang="zh-CN" sz="1400">
                <a:sym typeface="+mn-ea"/>
              </a:rPr>
              <a:t>SaaS</a:t>
            </a:r>
            <a:r>
              <a:rPr lang="zh-CN" altLang="en-US" sz="1400">
                <a:sym typeface="+mn-ea"/>
              </a:rPr>
              <a:t>与私有化的</a:t>
            </a:r>
            <a:r>
              <a:rPr lang="en-US" altLang="zh-CN" sz="1400">
                <a:sym typeface="+mn-ea"/>
              </a:rPr>
              <a:t>“</a:t>
            </a:r>
            <a:r>
              <a:rPr lang="zh-CN" altLang="en-US" sz="1400">
                <a:sym typeface="+mn-ea"/>
              </a:rPr>
              <a:t>路线之争</a:t>
            </a:r>
            <a:r>
              <a:rPr lang="en-US" altLang="zh-CN" sz="1400">
                <a:sym typeface="+mn-ea"/>
              </a:rPr>
              <a:t>”</a:t>
            </a:r>
            <a:r>
              <a:rPr lang="zh-CN" altLang="en-US" sz="1400">
                <a:sym typeface="+mn-ea"/>
              </a:rPr>
              <a:t>，正是进行了一次深刻的</a:t>
            </a:r>
            <a:r>
              <a:rPr lang="en-US" altLang="zh-CN" sz="1400">
                <a:sym typeface="+mn-ea"/>
              </a:rPr>
              <a:t>“</a:t>
            </a:r>
            <a:r>
              <a:rPr lang="zh-CN" altLang="en-US" sz="1400">
                <a:sym typeface="+mn-ea"/>
              </a:rPr>
              <a:t>战略解码</a:t>
            </a:r>
            <a:r>
              <a:rPr lang="en-US" altLang="zh-CN" sz="1400">
                <a:sym typeface="+mn-ea"/>
              </a:rPr>
              <a:t>”</a:t>
            </a:r>
            <a:r>
              <a:rPr lang="zh-CN" altLang="en-US" sz="1400">
                <a:sym typeface="+mn-ea"/>
              </a:rPr>
              <a:t>，最终选择了符合公司长远利益的道路。他们普遍感到，越早、越深入地理解项目背后的商业逻辑，项目成功的概率就越大</a:t>
            </a:r>
            <a:r>
              <a:rPr lang="zh-CN" altLang="en-US" sz="1400">
                <a:sym typeface="+mn-ea"/>
              </a:rPr>
              <a:t>。</a:t>
            </a:r>
            <a:endParaRPr lang="zh-CN" altLang="en-US" sz="1400">
              <a:sym typeface="+mn-ea"/>
            </a:endParaRPr>
          </a:p>
        </p:txBody>
      </p:sp>
      <p:sp>
        <p:nvSpPr>
          <p:cNvPr id="16" name="文本框 15"/>
          <p:cNvSpPr txBox="1"/>
          <p:nvPr/>
        </p:nvSpPr>
        <p:spPr>
          <a:xfrm>
            <a:off x="4872355" y="4751705"/>
            <a:ext cx="6731000" cy="737235"/>
          </a:xfrm>
          <a:prstGeom prst="rect">
            <a:avLst/>
          </a:prstGeom>
          <a:noFill/>
        </p:spPr>
        <p:txBody>
          <a:bodyPr wrap="square" rtlCol="0">
            <a:spAutoFit/>
          </a:bodyPr>
          <a:p>
            <a:r>
              <a:rPr lang="zh-CN" altLang="en-US" sz="1400">
                <a:sym typeface="+mn-ea"/>
              </a:rPr>
              <a:t>角色描述：管理的对象不再仅仅是项目内部的资源，而是要能够</a:t>
            </a:r>
            <a:r>
              <a:rPr lang="zh-CN" altLang="en-US" sz="1400">
                <a:solidFill>
                  <a:srgbClr val="FF0000"/>
                </a:solidFill>
                <a:sym typeface="+mn-ea"/>
              </a:rPr>
              <a:t>调动和整合公司内外部的、跨领域的复杂资源</a:t>
            </a:r>
            <a:r>
              <a:rPr lang="zh-CN" altLang="en-US" sz="1400">
                <a:sym typeface="+mn-ea"/>
              </a:rPr>
              <a:t>。他们需要具备</a:t>
            </a:r>
            <a:r>
              <a:rPr lang="zh-CN" altLang="en-US" sz="1400">
                <a:solidFill>
                  <a:srgbClr val="FF0000"/>
                </a:solidFill>
                <a:sym typeface="+mn-ea"/>
              </a:rPr>
              <a:t>更强的组织敏感度和影响力</a:t>
            </a:r>
            <a:r>
              <a:rPr lang="zh-CN" altLang="en-US" sz="1400">
                <a:sym typeface="+mn-ea"/>
              </a:rPr>
              <a:t>，能够在没有直接行政权力的情况下，</a:t>
            </a:r>
            <a:r>
              <a:rPr lang="zh-CN" altLang="en-US" sz="1400">
                <a:solidFill>
                  <a:srgbClr val="FF0000"/>
                </a:solidFill>
                <a:sym typeface="+mn-ea"/>
              </a:rPr>
              <a:t>推动跨部门、跨公司的协作</a:t>
            </a:r>
            <a:r>
              <a:rPr lang="en-US" altLang="zh-CN" sz="1400">
                <a:sym typeface="+mn-ea"/>
              </a:rPr>
              <a:t>。</a:t>
            </a:r>
            <a:endParaRPr lang="en-US" altLang="zh-CN" sz="1400">
              <a:sym typeface="+mn-ea"/>
            </a:endParaRPr>
          </a:p>
        </p:txBody>
      </p:sp>
      <p:sp>
        <p:nvSpPr>
          <p:cNvPr id="17" name="文本框 16"/>
          <p:cNvSpPr txBox="1"/>
          <p:nvPr/>
        </p:nvSpPr>
        <p:spPr>
          <a:xfrm>
            <a:off x="4900295" y="5554980"/>
            <a:ext cx="6731000" cy="398145"/>
          </a:xfrm>
          <a:prstGeom prst="rect">
            <a:avLst/>
          </a:prstGeom>
          <a:noFill/>
        </p:spPr>
        <p:txBody>
          <a:bodyPr wrap="square" rtlCol="0">
            <a:noAutofit/>
          </a:bodyPr>
          <a:p>
            <a:r>
              <a:rPr lang="zh-CN" altLang="en-US" sz="1400">
                <a:sym typeface="+mn-ea"/>
              </a:rPr>
              <a:t>领导期望：部门</a:t>
            </a:r>
            <a:r>
              <a:rPr lang="zh-CN" altLang="en-US" sz="1400">
                <a:sym typeface="+mn-ea"/>
              </a:rPr>
              <a:t>领导提到的</a:t>
            </a:r>
            <a:r>
              <a:rPr lang="en-US" altLang="zh-CN" sz="1400">
                <a:sym typeface="+mn-ea"/>
              </a:rPr>
              <a:t>“</a:t>
            </a:r>
            <a:r>
              <a:rPr lang="zh-CN" altLang="en-US" sz="1400">
                <a:sym typeface="+mn-ea"/>
              </a:rPr>
              <a:t>全局观</a:t>
            </a:r>
            <a:r>
              <a:rPr lang="en-US" altLang="zh-CN" sz="1400">
                <a:sym typeface="+mn-ea"/>
              </a:rPr>
              <a:t>”</a:t>
            </a:r>
            <a:r>
              <a:rPr lang="zh-CN" altLang="en-US" sz="1400">
                <a:sym typeface="+mn-ea"/>
              </a:rPr>
              <a:t>和</a:t>
            </a:r>
            <a:r>
              <a:rPr lang="en-US" altLang="zh-CN" sz="1400">
                <a:sym typeface="+mn-ea"/>
              </a:rPr>
              <a:t>“</a:t>
            </a:r>
            <a:r>
              <a:rPr lang="zh-CN" altLang="en-US" sz="1400">
                <a:sym typeface="+mn-ea"/>
              </a:rPr>
              <a:t>协同能力</a:t>
            </a:r>
            <a:r>
              <a:rPr lang="en-US" altLang="zh-CN" sz="1400">
                <a:sym typeface="+mn-ea"/>
              </a:rPr>
              <a:t>”</a:t>
            </a:r>
            <a:r>
              <a:rPr lang="zh-CN" altLang="en-US" sz="1400">
                <a:sym typeface="+mn-ea"/>
              </a:rPr>
              <a:t>，正是对这种高阶整合能力的期待。未来的项目经理，更像是一位</a:t>
            </a:r>
            <a:r>
              <a:rPr lang="en-US" altLang="zh-CN" sz="1400">
                <a:sym typeface="+mn-ea"/>
              </a:rPr>
              <a:t>“CEO of the Project”</a:t>
            </a:r>
            <a:r>
              <a:rPr lang="zh-CN" altLang="en-US" sz="1400">
                <a:sym typeface="+mn-ea"/>
              </a:rPr>
              <a:t>，需要为项目的所有相关方创造协同价值</a:t>
            </a:r>
            <a:r>
              <a:rPr lang="en-US" altLang="zh-CN" sz="1400">
                <a:sym typeface="+mn-ea"/>
              </a:rPr>
              <a:t>。</a:t>
            </a:r>
            <a:endParaRPr lang="en-US" altLang="zh-CN" sz="1400">
              <a:sym typeface="+mn-ea"/>
            </a:endParaRPr>
          </a:p>
        </p:txBody>
      </p:sp>
      <p:sp>
        <p:nvSpPr>
          <p:cNvPr id="18" name="序号"/>
          <p:cNvSpPr txBox="1"/>
          <p:nvPr/>
        </p:nvSpPr>
        <p:spPr>
          <a:xfrm>
            <a:off x="4914900" y="4300855"/>
            <a:ext cx="6757670" cy="399415"/>
          </a:xfrm>
          <a:prstGeom prst="rect">
            <a:avLst/>
          </a:prstGeom>
          <a:gradFill>
            <a:gsLst>
              <a:gs pos="99000">
                <a:srgbClr val="BA6DBE"/>
              </a:gs>
              <a:gs pos="0">
                <a:srgbClr val="47BA9B"/>
              </a:gs>
            </a:gsLst>
            <a:lin ang="6600000" scaled="0"/>
          </a:gradFill>
        </p:spPr>
        <p:txBody>
          <a:bodyPr wrap="none" lIns="0" tIns="0" rIns="0" bIns="0" rtlCol="0" anchor="ctr" anchorCtr="0">
            <a:noAutofit/>
          </a:bodyPr>
          <a:lstStyle/>
          <a:p>
            <a:pPr algn="ctr"/>
            <a:r>
              <a:rPr lang="zh-CN" altLang="en-US" b="1">
                <a:solidFill>
                  <a:schemeClr val="bg1"/>
                </a:solidFill>
                <a:effectLst/>
                <a:latin typeface="+mn-ea"/>
                <a:cs typeface="+mn-ea"/>
                <a:sym typeface="+mn-ea"/>
              </a:rPr>
              <a:t>向外，成为</a:t>
            </a:r>
            <a:r>
              <a:rPr lang="en-US" altLang="zh-CN" b="1">
                <a:solidFill>
                  <a:schemeClr val="bg1"/>
                </a:solidFill>
                <a:effectLst/>
                <a:latin typeface="+mn-ea"/>
                <a:cs typeface="+mn-ea"/>
                <a:sym typeface="+mn-ea"/>
              </a:rPr>
              <a:t>“</a:t>
            </a:r>
            <a:r>
              <a:rPr lang="zh-CN" altLang="en-US" b="1">
                <a:solidFill>
                  <a:schemeClr val="bg1"/>
                </a:solidFill>
                <a:effectLst/>
                <a:latin typeface="+mn-ea"/>
                <a:cs typeface="+mn-ea"/>
                <a:sym typeface="+mn-ea"/>
              </a:rPr>
              <a:t>跨界资源整合者</a:t>
            </a:r>
            <a:r>
              <a:rPr lang="en-US" altLang="zh-CN" b="1">
                <a:solidFill>
                  <a:schemeClr val="bg1"/>
                </a:solidFill>
                <a:effectLst/>
                <a:latin typeface="+mn-ea"/>
                <a:cs typeface="+mn-ea"/>
                <a:sym typeface="+mn-ea"/>
              </a:rPr>
              <a:t>”</a:t>
            </a:r>
            <a:endParaRPr lang="en-US" altLang="zh-CN" b="1">
              <a:solidFill>
                <a:schemeClr val="bg1"/>
              </a:solidFill>
              <a:effectLst/>
              <a:latin typeface="+mn-ea"/>
              <a:cs typeface="+mn-ea"/>
              <a:sym typeface="+mn-ea"/>
            </a:endParaRPr>
          </a:p>
        </p:txBody>
      </p:sp>
      <p:sp>
        <p:nvSpPr>
          <p:cNvPr id="21" name="文本框 20"/>
          <p:cNvSpPr txBox="1"/>
          <p:nvPr/>
        </p:nvSpPr>
        <p:spPr>
          <a:xfrm>
            <a:off x="595630" y="2723515"/>
            <a:ext cx="3775075" cy="640080"/>
          </a:xfrm>
          <a:prstGeom prst="rect">
            <a:avLst/>
          </a:prstGeom>
          <a:noFill/>
        </p:spPr>
        <p:txBody>
          <a:bodyPr wrap="square" lIns="0" tIns="0" rIns="0" bIns="0" rtlCol="0">
            <a:noAutofit/>
          </a:bodyPr>
          <a:lstStyle/>
          <a:p>
            <a:pPr indent="0" algn="ctr" fontAlgn="auto">
              <a:lnSpc>
                <a:spcPct val="140000"/>
              </a:lnSpc>
            </a:pPr>
            <a:r>
              <a:rPr lang="zh-CN" altLang="en-US" sz="1400">
                <a:sym typeface="+mn-ea"/>
              </a:rPr>
              <a:t>随着公司业务的快速变化和项目形态的日益复杂（如项目群），单纯的</a:t>
            </a:r>
            <a:r>
              <a:rPr lang="en-US" altLang="zh-CN" sz="1400">
                <a:sym typeface="+mn-ea"/>
              </a:rPr>
              <a:t>“</a:t>
            </a:r>
            <a:r>
              <a:rPr lang="zh-CN" altLang="en-US" sz="1400">
                <a:sym typeface="+mn-ea"/>
              </a:rPr>
              <a:t>按计划执行</a:t>
            </a:r>
            <a:r>
              <a:rPr lang="en-US" altLang="zh-CN" sz="1400">
                <a:sym typeface="+mn-ea"/>
              </a:rPr>
              <a:t>”</a:t>
            </a:r>
            <a:r>
              <a:rPr lang="zh-CN" altLang="en-US" sz="1400">
                <a:sym typeface="+mn-ea"/>
              </a:rPr>
              <a:t>已不足够。未来的项目管理者必须具备更高的战略格局和更强的整合能力</a:t>
            </a:r>
            <a:r>
              <a:rPr lang="en-US" altLang="zh-CN" sz="1400">
                <a:sym typeface="+mn-ea"/>
              </a:rPr>
              <a:t>。</a:t>
            </a:r>
            <a:endParaRPr lang="en-US" altLang="zh-CN" sz="1400" kern="0" dirty="0">
              <a:ln>
                <a:noFill/>
                <a:prstDash val="sysDot"/>
              </a:ln>
              <a:solidFill>
                <a:schemeClr val="tx1">
                  <a:lumMod val="85000"/>
                  <a:lumOff val="15000"/>
                </a:schemeClr>
              </a:solidFill>
              <a:latin typeface="+mn-ea"/>
              <a:sym typeface="+mn-ea"/>
            </a:endParaRPr>
          </a:p>
        </p:txBody>
      </p:sp>
      <p:sp>
        <p:nvSpPr>
          <p:cNvPr id="22" name="序号"/>
          <p:cNvSpPr txBox="1"/>
          <p:nvPr/>
        </p:nvSpPr>
        <p:spPr>
          <a:xfrm>
            <a:off x="1134110" y="2279015"/>
            <a:ext cx="2751455" cy="360680"/>
          </a:xfrm>
          <a:prstGeom prst="rect">
            <a:avLst/>
          </a:prstGeom>
          <a:noFill/>
        </p:spPr>
        <p:txBody>
          <a:bodyPr wrap="none" lIns="0" tIns="0" rIns="0" bIns="0" rtlCol="0" anchor="b" anchorCtr="0">
            <a:noAutofit/>
          </a:bodyPr>
          <a:lstStyle/>
          <a:p>
            <a:pPr algn="ctr"/>
            <a:r>
              <a:rPr lang="zh-CN" altLang="en-US" b="1">
                <a:solidFill>
                  <a:schemeClr val="accent1"/>
                </a:solidFill>
                <a:effectLst/>
                <a:latin typeface="+mn-ea"/>
                <a:cs typeface="+mn-ea"/>
              </a:rPr>
              <a:t>未来角色与发展</a:t>
            </a:r>
            <a:r>
              <a:rPr lang="zh-CN" altLang="en-US" b="1">
                <a:solidFill>
                  <a:schemeClr val="accent1"/>
                </a:solidFill>
                <a:effectLst/>
                <a:latin typeface="+mn-ea"/>
                <a:cs typeface="+mn-ea"/>
              </a:rPr>
              <a:t>目标</a:t>
            </a:r>
            <a:endParaRPr lang="zh-CN" altLang="en-US" b="1">
              <a:solidFill>
                <a:schemeClr val="accent1"/>
              </a:solidFill>
              <a:effectLst/>
              <a:latin typeface="+mn-ea"/>
              <a:cs typeface="+mn-ea"/>
            </a:endParaRPr>
          </a:p>
        </p:txBody>
      </p:sp>
      <p:sp>
        <p:nvSpPr>
          <p:cNvPr id="33" name="燕尾形箭头 32"/>
          <p:cNvSpPr/>
          <p:nvPr/>
        </p:nvSpPr>
        <p:spPr>
          <a:xfrm rot="16200000">
            <a:off x="2230120" y="3989070"/>
            <a:ext cx="506095" cy="447675"/>
          </a:xfrm>
          <a:prstGeom prst="notchedRightArrow">
            <a:avLst/>
          </a:prstGeom>
        </p:spPr>
        <p:style>
          <a:lnRef idx="2">
            <a:schemeClr val="accent1"/>
          </a:lnRef>
          <a:fillRef idx="2">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 </a:t>
            </a:r>
            <a:r>
              <a:rPr kumimoji="1" lang="zh-CN" altLang="en-US" sz="2000" b="1" dirty="0">
                <a:latin typeface="STZhongsong" panose="02010600040101010101" pitchFamily="2" charset="-122"/>
                <a:ea typeface="STZhongsong" panose="02010600040101010101" pitchFamily="2" charset="-122"/>
                <a:sym typeface="+mn-ea"/>
              </a:rPr>
              <a:t>我们需要什么样的人才</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
        <p:nvSpPr>
          <p:cNvPr id="4" name="文本框 3"/>
          <p:cNvSpPr txBox="1"/>
          <p:nvPr/>
        </p:nvSpPr>
        <p:spPr>
          <a:xfrm>
            <a:off x="404495" y="929640"/>
            <a:ext cx="11303635" cy="830580"/>
          </a:xfrm>
          <a:prstGeom prst="rect">
            <a:avLst/>
          </a:prstGeom>
          <a:noFill/>
        </p:spPr>
        <p:txBody>
          <a:bodyPr wrap="square" rtlCol="0" anchor="ctr" anchorCtr="0">
            <a:noAutofit/>
          </a:bodyPr>
          <a:p>
            <a:pPr algn="l"/>
            <a:r>
              <a:rPr kumimoji="1" lang="zh-CN" altLang="en-US" sz="2400" b="1" dirty="0">
                <a:latin typeface="STZhongsong" panose="02010600040101010101" pitchFamily="2" charset="-122"/>
                <a:ea typeface="STZhongsong" panose="02010600040101010101" pitchFamily="2" charset="-122"/>
                <a:sym typeface="+mn-ea"/>
              </a:rPr>
              <a:t>小结</a:t>
            </a:r>
            <a:r>
              <a:rPr kumimoji="1" lang="en-US" altLang="zh-CN" sz="2400" b="1" dirty="0">
                <a:latin typeface="STZhongsong" panose="02010600040101010101" pitchFamily="2" charset="-122"/>
                <a:ea typeface="STZhongsong" panose="02010600040101010101" pitchFamily="2" charset="-122"/>
                <a:sym typeface="+mn-ea"/>
              </a:rPr>
              <a:t>：</a:t>
            </a:r>
            <a:r>
              <a:rPr kumimoji="1" lang="zh-CN" altLang="en-US" sz="2400" b="1" dirty="0">
                <a:latin typeface="STZhongsong" panose="02010600040101010101" pitchFamily="2" charset="-122"/>
                <a:ea typeface="STZhongsong" panose="02010600040101010101" pitchFamily="2" charset="-122"/>
                <a:sym typeface="+mn-ea"/>
              </a:rPr>
              <a:t>未来需要超越具体岗位、具备体系化思维、</a:t>
            </a:r>
            <a:r>
              <a:rPr kumimoji="1" lang="zh-CN" altLang="en-US" sz="2400" b="1" dirty="0">
                <a:latin typeface="STZhongsong" panose="02010600040101010101" pitchFamily="2" charset="-122"/>
                <a:ea typeface="STZhongsong" panose="02010600040101010101" pitchFamily="2" charset="-122"/>
                <a:sym typeface="+mn-ea"/>
              </a:rPr>
              <a:t>能够为公司创造真实业务价值的人才</a:t>
            </a:r>
            <a:endParaRPr kumimoji="1" lang="zh-CN" altLang="en-US" sz="2400" b="1" dirty="0">
              <a:latin typeface="STZhongsong" panose="02010600040101010101" pitchFamily="2" charset="-122"/>
              <a:ea typeface="STZhongsong" panose="02010600040101010101" pitchFamily="2" charset="-122"/>
              <a:sym typeface="+mn-ea"/>
            </a:endParaRPr>
          </a:p>
        </p:txBody>
      </p:sp>
      <p:grpSp>
        <p:nvGrpSpPr>
          <p:cNvPr id="80" name="组合 79"/>
          <p:cNvGrpSpPr/>
          <p:nvPr/>
        </p:nvGrpSpPr>
        <p:grpSpPr>
          <a:xfrm rot="1680000">
            <a:off x="4366895" y="1832610"/>
            <a:ext cx="3458210" cy="4798695"/>
            <a:chOff x="6868" y="2794"/>
            <a:chExt cx="5446" cy="7557"/>
          </a:xfrm>
        </p:grpSpPr>
        <p:sp>
          <p:nvSpPr>
            <p:cNvPr id="67" name="任意多边形: 形状 46"/>
            <p:cNvSpPr/>
            <p:nvPr/>
          </p:nvSpPr>
          <p:spPr>
            <a:xfrm rot="3610423" flipV="1">
              <a:off x="5020" y="6775"/>
              <a:ext cx="5422" cy="1709"/>
            </a:xfrm>
            <a:custGeom>
              <a:avLst/>
              <a:gdLst>
                <a:gd name="connsiteX0" fmla="*/ 0 w 3443125"/>
                <a:gd name="connsiteY0" fmla="*/ 1085080 h 1085080"/>
                <a:gd name="connsiteX1" fmla="*/ 3443125 w 3443125"/>
                <a:gd name="connsiteY1" fmla="*/ 1085080 h 1085080"/>
                <a:gd name="connsiteX2" fmla="*/ 3398397 w 3443125"/>
                <a:gd name="connsiteY2" fmla="*/ 1007063 h 1085080"/>
                <a:gd name="connsiteX3" fmla="*/ 2900550 w 3443125"/>
                <a:gd name="connsiteY3" fmla="*/ 149254 h 1085080"/>
                <a:gd name="connsiteX4" fmla="*/ 2868895 w 3443125"/>
                <a:gd name="connsiteY4" fmla="*/ 107351 h 1085080"/>
                <a:gd name="connsiteX5" fmla="*/ 2619757 w 3443125"/>
                <a:gd name="connsiteY5" fmla="*/ 4636 h 1085080"/>
                <a:gd name="connsiteX6" fmla="*/ 1114682 w 3443125"/>
                <a:gd name="connsiteY6" fmla="*/ 73 h 1085080"/>
                <a:gd name="connsiteX7" fmla="*/ 1090509 w 3443125"/>
                <a:gd name="connsiteY7" fmla="*/ 0 h 1085080"/>
                <a:gd name="connsiteX8" fmla="*/ 829740 w 3443125"/>
                <a:gd name="connsiteY8" fmla="*/ 0 h 1085080"/>
                <a:gd name="connsiteX9" fmla="*/ 742515 w 3443125"/>
                <a:gd name="connsiteY9" fmla="*/ 10815 h 1085080"/>
                <a:gd name="connsiteX10" fmla="*/ 528994 w 3443125"/>
                <a:gd name="connsiteY10" fmla="*/ 175219 h 1085080"/>
                <a:gd name="connsiteX11" fmla="*/ 80704 w 3443125"/>
                <a:gd name="connsiteY11" fmla="*/ 946272 h 108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43125" h="1085080">
                  <a:moveTo>
                    <a:pt x="0" y="1085080"/>
                  </a:moveTo>
                  <a:lnTo>
                    <a:pt x="3443125" y="1085080"/>
                  </a:lnTo>
                  <a:lnTo>
                    <a:pt x="3398397" y="1007063"/>
                  </a:lnTo>
                  <a:lnTo>
                    <a:pt x="2900550" y="149254"/>
                  </a:lnTo>
                  <a:lnTo>
                    <a:pt x="2868895" y="107351"/>
                  </a:lnTo>
                  <a:cubicBezTo>
                    <a:pt x="2804158" y="41622"/>
                    <a:pt x="2716893" y="4931"/>
                    <a:pt x="2619757" y="4636"/>
                  </a:cubicBezTo>
                  <a:cubicBezTo>
                    <a:pt x="2619757" y="4636"/>
                    <a:pt x="1616373" y="1594"/>
                    <a:pt x="1114682" y="73"/>
                  </a:cubicBezTo>
                  <a:lnTo>
                    <a:pt x="1090509" y="0"/>
                  </a:lnTo>
                  <a:lnTo>
                    <a:pt x="829740" y="0"/>
                  </a:lnTo>
                  <a:lnTo>
                    <a:pt x="742515" y="10815"/>
                  </a:lnTo>
                  <a:cubicBezTo>
                    <a:pt x="653224" y="34015"/>
                    <a:pt x="577817" y="91243"/>
                    <a:pt x="528994" y="175219"/>
                  </a:cubicBezTo>
                  <a:cubicBezTo>
                    <a:pt x="528994" y="175219"/>
                    <a:pt x="304848" y="560745"/>
                    <a:pt x="80704" y="946272"/>
                  </a:cubicBezTo>
                  <a:close/>
                </a:path>
              </a:pathLst>
            </a:cu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68" name="任意多边形: 形状 47"/>
            <p:cNvSpPr/>
            <p:nvPr/>
          </p:nvSpPr>
          <p:spPr>
            <a:xfrm rot="10423" flipV="1">
              <a:off x="6868" y="7849"/>
              <a:ext cx="5422" cy="1709"/>
            </a:xfrm>
            <a:custGeom>
              <a:avLst/>
              <a:gdLst>
                <a:gd name="connsiteX0" fmla="*/ 0 w 3442710"/>
                <a:gd name="connsiteY0" fmla="*/ 1085080 h 1085080"/>
                <a:gd name="connsiteX1" fmla="*/ 3442710 w 3442710"/>
                <a:gd name="connsiteY1" fmla="*/ 1085080 h 1085080"/>
                <a:gd name="connsiteX2" fmla="*/ 2893659 w 3442710"/>
                <a:gd name="connsiteY2" fmla="*/ 139044 h 1085080"/>
                <a:gd name="connsiteX3" fmla="*/ 2869252 w 3442710"/>
                <a:gd name="connsiteY3" fmla="*/ 106736 h 1085080"/>
                <a:gd name="connsiteX4" fmla="*/ 2620114 w 3442710"/>
                <a:gd name="connsiteY4" fmla="*/ 4021 h 1085080"/>
                <a:gd name="connsiteX5" fmla="*/ 1400724 w 3442710"/>
                <a:gd name="connsiteY5" fmla="*/ 324 h 1085080"/>
                <a:gd name="connsiteX6" fmla="*/ 1293775 w 3442710"/>
                <a:gd name="connsiteY6" fmla="*/ 0 h 1085080"/>
                <a:gd name="connsiteX7" fmla="*/ 825136 w 3442710"/>
                <a:gd name="connsiteY7" fmla="*/ 0 h 1085080"/>
                <a:gd name="connsiteX8" fmla="*/ 742873 w 3442710"/>
                <a:gd name="connsiteY8" fmla="*/ 10201 h 1085080"/>
                <a:gd name="connsiteX9" fmla="*/ 529350 w 3442710"/>
                <a:gd name="connsiteY9" fmla="*/ 174604 h 1085080"/>
                <a:gd name="connsiteX10" fmla="*/ 81060 w 3442710"/>
                <a:gd name="connsiteY10" fmla="*/ 945657 h 108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2710" h="1085080">
                  <a:moveTo>
                    <a:pt x="0" y="1085080"/>
                  </a:moveTo>
                  <a:lnTo>
                    <a:pt x="3442710" y="1085080"/>
                  </a:lnTo>
                  <a:lnTo>
                    <a:pt x="2893659" y="139044"/>
                  </a:lnTo>
                  <a:lnTo>
                    <a:pt x="2869252" y="106736"/>
                  </a:lnTo>
                  <a:cubicBezTo>
                    <a:pt x="2804515" y="41007"/>
                    <a:pt x="2717249" y="4316"/>
                    <a:pt x="2620114" y="4021"/>
                  </a:cubicBezTo>
                  <a:cubicBezTo>
                    <a:pt x="2620114" y="4021"/>
                    <a:pt x="1923320" y="1909"/>
                    <a:pt x="1400724" y="324"/>
                  </a:cubicBezTo>
                  <a:lnTo>
                    <a:pt x="1293775" y="0"/>
                  </a:lnTo>
                  <a:lnTo>
                    <a:pt x="825136" y="0"/>
                  </a:lnTo>
                  <a:lnTo>
                    <a:pt x="742873" y="10201"/>
                  </a:lnTo>
                  <a:cubicBezTo>
                    <a:pt x="653581" y="33401"/>
                    <a:pt x="578174" y="90629"/>
                    <a:pt x="529350" y="174604"/>
                  </a:cubicBezTo>
                  <a:cubicBezTo>
                    <a:pt x="529350" y="174604"/>
                    <a:pt x="305205" y="560130"/>
                    <a:pt x="81060" y="945657"/>
                  </a:cubicBezTo>
                  <a:close/>
                </a:path>
              </a:pathLst>
            </a:custGeom>
            <a:solidFill>
              <a:schemeClr val="accent1">
                <a:lumMod val="80000"/>
                <a:lumOff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69" name="任意多边形: 形状 48"/>
            <p:cNvSpPr/>
            <p:nvPr/>
          </p:nvSpPr>
          <p:spPr>
            <a:xfrm rot="18010423" flipV="1">
              <a:off x="8721" y="6785"/>
              <a:ext cx="5424" cy="1709"/>
            </a:xfrm>
            <a:custGeom>
              <a:avLst/>
              <a:gdLst>
                <a:gd name="connsiteX0" fmla="*/ 3444447 w 3444447"/>
                <a:gd name="connsiteY0" fmla="*/ 1085080 h 1085080"/>
                <a:gd name="connsiteX1" fmla="*/ 3369528 w 3444447"/>
                <a:gd name="connsiteY1" fmla="*/ 954403 h 1085080"/>
                <a:gd name="connsiteX2" fmla="*/ 3286785 w 3444447"/>
                <a:gd name="connsiteY2" fmla="*/ 810079 h 1085080"/>
                <a:gd name="connsiteX3" fmla="*/ 3270720 w 3444447"/>
                <a:gd name="connsiteY3" fmla="*/ 782058 h 1085080"/>
                <a:gd name="connsiteX4" fmla="*/ 2907612 w 3444447"/>
                <a:gd name="connsiteY4" fmla="*/ 156408 h 1085080"/>
                <a:gd name="connsiteX5" fmla="*/ 2869162 w 3444447"/>
                <a:gd name="connsiteY5" fmla="*/ 105510 h 1085080"/>
                <a:gd name="connsiteX6" fmla="*/ 2620024 w 3444447"/>
                <a:gd name="connsiteY6" fmla="*/ 2797 h 1085080"/>
                <a:gd name="connsiteX7" fmla="*/ 1728128 w 3444447"/>
                <a:gd name="connsiteY7" fmla="*/ 93 h 1085080"/>
                <a:gd name="connsiteX8" fmla="*/ 1697420 w 3444447"/>
                <a:gd name="connsiteY8" fmla="*/ 0 h 1085080"/>
                <a:gd name="connsiteX9" fmla="*/ 815176 w 3444447"/>
                <a:gd name="connsiteY9" fmla="*/ 0 h 1085080"/>
                <a:gd name="connsiteX10" fmla="*/ 742783 w 3444447"/>
                <a:gd name="connsiteY10" fmla="*/ 8977 h 1085080"/>
                <a:gd name="connsiteX11" fmla="*/ 529260 w 3444447"/>
                <a:gd name="connsiteY11" fmla="*/ 173380 h 1085080"/>
                <a:gd name="connsiteX12" fmla="*/ 490735 w 3444447"/>
                <a:gd name="connsiteY12" fmla="*/ 239642 h 1085080"/>
                <a:gd name="connsiteX13" fmla="*/ 452086 w 3444447"/>
                <a:gd name="connsiteY13" fmla="*/ 306118 h 1085080"/>
                <a:gd name="connsiteX14" fmla="*/ 0 w 3444447"/>
                <a:gd name="connsiteY14" fmla="*/ 1085080 h 108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44447" h="1085080">
                  <a:moveTo>
                    <a:pt x="3444447" y="1085080"/>
                  </a:moveTo>
                  <a:lnTo>
                    <a:pt x="3369528" y="954403"/>
                  </a:lnTo>
                  <a:cubicBezTo>
                    <a:pt x="3341803" y="906043"/>
                    <a:pt x="3314077" y="857683"/>
                    <a:pt x="3286785" y="810079"/>
                  </a:cubicBezTo>
                  <a:lnTo>
                    <a:pt x="3270720" y="782058"/>
                  </a:lnTo>
                  <a:lnTo>
                    <a:pt x="2907612" y="156408"/>
                  </a:lnTo>
                  <a:lnTo>
                    <a:pt x="2869162" y="105510"/>
                  </a:lnTo>
                  <a:cubicBezTo>
                    <a:pt x="2804425" y="39782"/>
                    <a:pt x="2717160" y="3091"/>
                    <a:pt x="2620024" y="2797"/>
                  </a:cubicBezTo>
                  <a:cubicBezTo>
                    <a:pt x="2620024" y="2797"/>
                    <a:pt x="2174076" y="1445"/>
                    <a:pt x="1728128" y="93"/>
                  </a:cubicBezTo>
                  <a:lnTo>
                    <a:pt x="1697420" y="0"/>
                  </a:lnTo>
                  <a:lnTo>
                    <a:pt x="815176" y="0"/>
                  </a:lnTo>
                  <a:lnTo>
                    <a:pt x="742783" y="8977"/>
                  </a:lnTo>
                  <a:cubicBezTo>
                    <a:pt x="653491" y="32177"/>
                    <a:pt x="578083" y="89405"/>
                    <a:pt x="529260" y="173380"/>
                  </a:cubicBezTo>
                  <a:cubicBezTo>
                    <a:pt x="529260" y="173380"/>
                    <a:pt x="515251" y="197475"/>
                    <a:pt x="490735" y="239642"/>
                  </a:cubicBezTo>
                  <a:lnTo>
                    <a:pt x="452086" y="306118"/>
                  </a:lnTo>
                  <a:lnTo>
                    <a:pt x="0" y="1085080"/>
                  </a:lnTo>
                  <a:close/>
                </a:path>
              </a:pathLst>
            </a:custGeom>
            <a:solidFill>
              <a:schemeClr val="accent2">
                <a:lumMod val="70000"/>
                <a:lumOff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70" name="任意多边形: 形状 49"/>
            <p:cNvSpPr/>
            <p:nvPr/>
          </p:nvSpPr>
          <p:spPr>
            <a:xfrm rot="14410423" flipV="1">
              <a:off x="8747" y="4650"/>
              <a:ext cx="5414" cy="1703"/>
            </a:xfrm>
            <a:custGeom>
              <a:avLst/>
              <a:gdLst>
                <a:gd name="connsiteX0" fmla="*/ 3438034 w 3438034"/>
                <a:gd name="connsiteY0" fmla="*/ 1081444 h 1081444"/>
                <a:gd name="connsiteX1" fmla="*/ 3366698 w 3438034"/>
                <a:gd name="connsiteY1" fmla="*/ 957016 h 1081444"/>
                <a:gd name="connsiteX2" fmla="*/ 2945022 w 3438034"/>
                <a:gd name="connsiteY2" fmla="*/ 221512 h 1081444"/>
                <a:gd name="connsiteX3" fmla="*/ 2934533 w 3438034"/>
                <a:gd name="connsiteY3" fmla="*/ 203217 h 1081444"/>
                <a:gd name="connsiteX4" fmla="*/ 2922484 w 3438034"/>
                <a:gd name="connsiteY4" fmla="*/ 182455 h 1081444"/>
                <a:gd name="connsiteX5" fmla="*/ 2866332 w 3438034"/>
                <a:gd name="connsiteY5" fmla="*/ 108124 h 1081444"/>
                <a:gd name="connsiteX6" fmla="*/ 2617193 w 3438034"/>
                <a:gd name="connsiteY6" fmla="*/ 5410 h 1081444"/>
                <a:gd name="connsiteX7" fmla="*/ 833400 w 3438034"/>
                <a:gd name="connsiteY7" fmla="*/ 2 h 1081444"/>
                <a:gd name="connsiteX8" fmla="*/ 526430 w 3438034"/>
                <a:gd name="connsiteY8" fmla="*/ 175992 h 1081444"/>
                <a:gd name="connsiteX9" fmla="*/ 78140 w 3438034"/>
                <a:gd name="connsiteY9" fmla="*/ 947045 h 1081444"/>
                <a:gd name="connsiteX10" fmla="*/ 0 w 3438034"/>
                <a:gd name="connsiteY10" fmla="*/ 1081444 h 108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38034" h="1081444">
                  <a:moveTo>
                    <a:pt x="3438034" y="1081444"/>
                  </a:moveTo>
                  <a:lnTo>
                    <a:pt x="3366698" y="957016"/>
                  </a:lnTo>
                  <a:cubicBezTo>
                    <a:pt x="3186483" y="642678"/>
                    <a:pt x="3006267" y="328339"/>
                    <a:pt x="2945022" y="221512"/>
                  </a:cubicBezTo>
                  <a:lnTo>
                    <a:pt x="2934533" y="203217"/>
                  </a:lnTo>
                  <a:lnTo>
                    <a:pt x="2922484" y="182455"/>
                  </a:lnTo>
                  <a:lnTo>
                    <a:pt x="2866332" y="108124"/>
                  </a:lnTo>
                  <a:cubicBezTo>
                    <a:pt x="2801594" y="42396"/>
                    <a:pt x="2714330" y="5705"/>
                    <a:pt x="2617193" y="5410"/>
                  </a:cubicBezTo>
                  <a:cubicBezTo>
                    <a:pt x="2617193" y="5410"/>
                    <a:pt x="833400" y="2"/>
                    <a:pt x="833400" y="2"/>
                  </a:cubicBezTo>
                  <a:cubicBezTo>
                    <a:pt x="703885" y="-391"/>
                    <a:pt x="591527" y="64025"/>
                    <a:pt x="526430" y="175992"/>
                  </a:cubicBezTo>
                  <a:cubicBezTo>
                    <a:pt x="526430" y="175992"/>
                    <a:pt x="302285" y="561519"/>
                    <a:pt x="78140" y="947045"/>
                  </a:cubicBezTo>
                  <a:lnTo>
                    <a:pt x="0" y="1081444"/>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72" name="任意多边形: 形状 50"/>
            <p:cNvSpPr/>
            <p:nvPr/>
          </p:nvSpPr>
          <p:spPr>
            <a:xfrm rot="10810423" flipV="1">
              <a:off x="7136" y="3572"/>
              <a:ext cx="5179" cy="1709"/>
            </a:xfrm>
            <a:custGeom>
              <a:avLst/>
              <a:gdLst>
                <a:gd name="connsiteX0" fmla="*/ 2619256 w 3288901"/>
                <a:gd name="connsiteY0" fmla="*/ 5410 h 1084993"/>
                <a:gd name="connsiteX1" fmla="*/ 835464 w 3288901"/>
                <a:gd name="connsiteY1" fmla="*/ 2 h 1084993"/>
                <a:gd name="connsiteX2" fmla="*/ 528493 w 3288901"/>
                <a:gd name="connsiteY2" fmla="*/ 175993 h 1084993"/>
                <a:gd name="connsiteX3" fmla="*/ 80203 w 3288901"/>
                <a:gd name="connsiteY3" fmla="*/ 947046 h 1084993"/>
                <a:gd name="connsiteX4" fmla="*/ 0 w 3288901"/>
                <a:gd name="connsiteY4" fmla="*/ 1084993 h 1084993"/>
                <a:gd name="connsiteX5" fmla="*/ 3134591 w 3288901"/>
                <a:gd name="connsiteY5" fmla="*/ 1084993 h 1084993"/>
                <a:gd name="connsiteX6" fmla="*/ 3288901 w 3288901"/>
                <a:gd name="connsiteY6" fmla="*/ 817721 h 1084993"/>
                <a:gd name="connsiteX7" fmla="*/ 3286018 w 3288901"/>
                <a:gd name="connsiteY7" fmla="*/ 812692 h 1084993"/>
                <a:gd name="connsiteX8" fmla="*/ 3205874 w 3288901"/>
                <a:gd name="connsiteY8" fmla="*/ 672902 h 1084993"/>
                <a:gd name="connsiteX9" fmla="*/ 3165811 w 3288901"/>
                <a:gd name="connsiteY9" fmla="*/ 603023 h 1084993"/>
                <a:gd name="connsiteX10" fmla="*/ 2912373 w 3288901"/>
                <a:gd name="connsiteY10" fmla="*/ 166340 h 1084993"/>
                <a:gd name="connsiteX11" fmla="*/ 2868395 w 3288901"/>
                <a:gd name="connsiteY11" fmla="*/ 108124 h 1084993"/>
                <a:gd name="connsiteX12" fmla="*/ 2619256 w 3288901"/>
                <a:gd name="connsiteY12" fmla="*/ 5410 h 1084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88901" h="1084993">
                  <a:moveTo>
                    <a:pt x="2619256" y="5410"/>
                  </a:moveTo>
                  <a:cubicBezTo>
                    <a:pt x="2619256" y="5410"/>
                    <a:pt x="835464" y="2"/>
                    <a:pt x="835464" y="2"/>
                  </a:cubicBezTo>
                  <a:cubicBezTo>
                    <a:pt x="705949" y="-391"/>
                    <a:pt x="593590" y="64026"/>
                    <a:pt x="528493" y="175993"/>
                  </a:cubicBezTo>
                  <a:cubicBezTo>
                    <a:pt x="528493" y="175993"/>
                    <a:pt x="304348" y="561519"/>
                    <a:pt x="80203" y="947046"/>
                  </a:cubicBezTo>
                  <a:lnTo>
                    <a:pt x="0" y="1084993"/>
                  </a:lnTo>
                  <a:lnTo>
                    <a:pt x="3134591" y="1084993"/>
                  </a:lnTo>
                  <a:lnTo>
                    <a:pt x="3288901" y="817721"/>
                  </a:lnTo>
                  <a:lnTo>
                    <a:pt x="3286018" y="812692"/>
                  </a:lnTo>
                  <a:cubicBezTo>
                    <a:pt x="3258726" y="765088"/>
                    <a:pt x="3231866" y="718240"/>
                    <a:pt x="3205874" y="672902"/>
                  </a:cubicBezTo>
                  <a:lnTo>
                    <a:pt x="3165811" y="603023"/>
                  </a:lnTo>
                  <a:lnTo>
                    <a:pt x="2912373" y="166340"/>
                  </a:lnTo>
                  <a:lnTo>
                    <a:pt x="2868395" y="108124"/>
                  </a:lnTo>
                  <a:cubicBezTo>
                    <a:pt x="2803657" y="42395"/>
                    <a:pt x="2716392" y="5705"/>
                    <a:pt x="2619256" y="5410"/>
                  </a:cubicBezTo>
                  <a:close/>
                </a:path>
              </a:pathLst>
            </a:cu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dirty="0">
                <a:solidFill>
                  <a:schemeClr val="lt1"/>
                </a:solidFill>
                <a:sym typeface="+mn-ea"/>
              </a:endParaRPr>
            </a:p>
          </p:txBody>
        </p:sp>
        <p:sp>
          <p:nvSpPr>
            <p:cNvPr id="75" name="任意多边形: 形状 51"/>
            <p:cNvSpPr/>
            <p:nvPr/>
          </p:nvSpPr>
          <p:spPr>
            <a:xfrm rot="7210423" flipV="1">
              <a:off x="5488" y="4371"/>
              <a:ext cx="4805" cy="1707"/>
            </a:xfrm>
            <a:custGeom>
              <a:avLst/>
              <a:gdLst>
                <a:gd name="connsiteX0" fmla="*/ 3020887 w 3051225"/>
                <a:gd name="connsiteY0" fmla="*/ 351854 h 1083767"/>
                <a:gd name="connsiteX1" fmla="*/ 3051225 w 3051225"/>
                <a:gd name="connsiteY1" fmla="*/ 404401 h 1083767"/>
                <a:gd name="connsiteX2" fmla="*/ 3038331 w 3051225"/>
                <a:gd name="connsiteY2" fmla="*/ 381912 h 1083767"/>
                <a:gd name="connsiteX3" fmla="*/ 527780 w 3051225"/>
                <a:gd name="connsiteY3" fmla="*/ 175993 h 1083767"/>
                <a:gd name="connsiteX4" fmla="*/ 79490 w 3051225"/>
                <a:gd name="connsiteY4" fmla="*/ 947046 h 1083767"/>
                <a:gd name="connsiteX5" fmla="*/ 0 w 3051225"/>
                <a:gd name="connsiteY5" fmla="*/ 1083767 h 1083767"/>
                <a:gd name="connsiteX6" fmla="*/ 2190514 w 3051225"/>
                <a:gd name="connsiteY6" fmla="*/ 1083767 h 1083767"/>
                <a:gd name="connsiteX7" fmla="*/ 1566082 w 3051225"/>
                <a:gd name="connsiteY7" fmla="*/ 2219 h 1083767"/>
                <a:gd name="connsiteX8" fmla="*/ 1560287 w 3051225"/>
                <a:gd name="connsiteY8" fmla="*/ 2202 h 1083767"/>
                <a:gd name="connsiteX9" fmla="*/ 834750 w 3051225"/>
                <a:gd name="connsiteY9" fmla="*/ 2 h 1083767"/>
                <a:gd name="connsiteX10" fmla="*/ 527780 w 3051225"/>
                <a:gd name="connsiteY10" fmla="*/ 175993 h 108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51225" h="1083767">
                  <a:moveTo>
                    <a:pt x="3020887" y="351854"/>
                  </a:moveTo>
                  <a:lnTo>
                    <a:pt x="3051225" y="404401"/>
                  </a:lnTo>
                  <a:lnTo>
                    <a:pt x="3038331" y="381912"/>
                  </a:lnTo>
                  <a:close/>
                  <a:moveTo>
                    <a:pt x="527780" y="175993"/>
                  </a:moveTo>
                  <a:cubicBezTo>
                    <a:pt x="527780" y="175993"/>
                    <a:pt x="303635" y="561520"/>
                    <a:pt x="79490" y="947046"/>
                  </a:cubicBezTo>
                  <a:lnTo>
                    <a:pt x="0" y="1083767"/>
                  </a:lnTo>
                  <a:lnTo>
                    <a:pt x="2190514" y="1083767"/>
                  </a:lnTo>
                  <a:lnTo>
                    <a:pt x="1566082" y="2219"/>
                  </a:lnTo>
                  <a:lnTo>
                    <a:pt x="1560287" y="2202"/>
                  </a:lnTo>
                  <a:cubicBezTo>
                    <a:pt x="1176180" y="1037"/>
                    <a:pt x="834750" y="2"/>
                    <a:pt x="834750" y="2"/>
                  </a:cubicBezTo>
                  <a:cubicBezTo>
                    <a:pt x="705235" y="-390"/>
                    <a:pt x="592877" y="64027"/>
                    <a:pt x="527780" y="17599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grpSp>
      <p:cxnSp>
        <p:nvCxnSpPr>
          <p:cNvPr id="83" name="直接箭头连接符 82"/>
          <p:cNvCxnSpPr/>
          <p:nvPr/>
        </p:nvCxnSpPr>
        <p:spPr>
          <a:xfrm flipH="1">
            <a:off x="3152646" y="5715034"/>
            <a:ext cx="1668145" cy="40640"/>
          </a:xfrm>
          <a:prstGeom prst="straightConnector1">
            <a:avLst/>
          </a:prstGeom>
          <a:ln>
            <a:solidFill>
              <a:schemeClr val="accent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114" name="组合 113"/>
          <p:cNvGrpSpPr/>
          <p:nvPr/>
        </p:nvGrpSpPr>
        <p:grpSpPr>
          <a:xfrm>
            <a:off x="1729740" y="5003165"/>
            <a:ext cx="1422400" cy="1505585"/>
            <a:chOff x="2311" y="6981"/>
            <a:chExt cx="3818" cy="3818"/>
          </a:xfrm>
        </p:grpSpPr>
        <p:sp>
          <p:nvSpPr>
            <p:cNvPr id="84" name="椭圆 83"/>
            <p:cNvSpPr/>
            <p:nvPr/>
          </p:nvSpPr>
          <p:spPr>
            <a:xfrm flipH="1">
              <a:off x="2631" y="7269"/>
              <a:ext cx="3241" cy="3241"/>
            </a:xfrm>
            <a:prstGeom prst="ellipse">
              <a:avLst/>
            </a:prstGeom>
            <a:solidFill>
              <a:schemeClr val="accent1">
                <a:lumMod val="75000"/>
                <a:lumOff val="25000"/>
                <a:alpha val="90000"/>
              </a:schemeClr>
            </a:solidFill>
            <a:ln>
              <a:noFill/>
            </a:ln>
            <a:effectLst>
              <a:outerShdw blurRad="50800" dist="38100" dir="13500000" algn="b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5" name="椭圆 84"/>
            <p:cNvSpPr/>
            <p:nvPr/>
          </p:nvSpPr>
          <p:spPr>
            <a:xfrm flipH="1">
              <a:off x="2311" y="6981"/>
              <a:ext cx="3819" cy="3819"/>
            </a:xfrm>
            <a:prstGeom prst="ellipse">
              <a:avLst/>
            </a:prstGeom>
            <a:noFill/>
            <a:ln>
              <a:solidFill>
                <a:schemeClr val="accent1">
                  <a:lumMod val="75000"/>
                  <a:lumOff val="25000"/>
                  <a:alpha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endParaRPr>
            </a:p>
          </p:txBody>
        </p:sp>
        <p:sp>
          <p:nvSpPr>
            <p:cNvPr id="99" name="椭圆 98"/>
            <p:cNvSpPr/>
            <p:nvPr/>
          </p:nvSpPr>
          <p:spPr>
            <a:xfrm flipH="1">
              <a:off x="3708" y="8345"/>
              <a:ext cx="1088" cy="1088"/>
            </a:xfrm>
            <a:prstGeom prst="ellipse">
              <a:avLst/>
            </a:prstGeom>
            <a:solidFill>
              <a:schemeClr val="lt1">
                <a:lumMod val="88000"/>
                <a:lumOff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endParaRPr lang="zh-CN" altLang="en-US" sz="2400" b="1" dirty="0">
                <a:solidFill>
                  <a:schemeClr val="accent1"/>
                </a:solidFill>
              </a:endParaRPr>
            </a:p>
          </p:txBody>
        </p:sp>
        <p:pic>
          <p:nvPicPr>
            <p:cNvPr id="100" name="图片 23" descr="333639373138363b343435303830323bb9a4d7f7d7f7b7e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37" y="8675"/>
              <a:ext cx="429" cy="429"/>
            </a:xfrm>
            <a:prstGeom prst="rect">
              <a:avLst/>
            </a:prstGeom>
          </p:spPr>
        </p:pic>
      </p:grpSp>
      <p:grpSp>
        <p:nvGrpSpPr>
          <p:cNvPr id="113" name="组合 112"/>
          <p:cNvGrpSpPr/>
          <p:nvPr/>
        </p:nvGrpSpPr>
        <p:grpSpPr>
          <a:xfrm>
            <a:off x="2149475" y="1847850"/>
            <a:ext cx="1421765" cy="1504950"/>
            <a:chOff x="2843" y="2615"/>
            <a:chExt cx="3332" cy="3332"/>
          </a:xfrm>
        </p:grpSpPr>
        <p:sp>
          <p:nvSpPr>
            <p:cNvPr id="102" name="椭圆 101"/>
            <p:cNvSpPr>
              <a:spLocks noChangeAspect="1"/>
            </p:cNvSpPr>
            <p:nvPr/>
          </p:nvSpPr>
          <p:spPr>
            <a:xfrm flipH="1">
              <a:off x="2843" y="2615"/>
              <a:ext cx="3333" cy="3333"/>
            </a:xfrm>
            <a:prstGeom prst="ellipse">
              <a:avLst/>
            </a:prstGeom>
            <a:noFill/>
            <a:ln>
              <a:solidFill>
                <a:schemeClr val="accent2">
                  <a:alpha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103" name="椭圆 102"/>
            <p:cNvSpPr>
              <a:spLocks noChangeAspect="1"/>
            </p:cNvSpPr>
            <p:nvPr/>
          </p:nvSpPr>
          <p:spPr>
            <a:xfrm flipH="1">
              <a:off x="3079" y="2852"/>
              <a:ext cx="2861" cy="2861"/>
            </a:xfrm>
            <a:prstGeom prst="ellipse">
              <a:avLst/>
            </a:prstGeom>
            <a:solidFill>
              <a:schemeClr val="accent2">
                <a:alpha val="90000"/>
              </a:schemeClr>
            </a:solidFill>
            <a:ln>
              <a:noFill/>
            </a:ln>
            <a:effectLst>
              <a:outerShdw blurRad="50800" dist="38100" dir="13500000" algn="b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105" name="椭圆 104"/>
            <p:cNvSpPr>
              <a:spLocks noChangeAspect="1"/>
            </p:cNvSpPr>
            <p:nvPr/>
          </p:nvSpPr>
          <p:spPr>
            <a:xfrm flipH="1">
              <a:off x="3966" y="3738"/>
              <a:ext cx="1088" cy="1088"/>
            </a:xfrm>
            <a:prstGeom prst="ellipse">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endParaRPr lang="zh-CN" altLang="en-US" sz="2400" b="1" dirty="0">
                <a:solidFill>
                  <a:schemeClr val="accent2"/>
                </a:solidFill>
              </a:endParaRPr>
            </a:p>
          </p:txBody>
        </p:sp>
        <p:pic>
          <p:nvPicPr>
            <p:cNvPr id="106" name="图片 5" descr="343435383036303b343532343134393bcdb7c4d4b7e7b1a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95" y="4068"/>
              <a:ext cx="429" cy="429"/>
            </a:xfrm>
            <a:prstGeom prst="rect">
              <a:avLst/>
            </a:prstGeom>
          </p:spPr>
        </p:pic>
      </p:grpSp>
      <p:cxnSp>
        <p:nvCxnSpPr>
          <p:cNvPr id="107" name="直接连接符 106"/>
          <p:cNvCxnSpPr/>
          <p:nvPr/>
        </p:nvCxnSpPr>
        <p:spPr>
          <a:xfrm>
            <a:off x="3583028" y="2787721"/>
            <a:ext cx="591820" cy="536575"/>
          </a:xfrm>
          <a:prstGeom prst="line">
            <a:avLst/>
          </a:prstGeom>
          <a:ln>
            <a:solidFill>
              <a:schemeClr val="accent2">
                <a:lumMod val="90000"/>
                <a:lumOff val="1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H="1" flipV="1">
            <a:off x="7968585" y="3288904"/>
            <a:ext cx="1202055" cy="154305"/>
          </a:xfrm>
          <a:prstGeom prst="straightConnector1">
            <a:avLst/>
          </a:prstGeom>
          <a:ln>
            <a:solidFill>
              <a:schemeClr val="accent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115" name="组合 114"/>
          <p:cNvGrpSpPr/>
          <p:nvPr/>
        </p:nvGrpSpPr>
        <p:grpSpPr>
          <a:xfrm>
            <a:off x="8840470" y="3282950"/>
            <a:ext cx="1621790" cy="1621790"/>
            <a:chOff x="14860" y="4836"/>
            <a:chExt cx="2554" cy="2554"/>
          </a:xfrm>
        </p:grpSpPr>
        <p:sp>
          <p:nvSpPr>
            <p:cNvPr id="108" name="椭圆 107"/>
            <p:cNvSpPr/>
            <p:nvPr/>
          </p:nvSpPr>
          <p:spPr>
            <a:xfrm flipH="1">
              <a:off x="14860" y="4836"/>
              <a:ext cx="2555" cy="2555"/>
            </a:xfrm>
            <a:prstGeom prst="ellipse">
              <a:avLst/>
            </a:prstGeom>
            <a:noFill/>
            <a:ln>
              <a:solidFill>
                <a:schemeClr val="accent1">
                  <a:lumMod val="50000"/>
                  <a:lumOff val="50000"/>
                  <a:alpha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110" name="椭圆 109"/>
            <p:cNvSpPr/>
            <p:nvPr/>
          </p:nvSpPr>
          <p:spPr>
            <a:xfrm flipH="1">
              <a:off x="15148" y="5123"/>
              <a:ext cx="1977" cy="1977"/>
            </a:xfrm>
            <a:prstGeom prst="ellipse">
              <a:avLst/>
            </a:prstGeom>
            <a:solidFill>
              <a:schemeClr val="accent1">
                <a:lumMod val="50000"/>
                <a:lumOff val="50000"/>
                <a:alpha val="90000"/>
              </a:schemeClr>
            </a:solidFill>
            <a:ln>
              <a:noFill/>
            </a:ln>
            <a:effectLst>
              <a:outerShdw blurRad="50800" dist="38100" dir="13500000" algn="b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111" name="椭圆 110"/>
            <p:cNvSpPr>
              <a:spLocks noChangeAspect="1"/>
            </p:cNvSpPr>
            <p:nvPr/>
          </p:nvSpPr>
          <p:spPr>
            <a:xfrm flipH="1">
              <a:off x="15593" y="5567"/>
              <a:ext cx="1088" cy="1088"/>
            </a:xfrm>
            <a:prstGeom prst="ellipse">
              <a:avLst/>
            </a:prstGeom>
            <a:solidFill>
              <a:schemeClr val="l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endParaRPr lang="zh-CN" altLang="en-US" sz="2400" b="1" dirty="0">
                <a:solidFill>
                  <a:schemeClr val="accent1"/>
                </a:solidFill>
              </a:endParaRPr>
            </a:p>
          </p:txBody>
        </p:sp>
        <p:pic>
          <p:nvPicPr>
            <p:cNvPr id="112" name="图片 19" descr="343435383036303b343532343136343bcfeec4bfb7b6cea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923" y="5931"/>
              <a:ext cx="429" cy="429"/>
            </a:xfrm>
            <a:prstGeom prst="rect">
              <a:avLst/>
            </a:prstGeom>
          </p:spPr>
        </p:pic>
      </p:grpSp>
      <p:sp>
        <p:nvSpPr>
          <p:cNvPr id="116" name="文本框 115"/>
          <p:cNvSpPr txBox="1"/>
          <p:nvPr/>
        </p:nvSpPr>
        <p:spPr>
          <a:xfrm>
            <a:off x="10426065" y="3881755"/>
            <a:ext cx="1473835" cy="368300"/>
          </a:xfrm>
          <a:prstGeom prst="rect">
            <a:avLst/>
          </a:prstGeom>
          <a:noFill/>
        </p:spPr>
        <p:txBody>
          <a:bodyPr wrap="square" rtlCol="0">
            <a:spAutoFit/>
          </a:bodyPr>
          <a:p>
            <a:pPr algn="ctr"/>
            <a:r>
              <a:rPr lang="en-US" altLang="zh-CN"/>
              <a:t>a</a:t>
            </a:r>
            <a:r>
              <a:rPr lang="zh-CN" altLang="en-US"/>
              <a:t>技术实现者</a:t>
            </a:r>
            <a:endParaRPr lang="zh-CN" altLang="en-US"/>
          </a:p>
        </p:txBody>
      </p:sp>
      <p:sp>
        <p:nvSpPr>
          <p:cNvPr id="117" name="文本框 116"/>
          <p:cNvSpPr txBox="1"/>
          <p:nvPr/>
        </p:nvSpPr>
        <p:spPr>
          <a:xfrm>
            <a:off x="7781290" y="2877820"/>
            <a:ext cx="1623060" cy="368300"/>
          </a:xfrm>
          <a:prstGeom prst="rect">
            <a:avLst/>
          </a:prstGeom>
          <a:noFill/>
        </p:spPr>
        <p:txBody>
          <a:bodyPr wrap="square" rtlCol="0">
            <a:spAutoFit/>
          </a:bodyPr>
          <a:p>
            <a:pPr algn="ctr"/>
            <a:r>
              <a:rPr lang="en-US" altLang="zh-CN">
                <a:solidFill>
                  <a:schemeClr val="tx1"/>
                </a:solidFill>
              </a:rPr>
              <a:t>A1</a:t>
            </a:r>
            <a:r>
              <a:rPr lang="zh-CN" altLang="en-US">
                <a:solidFill>
                  <a:schemeClr val="tx1"/>
                </a:solidFill>
              </a:rPr>
              <a:t>技术架构师</a:t>
            </a:r>
            <a:endParaRPr lang="zh-CN" altLang="en-US">
              <a:solidFill>
                <a:schemeClr val="tx1"/>
              </a:solidFill>
            </a:endParaRPr>
          </a:p>
        </p:txBody>
      </p:sp>
      <p:sp>
        <p:nvSpPr>
          <p:cNvPr id="118" name="文本框 117"/>
          <p:cNvSpPr txBox="1"/>
          <p:nvPr/>
        </p:nvSpPr>
        <p:spPr>
          <a:xfrm>
            <a:off x="7968615" y="5116830"/>
            <a:ext cx="1623060" cy="368300"/>
          </a:xfrm>
          <a:prstGeom prst="rect">
            <a:avLst/>
          </a:prstGeom>
          <a:noFill/>
        </p:spPr>
        <p:txBody>
          <a:bodyPr wrap="square" rtlCol="0">
            <a:spAutoFit/>
          </a:bodyPr>
          <a:p>
            <a:pPr algn="ctr"/>
            <a:r>
              <a:rPr lang="en-US" altLang="zh-CN">
                <a:solidFill>
                  <a:schemeClr val="tx1"/>
                </a:solidFill>
              </a:rPr>
              <a:t>A2</a:t>
            </a:r>
            <a:r>
              <a:rPr lang="zh-CN" altLang="en-US">
                <a:solidFill>
                  <a:schemeClr val="tx1"/>
                </a:solidFill>
              </a:rPr>
              <a:t>质量守护者</a:t>
            </a:r>
            <a:endParaRPr lang="zh-CN" altLang="en-US">
              <a:solidFill>
                <a:schemeClr val="tx1"/>
              </a:solidFill>
            </a:endParaRPr>
          </a:p>
        </p:txBody>
      </p:sp>
      <p:sp>
        <p:nvSpPr>
          <p:cNvPr id="119" name="文本框 118"/>
          <p:cNvSpPr txBox="1"/>
          <p:nvPr/>
        </p:nvSpPr>
        <p:spPr>
          <a:xfrm>
            <a:off x="5331460" y="6394450"/>
            <a:ext cx="1783715" cy="368300"/>
          </a:xfrm>
          <a:prstGeom prst="rect">
            <a:avLst/>
          </a:prstGeom>
          <a:noFill/>
        </p:spPr>
        <p:txBody>
          <a:bodyPr wrap="square" rtlCol="0">
            <a:spAutoFit/>
          </a:bodyPr>
          <a:p>
            <a:pPr algn="ctr"/>
            <a:r>
              <a:rPr lang="en-US" altLang="zh-CN">
                <a:solidFill>
                  <a:schemeClr val="tx1"/>
                </a:solidFill>
              </a:rPr>
              <a:t>B2</a:t>
            </a:r>
            <a:r>
              <a:rPr lang="zh-CN" altLang="en-US">
                <a:solidFill>
                  <a:schemeClr val="tx1"/>
                </a:solidFill>
              </a:rPr>
              <a:t>价值发现者</a:t>
            </a:r>
            <a:endParaRPr lang="zh-CN" altLang="en-US">
              <a:solidFill>
                <a:schemeClr val="tx1"/>
              </a:solidFill>
            </a:endParaRPr>
          </a:p>
        </p:txBody>
      </p:sp>
      <p:sp>
        <p:nvSpPr>
          <p:cNvPr id="120" name="文本框 119"/>
          <p:cNvSpPr txBox="1"/>
          <p:nvPr/>
        </p:nvSpPr>
        <p:spPr>
          <a:xfrm>
            <a:off x="2883535" y="5003165"/>
            <a:ext cx="1473835" cy="645160"/>
          </a:xfrm>
          <a:prstGeom prst="rect">
            <a:avLst/>
          </a:prstGeom>
          <a:noFill/>
        </p:spPr>
        <p:txBody>
          <a:bodyPr wrap="square" rtlCol="0">
            <a:spAutoFit/>
          </a:bodyPr>
          <a:p>
            <a:pPr algn="ctr"/>
            <a:r>
              <a:rPr lang="en-US" altLang="zh-CN">
                <a:solidFill>
                  <a:schemeClr val="tx1"/>
                </a:solidFill>
              </a:rPr>
              <a:t>B1</a:t>
            </a:r>
            <a:r>
              <a:rPr lang="zh-CN" altLang="en-US">
                <a:solidFill>
                  <a:schemeClr val="tx1"/>
                </a:solidFill>
              </a:rPr>
              <a:t>业务流程架构师</a:t>
            </a:r>
            <a:endParaRPr lang="zh-CN" altLang="en-US">
              <a:solidFill>
                <a:schemeClr val="tx1"/>
              </a:solidFill>
            </a:endParaRPr>
          </a:p>
        </p:txBody>
      </p:sp>
      <p:sp>
        <p:nvSpPr>
          <p:cNvPr id="121" name="文本框 120"/>
          <p:cNvSpPr txBox="1"/>
          <p:nvPr/>
        </p:nvSpPr>
        <p:spPr>
          <a:xfrm>
            <a:off x="2952115" y="3201035"/>
            <a:ext cx="1255395" cy="645160"/>
          </a:xfrm>
          <a:prstGeom prst="rect">
            <a:avLst/>
          </a:prstGeom>
          <a:noFill/>
        </p:spPr>
        <p:txBody>
          <a:bodyPr wrap="square" rtlCol="0">
            <a:spAutoFit/>
          </a:bodyPr>
          <a:p>
            <a:pPr algn="ctr"/>
            <a:r>
              <a:rPr lang="en-US" altLang="zh-CN">
                <a:solidFill>
                  <a:schemeClr val="tx1"/>
                </a:solidFill>
                <a:sym typeface="+mn-ea"/>
              </a:rPr>
              <a:t>C2</a:t>
            </a:r>
            <a:r>
              <a:rPr lang="zh-CN" altLang="en-US">
                <a:solidFill>
                  <a:schemeClr val="tx1"/>
                </a:solidFill>
                <a:sym typeface="+mn-ea"/>
              </a:rPr>
              <a:t>跨界整合者</a:t>
            </a:r>
            <a:endParaRPr lang="zh-CN" altLang="en-US">
              <a:solidFill>
                <a:schemeClr val="tx1"/>
              </a:solidFill>
              <a:sym typeface="+mn-ea"/>
            </a:endParaRPr>
          </a:p>
        </p:txBody>
      </p:sp>
      <p:sp>
        <p:nvSpPr>
          <p:cNvPr id="122" name="文本框 121"/>
          <p:cNvSpPr txBox="1"/>
          <p:nvPr/>
        </p:nvSpPr>
        <p:spPr>
          <a:xfrm>
            <a:off x="5335270" y="1748155"/>
            <a:ext cx="1791335" cy="368300"/>
          </a:xfrm>
          <a:prstGeom prst="rect">
            <a:avLst/>
          </a:prstGeom>
          <a:noFill/>
        </p:spPr>
        <p:txBody>
          <a:bodyPr wrap="square" rtlCol="0">
            <a:spAutoFit/>
          </a:bodyPr>
          <a:p>
            <a:pPr algn="ctr"/>
            <a:r>
              <a:rPr lang="en-US" altLang="zh-CN">
                <a:solidFill>
                  <a:schemeClr val="tx1"/>
                </a:solidFill>
                <a:sym typeface="+mn-ea"/>
              </a:rPr>
              <a:t>C1</a:t>
            </a:r>
            <a:r>
              <a:rPr lang="zh-CN" altLang="en-US">
                <a:solidFill>
                  <a:schemeClr val="tx1"/>
                </a:solidFill>
                <a:sym typeface="+mn-ea"/>
              </a:rPr>
              <a:t>业务解码</a:t>
            </a:r>
            <a:r>
              <a:rPr lang="zh-CN" altLang="en-US">
                <a:solidFill>
                  <a:schemeClr val="tx1"/>
                </a:solidFill>
                <a:sym typeface="+mn-ea"/>
              </a:rPr>
              <a:t>员</a:t>
            </a:r>
            <a:endParaRPr lang="zh-CN" altLang="en-US">
              <a:solidFill>
                <a:schemeClr val="tx1"/>
              </a:solidFill>
              <a:sym typeface="+mn-ea"/>
            </a:endParaRPr>
          </a:p>
        </p:txBody>
      </p:sp>
      <p:sp>
        <p:nvSpPr>
          <p:cNvPr id="123" name="文本框 122"/>
          <p:cNvSpPr txBox="1"/>
          <p:nvPr/>
        </p:nvSpPr>
        <p:spPr>
          <a:xfrm>
            <a:off x="271780" y="5601970"/>
            <a:ext cx="1473835" cy="368300"/>
          </a:xfrm>
          <a:prstGeom prst="rect">
            <a:avLst/>
          </a:prstGeom>
          <a:noFill/>
        </p:spPr>
        <p:txBody>
          <a:bodyPr wrap="square" rtlCol="0">
            <a:spAutoFit/>
          </a:bodyPr>
          <a:p>
            <a:pPr algn="ctr"/>
            <a:r>
              <a:rPr lang="en-US" altLang="zh-CN"/>
              <a:t>b</a:t>
            </a:r>
            <a:r>
              <a:rPr lang="zh-CN" altLang="en-US"/>
              <a:t>需求翻译</a:t>
            </a:r>
            <a:r>
              <a:rPr lang="zh-CN" altLang="en-US"/>
              <a:t>者</a:t>
            </a:r>
            <a:endParaRPr lang="zh-CN" altLang="en-US"/>
          </a:p>
        </p:txBody>
      </p:sp>
      <p:sp>
        <p:nvSpPr>
          <p:cNvPr id="124" name="文本框 123"/>
          <p:cNvSpPr txBox="1"/>
          <p:nvPr/>
        </p:nvSpPr>
        <p:spPr>
          <a:xfrm>
            <a:off x="664210" y="2547620"/>
            <a:ext cx="1473835" cy="368300"/>
          </a:xfrm>
          <a:prstGeom prst="rect">
            <a:avLst/>
          </a:prstGeom>
          <a:noFill/>
        </p:spPr>
        <p:txBody>
          <a:bodyPr wrap="square" rtlCol="0">
            <a:spAutoFit/>
          </a:bodyPr>
          <a:p>
            <a:pPr algn="ctr"/>
            <a:r>
              <a:rPr lang="zh-CN" altLang="en-US">
                <a:sym typeface="+mn-ea"/>
              </a:rPr>
              <a:t>项目执行官</a:t>
            </a:r>
            <a:endParaRPr lang="zh-CN" altLang="en-US"/>
          </a:p>
        </p:txBody>
      </p:sp>
      <p:sp>
        <p:nvSpPr>
          <p:cNvPr id="2" name="文本框 1"/>
          <p:cNvSpPr txBox="1"/>
          <p:nvPr/>
        </p:nvSpPr>
        <p:spPr>
          <a:xfrm>
            <a:off x="5382895" y="3840480"/>
            <a:ext cx="1474470" cy="829945"/>
          </a:xfrm>
          <a:prstGeom prst="rect">
            <a:avLst/>
          </a:prstGeom>
          <a:noFill/>
        </p:spPr>
        <p:txBody>
          <a:bodyPr wrap="square" rtlCol="0" anchor="t">
            <a:spAutoFit/>
          </a:bodyPr>
          <a:p>
            <a:pPr algn="ctr"/>
            <a:r>
              <a:rPr kumimoji="1" lang="zh-CN" altLang="en-US" sz="2400" b="1" dirty="0">
                <a:latin typeface="STZhongsong" panose="02010600040101010101" pitchFamily="2" charset="-122"/>
                <a:ea typeface="STZhongsong" panose="02010600040101010101" pitchFamily="2" charset="-122"/>
                <a:sym typeface="+mn-ea"/>
              </a:rPr>
              <a:t>业务价值合伙人</a:t>
            </a:r>
            <a:endParaRPr kumimoji="1" lang="zh-CN" altLang="en-US" sz="2400" b="1" dirty="0">
              <a:latin typeface="STZhongsong" panose="02010600040101010101" pitchFamily="2" charset="-122"/>
              <a:ea typeface="STZhongsong" panose="0201060004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397119" y="976020"/>
            <a:ext cx="10885863" cy="796867"/>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三大项目管理体系</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：PMP、Prince2（Projects in Controlled Environments）</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和</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IPMP</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虽然是认证体系</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辩证性地借鉴有助于我们看得</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更广</a:t>
            </a:r>
            <a:endPar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74" name="矩形: 圆角 20"/>
          <p:cNvSpPr/>
          <p:nvPr>
            <p:custDataLst>
              <p:tags r:id="rId1"/>
            </p:custDataLst>
          </p:nvPr>
        </p:nvSpPr>
        <p:spPr>
          <a:xfrm>
            <a:off x="395605" y="1800860"/>
            <a:ext cx="3538855" cy="5296535"/>
          </a:xfrm>
          <a:prstGeom prst="roundRect">
            <a:avLst>
              <a:gd name="adj" fmla="val 7916"/>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75" name="文本框 74"/>
          <p:cNvSpPr txBox="1"/>
          <p:nvPr>
            <p:custDataLst>
              <p:tags r:id="rId2"/>
            </p:custDataLst>
          </p:nvPr>
        </p:nvSpPr>
        <p:spPr>
          <a:xfrm>
            <a:off x="650240" y="2528570"/>
            <a:ext cx="2974340" cy="557530"/>
          </a:xfrm>
          <a:prstGeom prst="rect">
            <a:avLst/>
          </a:prstGeom>
          <a:noFill/>
        </p:spPr>
        <p:txBody>
          <a:bodyPr wrap="square" lIns="0" tIns="0" rIns="0" bIns="0" rtlCol="0" anchor="ctr" anchorCtr="0">
            <a:noAutofit/>
          </a:bodyPr>
          <a:p>
            <a:pPr lvl="0" algn="l">
              <a:lnSpc>
                <a:spcPct val="120000"/>
              </a:lnSpc>
              <a:buClrTx/>
              <a:buSzTx/>
              <a:buFontTx/>
            </a:pPr>
            <a:r>
              <a:rPr lang="en-US" altLang="zh-CN" b="1">
                <a:solidFill>
                  <a:schemeClr val="accent1"/>
                </a:solidFill>
                <a:latin typeface="+mn-ea"/>
                <a:cs typeface="+mn-ea"/>
                <a:sym typeface="+mn-ea"/>
              </a:rPr>
              <a:t>PMP </a:t>
            </a:r>
            <a:r>
              <a:rPr lang="zh-CN" altLang="en-US" b="1">
                <a:solidFill>
                  <a:schemeClr val="accent1"/>
                </a:solidFill>
                <a:latin typeface="+mn-ea"/>
                <a:cs typeface="+mn-ea"/>
                <a:sym typeface="+mn-ea"/>
              </a:rPr>
              <a:t>认证的能力体现</a:t>
            </a:r>
            <a:endParaRPr lang="zh-CN" altLang="en-US" b="1">
              <a:solidFill>
                <a:schemeClr val="accent1"/>
              </a:solidFill>
              <a:latin typeface="+mn-ea"/>
              <a:cs typeface="+mn-ea"/>
              <a:sym typeface="+mn-ea"/>
            </a:endParaRPr>
          </a:p>
        </p:txBody>
      </p:sp>
      <p:cxnSp>
        <p:nvCxnSpPr>
          <p:cNvPr id="76" name="直接连接符 75"/>
          <p:cNvCxnSpPr/>
          <p:nvPr>
            <p:custDataLst>
              <p:tags r:id="rId3"/>
            </p:custDataLst>
          </p:nvPr>
        </p:nvCxnSpPr>
        <p:spPr>
          <a:xfrm>
            <a:off x="685538" y="3032497"/>
            <a:ext cx="2905320" cy="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77" name="文本框 76"/>
          <p:cNvSpPr txBox="1"/>
          <p:nvPr>
            <p:custDataLst>
              <p:tags r:id="rId4"/>
            </p:custDataLst>
          </p:nvPr>
        </p:nvSpPr>
        <p:spPr>
          <a:xfrm>
            <a:off x="515620" y="3086100"/>
            <a:ext cx="3220720" cy="3239770"/>
          </a:xfrm>
          <a:prstGeom prst="rect">
            <a:avLst/>
          </a:prstGeom>
          <a:noFill/>
        </p:spPr>
        <p:txBody>
          <a:bodyPr wrap="square" lIns="0" tIns="0" rIns="0" bIns="0" rtlCol="0">
            <a:noAutofit/>
          </a:bodyPr>
          <a:p>
            <a:pPr indent="0" fontAlgn="auto">
              <a:lnSpc>
                <a:spcPct val="150000"/>
              </a:lnSpc>
            </a:pPr>
            <a:r>
              <a:rPr lang="zh-CN" altLang="en-US" sz="1400" kern="0" dirty="0">
                <a:ln>
                  <a:noFill/>
                  <a:prstDash val="sysDot"/>
                </a:ln>
                <a:solidFill>
                  <a:schemeClr val="tx1">
                    <a:lumMod val="85000"/>
                    <a:lumOff val="15000"/>
                  </a:schemeClr>
                </a:solidFill>
                <a:latin typeface="+mn-ea"/>
                <a:sym typeface="+mn-ea"/>
              </a:rPr>
              <a:t>广博的</a:t>
            </a:r>
            <a:r>
              <a:rPr lang="zh-CN" altLang="en-US" sz="1400" b="1" kern="0" dirty="0">
                <a:ln>
                  <a:noFill/>
                  <a:prstDash val="sysDot"/>
                </a:ln>
                <a:solidFill>
                  <a:srgbClr val="4579E3"/>
                </a:solidFill>
                <a:latin typeface="+mn-ea"/>
                <a:sym typeface="+mn-ea"/>
              </a:rPr>
              <a:t>知识面</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具备系统的项目管理通用知识体系和术语</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了解各种规划、执行和控制技术（如关键路径法、挣值管理等）。</a:t>
            </a:r>
            <a:endParaRPr lang="en-US" altLang="zh-CN"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b="1" kern="0" dirty="0">
                <a:ln>
                  <a:noFill/>
                  <a:prstDash val="sysDot"/>
                </a:ln>
                <a:solidFill>
                  <a:srgbClr val="4579E3"/>
                </a:solidFill>
                <a:latin typeface="+mn-ea"/>
                <a:sym typeface="+mn-ea"/>
              </a:rPr>
              <a:t>工具应用</a:t>
            </a:r>
            <a:r>
              <a:rPr lang="zh-CN" altLang="en-US" sz="1400" kern="0" dirty="0">
                <a:ln>
                  <a:noFill/>
                  <a:prstDash val="sysDot"/>
                </a:ln>
                <a:solidFill>
                  <a:schemeClr val="tx1">
                    <a:lumMod val="85000"/>
                    <a:lumOff val="15000"/>
                  </a:schemeClr>
                </a:solidFill>
                <a:latin typeface="+mn-ea"/>
                <a:sym typeface="+mn-ea"/>
              </a:rPr>
              <a:t>能力</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是一个熟练的</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工匠</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，知道在什么情况下该使用什么工具来解决问题。</a:t>
            </a:r>
            <a:endParaRPr lang="en-US" altLang="zh-CN"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b="1" kern="0" dirty="0">
                <a:ln>
                  <a:noFill/>
                  <a:prstDash val="sysDot"/>
                </a:ln>
                <a:solidFill>
                  <a:srgbClr val="4579E3"/>
                </a:solidFill>
                <a:latin typeface="+mn-ea"/>
                <a:sym typeface="+mn-ea"/>
              </a:rPr>
              <a:t>过程导向</a:t>
            </a:r>
            <a:r>
              <a:rPr lang="zh-CN" altLang="en-US" sz="1400" kern="0" dirty="0">
                <a:ln>
                  <a:noFill/>
                  <a:prstDash val="sysDot"/>
                </a:ln>
                <a:solidFill>
                  <a:schemeClr val="tx1">
                    <a:lumMod val="85000"/>
                    <a:lumOff val="15000"/>
                  </a:schemeClr>
                </a:solidFill>
                <a:latin typeface="+mn-ea"/>
                <a:sym typeface="+mn-ea"/>
              </a:rPr>
              <a:t>思维</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能够设计和执行一套完整的项目管理流程，从启动到收尾。</a:t>
            </a:r>
            <a:endParaRPr lang="en-US" altLang="zh-CN"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kern="0" dirty="0">
                <a:ln>
                  <a:noFill/>
                  <a:prstDash val="sysDot"/>
                </a:ln>
                <a:solidFill>
                  <a:schemeClr val="tx1">
                    <a:lumMod val="85000"/>
                    <a:lumOff val="15000"/>
                  </a:schemeClr>
                </a:solidFill>
                <a:latin typeface="+mn-ea"/>
                <a:sym typeface="+mn-ea"/>
              </a:rPr>
              <a:t>主要角色定位</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rgbClr val="FF0000"/>
                </a:solidFill>
                <a:latin typeface="+mn-ea"/>
                <a:sym typeface="+mn-ea"/>
              </a:rPr>
              <a:t>执行者、规划者</a:t>
            </a:r>
            <a:r>
              <a:rPr lang="zh-CN" altLang="en-US" sz="1400" kern="0" dirty="0">
                <a:ln>
                  <a:noFill/>
                  <a:prstDash val="sysDot"/>
                </a:ln>
                <a:solidFill>
                  <a:schemeClr val="tx1">
                    <a:lumMod val="85000"/>
                    <a:lumOff val="15000"/>
                  </a:schemeClr>
                </a:solidFill>
                <a:latin typeface="+mn-ea"/>
                <a:sym typeface="+mn-ea"/>
              </a:rPr>
              <a:t>。强于项目的具体操作和管理。</a:t>
            </a:r>
            <a:endParaRPr lang="zh-CN" altLang="en-US" sz="1400" kern="0" dirty="0">
              <a:ln>
                <a:noFill/>
                <a:prstDash val="sysDot"/>
              </a:ln>
              <a:solidFill>
                <a:schemeClr val="tx1">
                  <a:lumMod val="85000"/>
                  <a:lumOff val="15000"/>
                </a:schemeClr>
              </a:solidFill>
              <a:latin typeface="+mn-ea"/>
              <a:sym typeface="+mn-ea"/>
            </a:endParaRPr>
          </a:p>
        </p:txBody>
      </p:sp>
      <p:sp>
        <p:nvSpPr>
          <p:cNvPr id="78" name="矩形: 圆角 20"/>
          <p:cNvSpPr/>
          <p:nvPr>
            <p:custDataLst>
              <p:tags r:id="rId5"/>
            </p:custDataLst>
          </p:nvPr>
        </p:nvSpPr>
        <p:spPr>
          <a:xfrm>
            <a:off x="4064000" y="1800860"/>
            <a:ext cx="3831590" cy="5296535"/>
          </a:xfrm>
          <a:prstGeom prst="roundRect">
            <a:avLst>
              <a:gd name="adj" fmla="val 8073"/>
            </a:avLst>
          </a:prstGeom>
          <a:gradFill>
            <a:gsLst>
              <a:gs pos="100000">
                <a:schemeClr val="accent2">
                  <a:alpha val="0"/>
                </a:schemeClr>
              </a:gs>
              <a:gs pos="100000">
                <a:schemeClr val="accent2">
                  <a:alpha val="100000"/>
                </a:schemeClr>
              </a:gs>
              <a:gs pos="0">
                <a:schemeClr val="accent2">
                  <a:lumMod val="20000"/>
                  <a:lumOff val="80000"/>
                  <a:alpha val="10000"/>
                </a:schemeClr>
              </a:gs>
            </a:gsLst>
            <a:lin ang="5400000" scaled="0"/>
          </a:gradFill>
          <a:ln>
            <a:gradFill>
              <a:gsLst>
                <a:gs pos="20000">
                  <a:schemeClr val="accent2">
                    <a:alpha val="0"/>
                  </a:schemeClr>
                </a:gs>
                <a:gs pos="100000">
                  <a:schemeClr val="accent2">
                    <a:lumMod val="60000"/>
                    <a:lumOff val="40000"/>
                    <a:alpha val="100000"/>
                  </a:schemeClr>
                </a:gs>
              </a:gsLst>
              <a:lin ang="16200000" scaled="1"/>
            </a:gradFill>
          </a:ln>
          <a:effectLst>
            <a:outerShdw blurRad="152400" dist="38100" dir="13500000" algn="br" rotWithShape="0">
              <a:schemeClr val="accent2">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79" name="矩形: 圆角 20"/>
          <p:cNvSpPr/>
          <p:nvPr>
            <p:custDataLst>
              <p:tags r:id="rId6"/>
            </p:custDataLst>
          </p:nvPr>
        </p:nvSpPr>
        <p:spPr>
          <a:xfrm>
            <a:off x="8025130" y="1800860"/>
            <a:ext cx="3764280" cy="5296535"/>
          </a:xfrm>
          <a:prstGeom prst="roundRect">
            <a:avLst>
              <a:gd name="adj" fmla="val 8073"/>
            </a:avLst>
          </a:prstGeom>
          <a:gradFill>
            <a:gsLst>
              <a:gs pos="100000">
                <a:schemeClr val="accent1">
                  <a:alpha val="0"/>
                </a:schemeClr>
              </a:gs>
              <a:gs pos="100000">
                <a:schemeClr val="accent1">
                  <a:alpha val="100000"/>
                </a:schemeClr>
              </a:gs>
              <a:gs pos="0">
                <a:schemeClr val="accent1">
                  <a:lumMod val="20000"/>
                  <a:lumOff val="80000"/>
                  <a:alpha val="10000"/>
                </a:schemeClr>
              </a:gs>
            </a:gsLst>
            <a:lin ang="5400000" scaled="0"/>
          </a:gradFill>
          <a:ln>
            <a:gradFill>
              <a:gsLst>
                <a:gs pos="20000">
                  <a:schemeClr val="accent1">
                    <a:alpha val="0"/>
                  </a:schemeClr>
                </a:gs>
                <a:gs pos="100000">
                  <a:schemeClr val="accent1">
                    <a:lumMod val="60000"/>
                    <a:lumOff val="40000"/>
                    <a:alpha val="100000"/>
                  </a:schemeClr>
                </a:gs>
              </a:gsLst>
              <a:lin ang="16200000" scaled="1"/>
            </a:gradFill>
          </a:ln>
          <a:effectLst>
            <a:outerShdw blurRad="152400" dist="38100" dir="13500000" algn="br" rotWithShape="0">
              <a:schemeClr val="accent1">
                <a:lumMod val="75000"/>
                <a:alpha val="7000"/>
              </a:schemeClr>
            </a:outerShdw>
          </a:effec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360045" tIns="360045" rIns="288290" bIns="360045" numCol="1" spcCol="0" rtlCol="0" fromWordArt="0" anchor="b" anchorCtr="1" forceAA="0" compatLnSpc="1">
            <a:noAutofit/>
          </a:bodyPr>
          <a:p>
            <a:pPr lvl="0" algn="just">
              <a:lnSpc>
                <a:spcPct val="150000"/>
              </a:lnSpc>
              <a:spcBef>
                <a:spcPts val="0"/>
              </a:spcBef>
              <a:spcAft>
                <a:spcPts val="0"/>
              </a:spcAft>
              <a:buClrTx/>
              <a:buSzTx/>
              <a:buFontTx/>
            </a:pPr>
            <a:endParaRPr lang="zh-CN" altLang="en-US" sz="1600" kern="0" dirty="0">
              <a:ln>
                <a:noFill/>
                <a:prstDash val="sysDot"/>
              </a:ln>
              <a:solidFill>
                <a:srgbClr val="292929"/>
              </a:solidFill>
              <a:latin typeface="+mn-ea"/>
              <a:sym typeface="+mn-ea"/>
            </a:endParaRPr>
          </a:p>
        </p:txBody>
      </p:sp>
      <p:sp>
        <p:nvSpPr>
          <p:cNvPr id="80" name="文本框 79"/>
          <p:cNvSpPr txBox="1"/>
          <p:nvPr>
            <p:custDataLst>
              <p:tags r:id="rId7"/>
            </p:custDataLst>
          </p:nvPr>
        </p:nvSpPr>
        <p:spPr>
          <a:xfrm>
            <a:off x="4495800" y="2528570"/>
            <a:ext cx="2973070" cy="503555"/>
          </a:xfrm>
          <a:prstGeom prst="rect">
            <a:avLst/>
          </a:prstGeom>
          <a:noFill/>
        </p:spPr>
        <p:txBody>
          <a:bodyPr wrap="square" lIns="0" tIns="0" rIns="0" bIns="0" rtlCol="0" anchor="ctr" anchorCtr="0">
            <a:noAutofit/>
          </a:bodyPr>
          <a:p>
            <a:pPr lvl="0" algn="l">
              <a:lnSpc>
                <a:spcPct val="120000"/>
              </a:lnSpc>
              <a:buClrTx/>
              <a:buSzTx/>
              <a:buFontTx/>
            </a:pPr>
            <a:r>
              <a:rPr lang="en-US" altLang="zh-CN" b="1" dirty="0">
                <a:solidFill>
                  <a:schemeClr val="accent2"/>
                </a:solidFill>
                <a:latin typeface="+mn-ea"/>
                <a:cs typeface="+mn-ea"/>
                <a:sym typeface="+mn-ea"/>
              </a:rPr>
              <a:t>PRINCE2 </a:t>
            </a:r>
            <a:r>
              <a:rPr lang="zh-CN" altLang="en-US" b="1" dirty="0">
                <a:solidFill>
                  <a:schemeClr val="accent2"/>
                </a:solidFill>
                <a:latin typeface="+mn-ea"/>
                <a:cs typeface="+mn-ea"/>
                <a:sym typeface="+mn-ea"/>
              </a:rPr>
              <a:t>认证的能力体现</a:t>
            </a:r>
            <a:endParaRPr lang="zh-CN" altLang="en-US" b="1" dirty="0">
              <a:solidFill>
                <a:schemeClr val="accent2"/>
              </a:solidFill>
              <a:latin typeface="+mn-ea"/>
              <a:cs typeface="+mn-ea"/>
              <a:sym typeface="+mn-ea"/>
            </a:endParaRPr>
          </a:p>
        </p:txBody>
      </p:sp>
      <p:cxnSp>
        <p:nvCxnSpPr>
          <p:cNvPr id="81" name="直接连接符 80"/>
          <p:cNvCxnSpPr/>
          <p:nvPr>
            <p:custDataLst>
              <p:tags r:id="rId8"/>
            </p:custDataLst>
          </p:nvPr>
        </p:nvCxnSpPr>
        <p:spPr>
          <a:xfrm>
            <a:off x="4513849" y="3032497"/>
            <a:ext cx="2905320" cy="0"/>
          </a:xfrm>
          <a:prstGeom prst="line">
            <a:avLst/>
          </a:prstGeom>
          <a:ln>
            <a:gradFill>
              <a:gsLst>
                <a:gs pos="0">
                  <a:schemeClr val="accent2">
                    <a:alpha val="10000"/>
                  </a:schemeClr>
                </a:gs>
                <a:gs pos="100000">
                  <a:schemeClr val="accent2">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82" name="文本框 81"/>
          <p:cNvSpPr txBox="1"/>
          <p:nvPr>
            <p:custDataLst>
              <p:tags r:id="rId9"/>
            </p:custDataLst>
          </p:nvPr>
        </p:nvSpPr>
        <p:spPr>
          <a:xfrm>
            <a:off x="4141470" y="3032760"/>
            <a:ext cx="3714750" cy="3239770"/>
          </a:xfrm>
          <a:prstGeom prst="rect">
            <a:avLst/>
          </a:prstGeom>
          <a:noFill/>
        </p:spPr>
        <p:txBody>
          <a:bodyPr wrap="square" lIns="0" tIns="0" rIns="0" bIns="0" rtlCol="0">
            <a:noAutofit/>
          </a:bodyPr>
          <a:p>
            <a:pPr indent="0" fontAlgn="auto">
              <a:lnSpc>
                <a:spcPct val="150000"/>
              </a:lnSpc>
            </a:pPr>
            <a:r>
              <a:rPr lang="zh-CN" altLang="en-US" sz="1400" b="1" kern="0" dirty="0">
                <a:ln>
                  <a:noFill/>
                  <a:prstDash val="sysDot"/>
                </a:ln>
                <a:solidFill>
                  <a:srgbClr val="4579E3"/>
                </a:solidFill>
                <a:latin typeface="+mn-ea"/>
                <a:sym typeface="+mn-ea"/>
              </a:rPr>
              <a:t>结构化与治理能力</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如何在清晰的治理结构下管理项目</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清楚项目的</a:t>
            </a:r>
            <a:r>
              <a:rPr lang="zh-CN" altLang="en-US" sz="1400" kern="0" dirty="0">
                <a:ln>
                  <a:noFill/>
                  <a:prstDash val="sysDot"/>
                </a:ln>
                <a:solidFill>
                  <a:srgbClr val="FF0000"/>
                </a:solidFill>
                <a:latin typeface="+mn-ea"/>
                <a:sym typeface="+mn-ea"/>
              </a:rPr>
              <a:t>决策流程、报告机制和角色分工</a:t>
            </a:r>
            <a:r>
              <a:rPr lang="zh-CN" altLang="en-US" sz="1400" kern="0" dirty="0">
                <a:ln>
                  <a:noFill/>
                  <a:prstDash val="sysDot"/>
                </a:ln>
                <a:solidFill>
                  <a:schemeClr val="tx1">
                    <a:lumMod val="85000"/>
                    <a:lumOff val="15000"/>
                  </a:schemeClr>
                </a:solidFill>
                <a:latin typeface="+mn-ea"/>
                <a:sym typeface="+mn-ea"/>
              </a:rPr>
              <a:t>。</a:t>
            </a:r>
            <a:endParaRPr lang="zh-CN" altLang="en-US"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b="1" kern="0" dirty="0">
                <a:ln>
                  <a:noFill/>
                  <a:prstDash val="sysDot"/>
                </a:ln>
                <a:solidFill>
                  <a:srgbClr val="4579E3"/>
                </a:solidFill>
                <a:latin typeface="+mn-ea"/>
                <a:sym typeface="+mn-ea"/>
              </a:rPr>
              <a:t>业务导向</a:t>
            </a:r>
            <a:r>
              <a:rPr lang="zh-CN" altLang="en-US" sz="1400" kern="0" dirty="0">
                <a:ln>
                  <a:noFill/>
                  <a:prstDash val="sysDot"/>
                </a:ln>
                <a:solidFill>
                  <a:schemeClr val="tx1">
                    <a:lumMod val="85000"/>
                    <a:lumOff val="15000"/>
                  </a:schemeClr>
                </a:solidFill>
                <a:latin typeface="+mn-ea"/>
                <a:sym typeface="+mn-ea"/>
              </a:rPr>
              <a:t>能力</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善于</a:t>
            </a:r>
            <a:r>
              <a:rPr lang="zh-CN" altLang="en-US" sz="1400" kern="0" dirty="0">
                <a:ln>
                  <a:noFill/>
                  <a:prstDash val="sysDot"/>
                </a:ln>
                <a:solidFill>
                  <a:schemeClr val="tx1"/>
                </a:solidFill>
                <a:latin typeface="+mn-ea"/>
                <a:sym typeface="+mn-ea"/>
              </a:rPr>
              <a:t>业务论证</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时刻关注项目的价值和收益，确保项目始终服务于组织目标。</a:t>
            </a:r>
            <a:endParaRPr lang="zh-CN" altLang="en-US"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b="1" kern="0" dirty="0">
                <a:ln>
                  <a:noFill/>
                  <a:prstDash val="sysDot"/>
                </a:ln>
                <a:solidFill>
                  <a:srgbClr val="4579E3"/>
                </a:solidFill>
                <a:latin typeface="+mn-ea"/>
                <a:sym typeface="+mn-ea"/>
              </a:rPr>
              <a:t>风险与控制</a:t>
            </a:r>
            <a:r>
              <a:rPr lang="zh-CN" altLang="en-US" sz="1400" kern="0" dirty="0">
                <a:ln>
                  <a:noFill/>
                  <a:prstDash val="sysDot"/>
                </a:ln>
                <a:solidFill>
                  <a:schemeClr val="tx1">
                    <a:lumMod val="85000"/>
                    <a:lumOff val="15000"/>
                  </a:schemeClr>
                </a:solidFill>
                <a:latin typeface="+mn-ea"/>
                <a:sym typeface="+mn-ea"/>
              </a:rPr>
              <a:t>意识</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对项目控制有深刻理解，擅长通过阶段管理、容许偏差和例外管理来</a:t>
            </a:r>
            <a:r>
              <a:rPr lang="zh-CN" altLang="en-US" sz="1400" kern="0" dirty="0">
                <a:ln>
                  <a:noFill/>
                  <a:prstDash val="sysDot"/>
                </a:ln>
                <a:solidFill>
                  <a:srgbClr val="FF0000"/>
                </a:solidFill>
                <a:latin typeface="+mn-ea"/>
                <a:sym typeface="+mn-ea"/>
              </a:rPr>
              <a:t>确保项目不失控</a:t>
            </a:r>
            <a:r>
              <a:rPr lang="zh-CN" altLang="en-US" sz="1400" kern="0" dirty="0">
                <a:ln>
                  <a:noFill/>
                  <a:prstDash val="sysDot"/>
                </a:ln>
                <a:solidFill>
                  <a:schemeClr val="tx1">
                    <a:lumMod val="85000"/>
                    <a:lumOff val="15000"/>
                  </a:schemeClr>
                </a:solidFill>
                <a:latin typeface="+mn-ea"/>
                <a:sym typeface="+mn-ea"/>
              </a:rPr>
              <a:t>。</a:t>
            </a:r>
            <a:endParaRPr lang="zh-CN" altLang="en-US"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kern="0" dirty="0">
                <a:ln>
                  <a:noFill/>
                  <a:prstDash val="sysDot"/>
                </a:ln>
                <a:solidFill>
                  <a:schemeClr val="tx1">
                    <a:lumMod val="85000"/>
                    <a:lumOff val="15000"/>
                  </a:schemeClr>
                </a:solidFill>
                <a:latin typeface="+mn-ea"/>
                <a:sym typeface="+mn-ea"/>
              </a:rPr>
              <a:t>主要角色定位</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rgbClr val="FF0000"/>
                </a:solidFill>
                <a:latin typeface="+mn-ea"/>
                <a:sym typeface="+mn-ea"/>
              </a:rPr>
              <a:t>管理者、控制者</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不仅能管理项目，还能与管理层有效协作，确保项目符合组织战略。</a:t>
            </a:r>
            <a:endParaRPr lang="zh-CN" altLang="en-US" sz="1400" kern="0" dirty="0">
              <a:ln>
                <a:noFill/>
                <a:prstDash val="sysDot"/>
              </a:ln>
              <a:solidFill>
                <a:schemeClr val="tx1">
                  <a:lumMod val="85000"/>
                  <a:lumOff val="15000"/>
                </a:schemeClr>
              </a:solidFill>
              <a:latin typeface="+mn-ea"/>
              <a:sym typeface="+mn-ea"/>
            </a:endParaRPr>
          </a:p>
        </p:txBody>
      </p:sp>
      <p:sp>
        <p:nvSpPr>
          <p:cNvPr id="83" name="文本框 82"/>
          <p:cNvSpPr txBox="1"/>
          <p:nvPr>
            <p:custDataLst>
              <p:tags r:id="rId10"/>
            </p:custDataLst>
          </p:nvPr>
        </p:nvSpPr>
        <p:spPr>
          <a:xfrm>
            <a:off x="8340725" y="2528570"/>
            <a:ext cx="2973070" cy="483235"/>
          </a:xfrm>
          <a:prstGeom prst="rect">
            <a:avLst/>
          </a:prstGeom>
          <a:noFill/>
        </p:spPr>
        <p:txBody>
          <a:bodyPr wrap="square" lIns="0" tIns="0" rIns="0" bIns="0" rtlCol="0" anchor="ctr" anchorCtr="0">
            <a:noAutofit/>
          </a:bodyPr>
          <a:p>
            <a:pPr lvl="0" algn="l">
              <a:lnSpc>
                <a:spcPct val="120000"/>
              </a:lnSpc>
              <a:buClrTx/>
              <a:buSzTx/>
              <a:buFontTx/>
            </a:pPr>
            <a:r>
              <a:rPr lang="en-US" altLang="zh-CN" b="1">
                <a:solidFill>
                  <a:schemeClr val="accent1"/>
                </a:solidFill>
                <a:latin typeface="+mn-ea"/>
                <a:cs typeface="+mn-ea"/>
                <a:sym typeface="+mn-ea"/>
              </a:rPr>
              <a:t>IPMP </a:t>
            </a:r>
            <a:r>
              <a:rPr lang="zh-CN" altLang="en-US" b="1">
                <a:solidFill>
                  <a:schemeClr val="accent1"/>
                </a:solidFill>
                <a:latin typeface="+mn-ea"/>
                <a:cs typeface="+mn-ea"/>
                <a:sym typeface="+mn-ea"/>
              </a:rPr>
              <a:t>认证的能力体现</a:t>
            </a:r>
            <a:endParaRPr lang="zh-CN" altLang="en-US" b="1">
              <a:solidFill>
                <a:schemeClr val="accent1"/>
              </a:solidFill>
              <a:latin typeface="+mn-ea"/>
              <a:cs typeface="+mn-ea"/>
              <a:sym typeface="+mn-ea"/>
            </a:endParaRPr>
          </a:p>
        </p:txBody>
      </p:sp>
      <p:cxnSp>
        <p:nvCxnSpPr>
          <p:cNvPr id="84" name="直接连接符 83"/>
          <p:cNvCxnSpPr/>
          <p:nvPr>
            <p:custDataLst>
              <p:tags r:id="rId11"/>
            </p:custDataLst>
          </p:nvPr>
        </p:nvCxnSpPr>
        <p:spPr>
          <a:xfrm>
            <a:off x="8340889" y="3041387"/>
            <a:ext cx="2905320" cy="0"/>
          </a:xfrm>
          <a:prstGeom prst="line">
            <a:avLst/>
          </a:prstGeom>
          <a:ln>
            <a:gradFill>
              <a:gsLst>
                <a:gs pos="0">
                  <a:schemeClr val="accent1">
                    <a:alpha val="10000"/>
                  </a:schemeClr>
                </a:gs>
                <a:gs pos="100000">
                  <a:schemeClr val="accent1">
                    <a:alpha val="80000"/>
                  </a:schemeClr>
                </a:gs>
              </a:gsLst>
              <a:lin ang="10800000" scaled="1"/>
            </a:gradFill>
            <a:headEnd type="oval"/>
            <a:tailEnd type="none"/>
          </a:ln>
        </p:spPr>
        <p:style>
          <a:lnRef idx="2">
            <a:schemeClr val="accent1"/>
          </a:lnRef>
          <a:fillRef idx="0">
            <a:srgbClr val="FFFFFF"/>
          </a:fillRef>
          <a:effectRef idx="0">
            <a:srgbClr val="FFFFFF"/>
          </a:effectRef>
          <a:fontRef idx="minor">
            <a:schemeClr val="tx1"/>
          </a:fontRef>
        </p:style>
      </p:cxnSp>
      <p:sp>
        <p:nvSpPr>
          <p:cNvPr id="85" name="文本框 84"/>
          <p:cNvSpPr txBox="1"/>
          <p:nvPr>
            <p:custDataLst>
              <p:tags r:id="rId12"/>
            </p:custDataLst>
          </p:nvPr>
        </p:nvSpPr>
        <p:spPr>
          <a:xfrm>
            <a:off x="8120380" y="3046730"/>
            <a:ext cx="3648710" cy="3239770"/>
          </a:xfrm>
          <a:prstGeom prst="rect">
            <a:avLst/>
          </a:prstGeom>
          <a:noFill/>
        </p:spPr>
        <p:txBody>
          <a:bodyPr wrap="square" lIns="0" tIns="0" rIns="0" bIns="0" rtlCol="0">
            <a:noAutofit/>
          </a:bodyPr>
          <a:p>
            <a:pPr indent="0" fontAlgn="auto">
              <a:lnSpc>
                <a:spcPct val="150000"/>
              </a:lnSpc>
            </a:pPr>
            <a:r>
              <a:rPr lang="zh-CN" altLang="en-US" sz="1400" b="1" kern="0" dirty="0">
                <a:ln>
                  <a:noFill/>
                  <a:prstDash val="sysDot"/>
                </a:ln>
                <a:solidFill>
                  <a:srgbClr val="4579E3"/>
                </a:solidFill>
                <a:latin typeface="+mn-ea"/>
                <a:sym typeface="+mn-ea"/>
              </a:rPr>
              <a:t>经过验证的实战能力</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chemeClr val="tx1">
                    <a:lumMod val="85000"/>
                    <a:lumOff val="15000"/>
                  </a:schemeClr>
                </a:solidFill>
                <a:latin typeface="+mn-ea"/>
                <a:sym typeface="+mn-ea"/>
              </a:rPr>
              <a:t>（尤其是</a:t>
            </a:r>
            <a:r>
              <a:rPr lang="en-US" altLang="zh-CN" sz="1400" kern="0" dirty="0">
                <a:ln>
                  <a:noFill/>
                  <a:prstDash val="sysDot"/>
                </a:ln>
                <a:solidFill>
                  <a:schemeClr val="tx1">
                    <a:lumMod val="85000"/>
                    <a:lumOff val="15000"/>
                  </a:schemeClr>
                </a:solidFill>
                <a:latin typeface="+mn-ea"/>
                <a:sym typeface="+mn-ea"/>
              </a:rPr>
              <a:t>B</a:t>
            </a:r>
            <a:r>
              <a:rPr lang="zh-CN" altLang="en-US" sz="1400" kern="0" dirty="0">
                <a:ln>
                  <a:noFill/>
                  <a:prstDash val="sysDot"/>
                </a:ln>
                <a:solidFill>
                  <a:schemeClr val="tx1">
                    <a:lumMod val="85000"/>
                    <a:lumOff val="15000"/>
                  </a:schemeClr>
                </a:solidFill>
                <a:latin typeface="+mn-ea"/>
                <a:sym typeface="+mn-ea"/>
              </a:rPr>
              <a:t>级及以上）拥有管理特定复杂度项目的成功经验。</a:t>
            </a:r>
            <a:endParaRPr lang="zh-CN" altLang="en-US"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b="1" kern="0" dirty="0">
                <a:ln>
                  <a:noFill/>
                  <a:prstDash val="sysDot"/>
                </a:ln>
                <a:solidFill>
                  <a:srgbClr val="4579E3"/>
                </a:solidFill>
                <a:latin typeface="+mn-ea"/>
                <a:sym typeface="+mn-ea"/>
              </a:rPr>
              <a:t>全面的领导力</a:t>
            </a:r>
            <a:r>
              <a:rPr lang="en-US" altLang="zh-CN" sz="1400" kern="0" dirty="0">
                <a:ln>
                  <a:noFill/>
                  <a:prstDash val="sysDot"/>
                </a:ln>
                <a:solidFill>
                  <a:schemeClr val="tx1">
                    <a:lumMod val="85000"/>
                    <a:lumOff val="15000"/>
                  </a:schemeClr>
                </a:solidFill>
                <a:latin typeface="+mn-ea"/>
                <a:sym typeface="+mn-ea"/>
              </a:rPr>
              <a:t>: IPMP </a:t>
            </a:r>
            <a:r>
              <a:rPr lang="zh-CN" altLang="en-US" sz="1400" kern="0" dirty="0">
                <a:ln>
                  <a:noFill/>
                  <a:prstDash val="sysDot"/>
                </a:ln>
                <a:solidFill>
                  <a:schemeClr val="tx1">
                    <a:lumMod val="85000"/>
                    <a:lumOff val="15000"/>
                  </a:schemeClr>
                </a:solidFill>
                <a:latin typeface="+mn-ea"/>
                <a:sym typeface="+mn-ea"/>
              </a:rPr>
              <a:t>强调</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人员</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能力，证明不仅懂技术，还具备出色的</a:t>
            </a:r>
            <a:r>
              <a:rPr lang="zh-CN" altLang="en-US" sz="1400" kern="0" dirty="0">
                <a:ln>
                  <a:noFill/>
                  <a:prstDash val="sysDot"/>
                </a:ln>
                <a:solidFill>
                  <a:srgbClr val="FF0000"/>
                </a:solidFill>
                <a:latin typeface="+mn-ea"/>
                <a:sym typeface="+mn-ea"/>
              </a:rPr>
              <a:t>领导力、沟通能力和团队协作精神</a:t>
            </a:r>
            <a:r>
              <a:rPr lang="zh-CN" altLang="en-US" sz="1400" kern="0" dirty="0">
                <a:ln>
                  <a:noFill/>
                  <a:prstDash val="sysDot"/>
                </a:ln>
                <a:solidFill>
                  <a:schemeClr val="tx1">
                    <a:lumMod val="85000"/>
                    <a:lumOff val="15000"/>
                  </a:schemeClr>
                </a:solidFill>
                <a:latin typeface="+mn-ea"/>
                <a:sym typeface="+mn-ea"/>
              </a:rPr>
              <a:t>。</a:t>
            </a:r>
            <a:endParaRPr lang="zh-CN" altLang="en-US"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b="1" kern="0" dirty="0">
                <a:ln>
                  <a:noFill/>
                  <a:prstDash val="sysDot"/>
                </a:ln>
                <a:solidFill>
                  <a:srgbClr val="4579E3"/>
                </a:solidFill>
                <a:latin typeface="+mn-ea"/>
                <a:sym typeface="+mn-ea"/>
              </a:rPr>
              <a:t>战略与环境适应能力</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rgbClr val="FF0000"/>
                </a:solidFill>
                <a:latin typeface="+mn-ea"/>
                <a:sym typeface="+mn-ea"/>
              </a:rPr>
              <a:t>洞察</a:t>
            </a:r>
            <a:r>
              <a:rPr lang="en-US" altLang="zh-CN" sz="1400" kern="0" dirty="0">
                <a:ln>
                  <a:noFill/>
                  <a:prstDash val="sysDot"/>
                </a:ln>
                <a:solidFill>
                  <a:schemeClr val="tx1">
                    <a:lumMod val="85000"/>
                    <a:lumOff val="15000"/>
                  </a:schemeClr>
                </a:solidFill>
                <a:latin typeface="+mn-ea"/>
                <a:sym typeface="+mn-ea"/>
              </a:rPr>
              <a:t>”</a:t>
            </a:r>
            <a:r>
              <a:rPr lang="zh-CN" altLang="en-US" sz="1400" kern="0" dirty="0">
                <a:ln>
                  <a:noFill/>
                  <a:prstDash val="sysDot"/>
                </a:ln>
                <a:solidFill>
                  <a:schemeClr val="tx1">
                    <a:lumMod val="85000"/>
                    <a:lumOff val="15000"/>
                  </a:schemeClr>
                </a:solidFill>
                <a:latin typeface="+mn-ea"/>
                <a:sym typeface="+mn-ea"/>
              </a:rPr>
              <a:t>能力的考核，能够将项目置于更广阔的组织和市场环境中去思考，具备</a:t>
            </a:r>
            <a:r>
              <a:rPr lang="zh-CN" altLang="en-US" sz="1400" kern="0" dirty="0">
                <a:ln>
                  <a:noFill/>
                  <a:prstDash val="sysDot"/>
                </a:ln>
                <a:solidFill>
                  <a:srgbClr val="FF0000"/>
                </a:solidFill>
                <a:latin typeface="+mn-ea"/>
                <a:sym typeface="+mn-ea"/>
              </a:rPr>
              <a:t>战略眼光</a:t>
            </a:r>
            <a:r>
              <a:rPr lang="zh-CN" altLang="en-US" sz="1400" kern="0" dirty="0">
                <a:ln>
                  <a:noFill/>
                  <a:prstDash val="sysDot"/>
                </a:ln>
                <a:solidFill>
                  <a:schemeClr val="tx1">
                    <a:lumMod val="85000"/>
                    <a:lumOff val="15000"/>
                  </a:schemeClr>
                </a:solidFill>
                <a:latin typeface="+mn-ea"/>
                <a:sym typeface="+mn-ea"/>
              </a:rPr>
              <a:t>。</a:t>
            </a:r>
            <a:endParaRPr lang="zh-CN" altLang="en-US" sz="1400" kern="0" dirty="0">
              <a:ln>
                <a:noFill/>
                <a:prstDash val="sysDot"/>
              </a:ln>
              <a:solidFill>
                <a:schemeClr val="tx1">
                  <a:lumMod val="85000"/>
                  <a:lumOff val="15000"/>
                </a:schemeClr>
              </a:solidFill>
              <a:latin typeface="+mn-ea"/>
              <a:sym typeface="+mn-ea"/>
            </a:endParaRPr>
          </a:p>
          <a:p>
            <a:pPr indent="0" fontAlgn="auto">
              <a:lnSpc>
                <a:spcPct val="150000"/>
              </a:lnSpc>
            </a:pPr>
            <a:r>
              <a:rPr lang="zh-CN" altLang="en-US" sz="1400" kern="0" dirty="0">
                <a:ln>
                  <a:noFill/>
                  <a:prstDash val="sysDot"/>
                </a:ln>
                <a:solidFill>
                  <a:schemeClr val="tx1">
                    <a:lumMod val="85000"/>
                    <a:lumOff val="15000"/>
                  </a:schemeClr>
                </a:solidFill>
                <a:latin typeface="+mn-ea"/>
                <a:sym typeface="+mn-ea"/>
              </a:rPr>
              <a:t>主要角色定位</a:t>
            </a:r>
            <a:r>
              <a:rPr lang="en-US" altLang="zh-CN" sz="1400" kern="0" dirty="0">
                <a:ln>
                  <a:noFill/>
                  <a:prstDash val="sysDot"/>
                </a:ln>
                <a:solidFill>
                  <a:schemeClr val="tx1">
                    <a:lumMod val="85000"/>
                    <a:lumOff val="15000"/>
                  </a:schemeClr>
                </a:solidFill>
                <a:latin typeface="+mn-ea"/>
                <a:sym typeface="+mn-ea"/>
              </a:rPr>
              <a:t>: </a:t>
            </a:r>
            <a:r>
              <a:rPr lang="zh-CN" altLang="en-US" sz="1400" kern="0" dirty="0">
                <a:ln>
                  <a:noFill/>
                  <a:prstDash val="sysDot"/>
                </a:ln>
                <a:solidFill>
                  <a:srgbClr val="FF0000"/>
                </a:solidFill>
                <a:latin typeface="+mn-ea"/>
                <a:sym typeface="+mn-ea"/>
              </a:rPr>
              <a:t>领导者、战略家</a:t>
            </a:r>
            <a:r>
              <a:rPr lang="zh-CN" altLang="en-US" sz="1400" kern="0" dirty="0">
                <a:ln>
                  <a:noFill/>
                  <a:prstDash val="sysDot"/>
                </a:ln>
                <a:solidFill>
                  <a:schemeClr val="tx1">
                    <a:lumMod val="85000"/>
                    <a:lumOff val="15000"/>
                  </a:schemeClr>
                </a:solidFill>
                <a:latin typeface="+mn-ea"/>
                <a:sym typeface="+mn-ea"/>
              </a:rPr>
              <a:t>。能力等级越高，越能驾驭复杂、模糊且充满挑战的项目、项目群或项目组合。</a:t>
            </a:r>
            <a:endParaRPr lang="zh-CN" altLang="en-US" sz="1400" kern="0" dirty="0">
              <a:ln>
                <a:noFill/>
                <a:prstDash val="sysDot"/>
              </a:ln>
              <a:solidFill>
                <a:schemeClr val="tx1">
                  <a:lumMod val="85000"/>
                  <a:lumOff val="15000"/>
                </a:schemeClr>
              </a:solidFill>
              <a:latin typeface="+mn-ea"/>
              <a:sym typeface="+mn-ea"/>
            </a:endParaRPr>
          </a:p>
        </p:txBody>
      </p:sp>
      <p:pic>
        <p:nvPicPr>
          <p:cNvPr id="46" name="图片 45"/>
          <p:cNvPicPr>
            <a:picLocks noChangeAspect="1"/>
          </p:cNvPicPr>
          <p:nvPr/>
        </p:nvPicPr>
        <p:blipFill>
          <a:blip r:embed="rId13"/>
          <a:stretch>
            <a:fillRect/>
          </a:stretch>
        </p:blipFill>
        <p:spPr>
          <a:xfrm>
            <a:off x="4215765" y="1828800"/>
            <a:ext cx="3278505" cy="741045"/>
          </a:xfrm>
          <a:prstGeom prst="rect">
            <a:avLst/>
          </a:prstGeom>
        </p:spPr>
      </p:pic>
      <p:pic>
        <p:nvPicPr>
          <p:cNvPr id="72" name="图片 71"/>
          <p:cNvPicPr/>
          <p:nvPr/>
        </p:nvPicPr>
        <p:blipFill>
          <a:blip r:embed="rId14"/>
          <a:srcRect t="26650" b="31025"/>
          <a:stretch>
            <a:fillRect/>
          </a:stretch>
        </p:blipFill>
        <p:spPr>
          <a:xfrm>
            <a:off x="9205595" y="1811020"/>
            <a:ext cx="1712595" cy="659765"/>
          </a:xfrm>
          <a:prstGeom prst="rect">
            <a:avLst/>
          </a:prstGeom>
        </p:spPr>
      </p:pic>
      <p:pic>
        <p:nvPicPr>
          <p:cNvPr id="73" name="图片 72"/>
          <p:cNvPicPr>
            <a:picLocks noChangeAspect="1"/>
          </p:cNvPicPr>
          <p:nvPr/>
        </p:nvPicPr>
        <p:blipFill>
          <a:blip r:embed="rId15"/>
          <a:stretch>
            <a:fillRect/>
          </a:stretch>
        </p:blipFill>
        <p:spPr>
          <a:xfrm>
            <a:off x="1357630" y="1910715"/>
            <a:ext cx="1977390" cy="659130"/>
          </a:xfrm>
          <a:prstGeom prst="rect">
            <a:avLst/>
          </a:prstGeom>
        </p:spPr>
      </p:pic>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 </a:t>
            </a:r>
            <a:r>
              <a:rPr kumimoji="1" lang="zh-CN" altLang="en-US" sz="2000" b="1" dirty="0">
                <a:latin typeface="STZhongsong" panose="02010600040101010101" pitchFamily="2" charset="-122"/>
                <a:ea typeface="STZhongsong" panose="02010600040101010101" pitchFamily="2" charset="-122"/>
                <a:sym typeface="+mn-ea"/>
              </a:rPr>
              <a:t>关于体系</a:t>
            </a:r>
            <a:r>
              <a:rPr kumimoji="1" lang="zh-CN" altLang="en-US" sz="2000" b="1" dirty="0">
                <a:latin typeface="STZhongsong" panose="02010600040101010101" pitchFamily="2" charset="-122"/>
                <a:ea typeface="STZhongsong" panose="02010600040101010101" pitchFamily="2" charset="-122"/>
                <a:sym typeface="+mn-ea"/>
              </a:rPr>
              <a:t>化我们可以向谁学习</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PRINCE2</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是一个项目治理框架，而非简单的执行手册</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像</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PMP</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一样</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是完全站在项目发起方</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甲方</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的管理</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体系</a:t>
            </a:r>
            <a:endPar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 </a:t>
            </a:r>
            <a:r>
              <a:rPr kumimoji="1" lang="zh-CN" altLang="en-US" sz="2000" b="1" dirty="0">
                <a:latin typeface="STZhongsong" panose="02010600040101010101" pitchFamily="2" charset="-122"/>
                <a:ea typeface="STZhongsong" panose="02010600040101010101" pitchFamily="2" charset="-122"/>
                <a:sym typeface="+mn-ea"/>
              </a:rPr>
              <a:t>关于体系</a:t>
            </a:r>
            <a:r>
              <a:rPr kumimoji="1" lang="zh-CN" altLang="en-US" sz="2000" b="1" dirty="0">
                <a:latin typeface="STZhongsong" panose="02010600040101010101" pitchFamily="2" charset="-122"/>
                <a:ea typeface="STZhongsong" panose="02010600040101010101" pitchFamily="2" charset="-122"/>
                <a:sym typeface="+mn-ea"/>
              </a:rPr>
              <a:t>化我们可以向谁学习</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
        <p:nvSpPr>
          <p:cNvPr id="18" name="任意多边形: 形状 2"/>
          <p:cNvSpPr/>
          <p:nvPr>
            <p:custDataLst>
              <p:tags r:id="rId1"/>
            </p:custDataLst>
          </p:nvPr>
        </p:nvSpPr>
        <p:spPr>
          <a:xfrm flipV="1">
            <a:off x="0" y="4047487"/>
            <a:ext cx="12192000" cy="602367"/>
          </a:xfrm>
          <a:custGeom>
            <a:avLst/>
            <a:gdLst>
              <a:gd name="connsiteX0" fmla="*/ 0 w 19248"/>
              <a:gd name="connsiteY0" fmla="*/ 865 h 950"/>
              <a:gd name="connsiteX1" fmla="*/ 1438 w 19248"/>
              <a:gd name="connsiteY1" fmla="*/ 943 h 950"/>
              <a:gd name="connsiteX2" fmla="*/ 7493 w 19248"/>
              <a:gd name="connsiteY2" fmla="*/ 354 h 950"/>
              <a:gd name="connsiteX3" fmla="*/ 12353 w 19248"/>
              <a:gd name="connsiteY3" fmla="*/ 737 h 950"/>
              <a:gd name="connsiteX4" fmla="*/ 15481 w 19248"/>
              <a:gd name="connsiteY4" fmla="*/ 564 h 950"/>
              <a:gd name="connsiteX5" fmla="*/ 19248 w 19248"/>
              <a:gd name="connsiteY5" fmla="*/ 0 h 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48" h="951">
                <a:moveTo>
                  <a:pt x="0" y="865"/>
                </a:moveTo>
                <a:cubicBezTo>
                  <a:pt x="890" y="959"/>
                  <a:pt x="964" y="959"/>
                  <a:pt x="1438" y="943"/>
                </a:cubicBezTo>
                <a:cubicBezTo>
                  <a:pt x="2977" y="890"/>
                  <a:pt x="5646" y="406"/>
                  <a:pt x="7493" y="354"/>
                </a:cubicBezTo>
                <a:cubicBezTo>
                  <a:pt x="9340" y="302"/>
                  <a:pt x="11021" y="702"/>
                  <a:pt x="12353" y="737"/>
                </a:cubicBezTo>
                <a:cubicBezTo>
                  <a:pt x="13684" y="772"/>
                  <a:pt x="14348" y="706"/>
                  <a:pt x="15481" y="564"/>
                </a:cubicBezTo>
                <a:cubicBezTo>
                  <a:pt x="16615" y="422"/>
                  <a:pt x="17978" y="268"/>
                  <a:pt x="19248" y="0"/>
                </a:cubicBezTo>
              </a:path>
            </a:pathLst>
          </a:custGeom>
          <a:noFill/>
          <a:ln w="12700">
            <a:gradFill>
              <a:gsLst>
                <a:gs pos="0">
                  <a:schemeClr val="tx1">
                    <a:lumMod val="50000"/>
                    <a:lumOff val="50000"/>
                    <a:alpha val="20000"/>
                  </a:schemeClr>
                </a:gs>
                <a:gs pos="60000">
                  <a:schemeClr val="tx1">
                    <a:lumMod val="50000"/>
                    <a:lumOff val="50000"/>
                    <a:alpha val="60000"/>
                  </a:schemeClr>
                </a:gs>
                <a:gs pos="100000">
                  <a:schemeClr val="tx1">
                    <a:lumMod val="50000"/>
                    <a:lumOff val="50000"/>
                    <a:alpha val="2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795" b="0" i="0" u="none" strike="noStrike" kern="1200" cap="none" spc="0" normalizeH="0" baseline="0" noProof="0">
              <a:ln>
                <a:noFill/>
              </a:ln>
              <a:solidFill>
                <a:srgbClr val="FFFFFF"/>
              </a:solidFill>
              <a:effectLst/>
              <a:uLnTx/>
              <a:uFillTx/>
              <a:latin typeface="HarmonyOS Sans SC"/>
              <a:ea typeface="HarmonyOS Sans SC"/>
              <a:cs typeface="+mn-cs"/>
            </a:endParaRPr>
          </a:p>
        </p:txBody>
      </p:sp>
      <p:sp>
        <p:nvSpPr>
          <p:cNvPr id="19" name="任意多边形: 形状 3"/>
          <p:cNvSpPr/>
          <p:nvPr>
            <p:custDataLst>
              <p:tags r:id="rId2"/>
            </p:custDataLst>
          </p:nvPr>
        </p:nvSpPr>
        <p:spPr>
          <a:xfrm rot="261585">
            <a:off x="52574" y="3440040"/>
            <a:ext cx="12072918" cy="1772299"/>
          </a:xfrm>
          <a:custGeom>
            <a:avLst/>
            <a:gdLst>
              <a:gd name="connsiteX0" fmla="*/ 0 w 19060"/>
              <a:gd name="connsiteY0" fmla="*/ 2798 h 2798"/>
              <a:gd name="connsiteX1" fmla="*/ 7398 w 19060"/>
              <a:gd name="connsiteY1" fmla="*/ 884 h 2798"/>
              <a:gd name="connsiteX2" fmla="*/ 12257 w 19060"/>
              <a:gd name="connsiteY2" fmla="*/ 1605 h 2798"/>
              <a:gd name="connsiteX3" fmla="*/ 15386 w 19060"/>
              <a:gd name="connsiteY3" fmla="*/ 1279 h 2798"/>
              <a:gd name="connsiteX4" fmla="*/ 19060 w 19060"/>
              <a:gd name="connsiteY4" fmla="*/ 0 h 2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 h="2798">
                <a:moveTo>
                  <a:pt x="0" y="2798"/>
                </a:moveTo>
                <a:cubicBezTo>
                  <a:pt x="1517" y="2480"/>
                  <a:pt x="5561" y="1070"/>
                  <a:pt x="7398" y="884"/>
                </a:cubicBezTo>
                <a:cubicBezTo>
                  <a:pt x="9235" y="698"/>
                  <a:pt x="10926" y="1539"/>
                  <a:pt x="12257" y="1605"/>
                </a:cubicBezTo>
                <a:cubicBezTo>
                  <a:pt x="13589" y="1670"/>
                  <a:pt x="14252" y="1546"/>
                  <a:pt x="15386" y="1279"/>
                </a:cubicBezTo>
                <a:cubicBezTo>
                  <a:pt x="16520" y="1012"/>
                  <a:pt x="17790" y="506"/>
                  <a:pt x="19060" y="0"/>
                </a:cubicBezTo>
              </a:path>
            </a:pathLst>
          </a:custGeom>
          <a:noFill/>
          <a:ln w="31750">
            <a:gradFill>
              <a:gsLst>
                <a:gs pos="0">
                  <a:schemeClr val="accent1">
                    <a:lumMod val="20000"/>
                    <a:lumOff val="80000"/>
                    <a:alpha val="100000"/>
                  </a:schemeClr>
                </a:gs>
                <a:gs pos="53000">
                  <a:schemeClr val="accent1">
                    <a:lumMod val="60000"/>
                    <a:lumOff val="40000"/>
                    <a:alpha val="100000"/>
                  </a:schemeClr>
                </a:gs>
                <a:gs pos="100000">
                  <a:schemeClr val="accent1">
                    <a:lumMod val="20000"/>
                    <a:lumOff val="80000"/>
                    <a:alpha val="10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795" b="0" i="0" u="none" strike="noStrike" kern="1200" cap="none" spc="0" normalizeH="0" baseline="0" noProof="0">
              <a:ln>
                <a:noFill/>
              </a:ln>
              <a:solidFill>
                <a:srgbClr val="FFFFFF"/>
              </a:solidFill>
              <a:effectLst/>
              <a:uLnTx/>
              <a:uFillTx/>
              <a:latin typeface="HarmonyOS Sans SC"/>
              <a:ea typeface="HarmonyOS Sans SC"/>
              <a:cs typeface="+mn-cs"/>
            </a:endParaRPr>
          </a:p>
        </p:txBody>
      </p:sp>
      <p:sp>
        <p:nvSpPr>
          <p:cNvPr id="33" name="文本框 32"/>
          <p:cNvSpPr txBox="1"/>
          <p:nvPr>
            <p:custDataLst>
              <p:tags r:id="rId3"/>
            </p:custDataLst>
          </p:nvPr>
        </p:nvSpPr>
        <p:spPr>
          <a:xfrm>
            <a:off x="7028815" y="2261870"/>
            <a:ext cx="4627245" cy="999490"/>
          </a:xfrm>
          <a:prstGeom prst="rect">
            <a:avLst/>
          </a:prstGeom>
          <a:noFill/>
        </p:spPr>
        <p:txBody>
          <a:bodyPr wrap="square" lIns="0" tIns="0" rIns="0" bIns="0" rtlCol="0">
            <a:noAutofit/>
          </a:bodyPr>
          <a:lstStyle/>
          <a:p>
            <a:pPr algn="l">
              <a:lnSpc>
                <a:spcPct val="130000"/>
              </a:lnSpc>
            </a:pPr>
            <a:r>
              <a:rPr lang="en-US" altLang="zh-CN" sz="1395" dirty="0">
                <a:solidFill>
                  <a:schemeClr val="tx1">
                    <a:lumMod val="85000"/>
                    <a:lumOff val="15000"/>
                  </a:schemeClr>
                </a:solidFill>
              </a:rPr>
              <a:t>1）</a:t>
            </a:r>
            <a:r>
              <a:rPr lang="zh-CN" altLang="en-US" sz="1395" dirty="0">
                <a:solidFill>
                  <a:schemeClr val="tx1">
                    <a:lumMod val="85000"/>
                    <a:lumOff val="15000"/>
                  </a:schemeClr>
                </a:solidFill>
              </a:rPr>
              <a:t>阶段管理</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强制阶段划分</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每个里程碑结束点都是控制点</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以便</a:t>
            </a:r>
            <a:r>
              <a:rPr lang="zh-CN" altLang="en-US" sz="1395" dirty="0">
                <a:solidFill>
                  <a:srgbClr val="FF0000"/>
                </a:solidFill>
              </a:rPr>
              <a:t>定期</a:t>
            </a:r>
            <a:r>
              <a:rPr lang="en-US" altLang="zh-CN" sz="1395" dirty="0">
                <a:solidFill>
                  <a:srgbClr val="FF0000"/>
                </a:solidFill>
              </a:rPr>
              <a:t>“</a:t>
            </a:r>
            <a:r>
              <a:rPr lang="zh-CN" altLang="en-US" sz="1395" dirty="0">
                <a:solidFill>
                  <a:srgbClr val="FF0000"/>
                </a:solidFill>
              </a:rPr>
              <a:t>刹车</a:t>
            </a:r>
            <a:r>
              <a:rPr lang="en-US" altLang="zh-CN" sz="1395" dirty="0">
                <a:solidFill>
                  <a:srgbClr val="FF0000"/>
                </a:solidFill>
              </a:rPr>
              <a:t>”</a:t>
            </a:r>
            <a:r>
              <a:rPr lang="zh-CN" altLang="en-US" sz="1395" dirty="0">
                <a:solidFill>
                  <a:srgbClr val="FF0000"/>
                </a:solidFill>
              </a:rPr>
              <a:t>或调整方向</a:t>
            </a:r>
            <a:r>
              <a:rPr lang="en-US" altLang="zh-CN" sz="1395" dirty="0">
                <a:solidFill>
                  <a:srgbClr val="FF0000"/>
                </a:solidFill>
              </a:rPr>
              <a:t>；</a:t>
            </a:r>
            <a:endParaRPr lang="en-US" altLang="zh-CN" sz="1395" dirty="0">
              <a:solidFill>
                <a:srgbClr val="FF0000"/>
              </a:solidFill>
            </a:endParaRPr>
          </a:p>
          <a:p>
            <a:pPr algn="l">
              <a:lnSpc>
                <a:spcPct val="130000"/>
              </a:lnSpc>
            </a:pPr>
            <a:r>
              <a:rPr lang="en-US" altLang="zh-CN" sz="1395" dirty="0">
                <a:solidFill>
                  <a:schemeClr val="tx1"/>
                </a:solidFill>
              </a:rPr>
              <a:t>2）</a:t>
            </a:r>
            <a:r>
              <a:rPr lang="zh-CN" altLang="en-US" sz="1395" dirty="0">
                <a:solidFill>
                  <a:schemeClr val="tx1"/>
                </a:solidFill>
              </a:rPr>
              <a:t>容许偏差</a:t>
            </a:r>
            <a:r>
              <a:rPr lang="en-US" altLang="zh-CN" sz="1395" dirty="0">
                <a:solidFill>
                  <a:schemeClr val="tx1"/>
                </a:solidFill>
              </a:rPr>
              <a:t>：</a:t>
            </a:r>
            <a:r>
              <a:rPr lang="zh-CN" altLang="en-US" sz="1395" dirty="0">
                <a:solidFill>
                  <a:schemeClr val="tx1"/>
                </a:solidFill>
              </a:rPr>
              <a:t>为六个绩效设定偏差</a:t>
            </a:r>
            <a:r>
              <a:rPr lang="en-US" altLang="zh-CN" sz="1395" dirty="0">
                <a:solidFill>
                  <a:schemeClr val="tx1"/>
                </a:solidFill>
              </a:rPr>
              <a:t>，</a:t>
            </a:r>
            <a:r>
              <a:rPr lang="zh-CN" altLang="en-US" sz="1395" dirty="0">
                <a:solidFill>
                  <a:schemeClr val="tx1"/>
                </a:solidFill>
              </a:rPr>
              <a:t>给予</a:t>
            </a:r>
            <a:r>
              <a:rPr lang="en-US" altLang="zh-CN" sz="1395" dirty="0">
                <a:solidFill>
                  <a:schemeClr val="tx1"/>
                </a:solidFill>
              </a:rPr>
              <a:t>pm</a:t>
            </a:r>
            <a:r>
              <a:rPr lang="zh-CN" altLang="en-US" sz="1395" dirty="0">
                <a:solidFill>
                  <a:schemeClr val="tx1"/>
                </a:solidFill>
              </a:rPr>
              <a:t>自主权和</a:t>
            </a:r>
            <a:r>
              <a:rPr lang="zh-CN" altLang="en-US" sz="1395" dirty="0">
                <a:solidFill>
                  <a:schemeClr val="tx1"/>
                </a:solidFill>
              </a:rPr>
              <a:t>边界</a:t>
            </a:r>
            <a:endParaRPr lang="zh-CN" altLang="en-US" sz="1395" dirty="0">
              <a:solidFill>
                <a:schemeClr val="tx1"/>
              </a:solidFill>
            </a:endParaRPr>
          </a:p>
          <a:p>
            <a:pPr algn="l">
              <a:lnSpc>
                <a:spcPct val="130000"/>
              </a:lnSpc>
            </a:pPr>
            <a:r>
              <a:rPr lang="en-US" altLang="zh-CN" sz="1395" dirty="0">
                <a:solidFill>
                  <a:schemeClr val="tx1"/>
                </a:solidFill>
              </a:rPr>
              <a:t>3）</a:t>
            </a:r>
            <a:r>
              <a:rPr lang="zh-CN" altLang="en-US" sz="1395" dirty="0">
                <a:solidFill>
                  <a:schemeClr val="tx1"/>
                </a:solidFill>
              </a:rPr>
              <a:t>例外管理</a:t>
            </a:r>
            <a:r>
              <a:rPr lang="en-US" altLang="zh-CN" sz="1395" dirty="0">
                <a:solidFill>
                  <a:schemeClr val="tx1"/>
                </a:solidFill>
              </a:rPr>
              <a:t>：</a:t>
            </a:r>
            <a:r>
              <a:rPr lang="zh-CN" altLang="en-US" sz="1395" dirty="0">
                <a:solidFill>
                  <a:schemeClr val="tx1"/>
                </a:solidFill>
              </a:rPr>
              <a:t>预测</a:t>
            </a:r>
            <a:r>
              <a:rPr lang="en-US" altLang="zh-CN" sz="1395" dirty="0">
                <a:solidFill>
                  <a:schemeClr val="tx1"/>
                </a:solidFill>
              </a:rPr>
              <a:t>—&gt;</a:t>
            </a:r>
            <a:r>
              <a:rPr lang="zh-CN" altLang="en-US" sz="1395" dirty="0">
                <a:solidFill>
                  <a:schemeClr val="tx1"/>
                </a:solidFill>
              </a:rPr>
              <a:t>停止与报告</a:t>
            </a:r>
            <a:r>
              <a:rPr lang="en-US" altLang="zh-CN" sz="1395" dirty="0">
                <a:sym typeface="+mn-ea"/>
              </a:rPr>
              <a:t>—&gt;</a:t>
            </a:r>
            <a:r>
              <a:rPr lang="zh-CN" altLang="en-US" sz="1395" dirty="0">
                <a:sym typeface="+mn-ea"/>
              </a:rPr>
              <a:t>上报</a:t>
            </a:r>
            <a:r>
              <a:rPr lang="en-US" altLang="zh-CN" sz="1395" dirty="0">
                <a:sym typeface="+mn-ea"/>
              </a:rPr>
              <a:t>—&gt;</a:t>
            </a:r>
            <a:r>
              <a:rPr lang="zh-CN" altLang="en-US" sz="1395" dirty="0">
                <a:sym typeface="+mn-ea"/>
              </a:rPr>
              <a:t>决策</a:t>
            </a:r>
            <a:endParaRPr lang="zh-CN" altLang="en-US" sz="1395" dirty="0">
              <a:sym typeface="+mn-ea"/>
            </a:endParaRPr>
          </a:p>
          <a:p>
            <a:pPr algn="l">
              <a:lnSpc>
                <a:spcPct val="130000"/>
              </a:lnSpc>
            </a:pPr>
            <a:r>
              <a:rPr lang="zh-CN" altLang="en-US" sz="1395" dirty="0">
                <a:sym typeface="+mn-ea"/>
              </a:rPr>
              <a:t>管理精髓</a:t>
            </a:r>
            <a:r>
              <a:rPr lang="en-US" altLang="zh-CN" sz="1395" dirty="0">
                <a:sym typeface="+mn-ea"/>
              </a:rPr>
              <a:t>：</a:t>
            </a:r>
            <a:r>
              <a:rPr lang="zh-CN" altLang="en-US" sz="1395" dirty="0">
                <a:sym typeface="+mn-ea"/>
              </a:rPr>
              <a:t>确保了项目管理委员会的</a:t>
            </a:r>
            <a:r>
              <a:rPr lang="en-US" altLang="zh-CN" sz="1395" dirty="0">
                <a:sym typeface="+mn-ea"/>
              </a:rPr>
              <a:t>“</a:t>
            </a:r>
            <a:r>
              <a:rPr lang="zh-CN" altLang="en-US" sz="1395" dirty="0">
                <a:sym typeface="+mn-ea"/>
              </a:rPr>
              <a:t>精力</a:t>
            </a:r>
            <a:r>
              <a:rPr lang="en-US" altLang="zh-CN" sz="1395" dirty="0">
                <a:sym typeface="+mn-ea"/>
              </a:rPr>
              <a:t>”</a:t>
            </a:r>
            <a:r>
              <a:rPr lang="zh-CN" altLang="en-US" sz="1395" dirty="0">
                <a:sym typeface="+mn-ea"/>
              </a:rPr>
              <a:t>只花在最重要的地方</a:t>
            </a:r>
            <a:r>
              <a:rPr lang="en-US" altLang="zh-CN" sz="1395" dirty="0">
                <a:sym typeface="+mn-ea"/>
              </a:rPr>
              <a:t>——</a:t>
            </a:r>
            <a:r>
              <a:rPr lang="zh-CN" altLang="en-US" sz="1395" dirty="0">
                <a:sym typeface="+mn-ea"/>
              </a:rPr>
              <a:t>当项目面临失控风险时</a:t>
            </a:r>
            <a:r>
              <a:rPr lang="en-US" altLang="zh-CN" sz="1395" dirty="0">
                <a:sym typeface="+mn-ea"/>
              </a:rPr>
              <a:t>。</a:t>
            </a:r>
            <a:endParaRPr lang="en-US" altLang="zh-CN" sz="1395" dirty="0">
              <a:sym typeface="+mn-ea"/>
            </a:endParaRPr>
          </a:p>
        </p:txBody>
      </p:sp>
      <p:sp>
        <p:nvSpPr>
          <p:cNvPr id="34" name="矩形: 圆角 33"/>
          <p:cNvSpPr/>
          <p:nvPr>
            <p:custDataLst>
              <p:tags r:id="rId4"/>
            </p:custDataLst>
          </p:nvPr>
        </p:nvSpPr>
        <p:spPr>
          <a:xfrm>
            <a:off x="8114697" y="1878640"/>
            <a:ext cx="2571172" cy="383361"/>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r>
              <a:rPr lang="zh-CN" altLang="en-US" sz="1795" b="1" spc="100" dirty="0">
                <a:solidFill>
                  <a:schemeClr val="accent1"/>
                </a:solidFill>
              </a:rPr>
              <a:t>处理偏差和管理例外</a:t>
            </a:r>
            <a:endParaRPr lang="zh-CN" altLang="en-US" sz="1795" b="1" spc="100" dirty="0">
              <a:solidFill>
                <a:schemeClr val="accent1"/>
              </a:solidFill>
            </a:endParaRPr>
          </a:p>
        </p:txBody>
      </p:sp>
      <p:sp>
        <p:nvSpPr>
          <p:cNvPr id="4103" name="椭圆 4102"/>
          <p:cNvSpPr/>
          <p:nvPr>
            <p:custDataLst>
              <p:tags r:id="rId5"/>
            </p:custDataLst>
          </p:nvPr>
        </p:nvSpPr>
        <p:spPr>
          <a:xfrm>
            <a:off x="9152868" y="4314155"/>
            <a:ext cx="502743" cy="502743"/>
          </a:xfrm>
          <a:prstGeom prst="ellipse">
            <a:avLst/>
          </a:prstGeom>
          <a:gradFill flip="none" rotWithShape="1">
            <a:gsLst>
              <a:gs pos="0">
                <a:schemeClr val="accent1">
                  <a:lumMod val="20000"/>
                  <a:lumOff val="80000"/>
                  <a:alpha val="100000"/>
                </a:schemeClr>
              </a:gs>
              <a:gs pos="21000">
                <a:schemeClr val="accent1">
                  <a:lumMod val="60000"/>
                  <a:lumOff val="40000"/>
                  <a:alpha val="100000"/>
                </a:schemeClr>
              </a:gs>
              <a:gs pos="80000">
                <a:schemeClr val="accent1">
                  <a:alpha val="100000"/>
                </a:schemeClr>
              </a:gs>
            </a:gsLst>
            <a:path path="circle">
              <a:fillToRect l="50000" t="-80000" r="50000" b="180000"/>
            </a:path>
            <a:tileRect/>
          </a:gradFill>
          <a:ln w="1191" cap="flat">
            <a:noFill/>
            <a:prstDash val="solid"/>
            <a:miter/>
          </a:ln>
        </p:spPr>
        <p:txBody>
          <a:bodyPr wrap="none" lIns="0" tIns="0" rIns="0" bIns="0" rtlCol="0" anchor="ctr"/>
          <a:lstStyle/>
          <a:p>
            <a:pPr algn="ctr"/>
            <a:r>
              <a:rPr lang="en-US" altLang="zh-CN" sz="1795" b="1" dirty="0">
                <a:solidFill>
                  <a:srgbClr val="FFFFFF"/>
                </a:solidFill>
              </a:rPr>
              <a:t>03</a:t>
            </a:r>
            <a:endParaRPr lang="en-US" altLang="zh-CN" sz="1795" b="1" dirty="0">
              <a:solidFill>
                <a:srgbClr val="FFFFFF"/>
              </a:solidFill>
            </a:endParaRPr>
          </a:p>
        </p:txBody>
      </p:sp>
      <p:sp>
        <p:nvSpPr>
          <p:cNvPr id="31" name="文本框 30"/>
          <p:cNvSpPr txBox="1"/>
          <p:nvPr>
            <p:custDataLst>
              <p:tags r:id="rId6"/>
            </p:custDataLst>
          </p:nvPr>
        </p:nvSpPr>
        <p:spPr>
          <a:xfrm>
            <a:off x="4086225" y="5002530"/>
            <a:ext cx="4028440" cy="999490"/>
          </a:xfrm>
          <a:prstGeom prst="rect">
            <a:avLst/>
          </a:prstGeom>
          <a:noFill/>
        </p:spPr>
        <p:txBody>
          <a:bodyPr wrap="square" lIns="0" tIns="0" rIns="0" bIns="0" rtlCol="0">
            <a:noAutofit/>
          </a:bodyPr>
          <a:lstStyle/>
          <a:p>
            <a:pPr algn="l">
              <a:lnSpc>
                <a:spcPct val="130000"/>
              </a:lnSpc>
            </a:pPr>
            <a:r>
              <a:rPr lang="zh-CN" altLang="en-US" sz="1395" dirty="0">
                <a:solidFill>
                  <a:schemeClr val="tx1">
                    <a:lumMod val="85000"/>
                    <a:lumOff val="15000"/>
                  </a:schemeClr>
                </a:solidFill>
              </a:rPr>
              <a:t>独特的组织架构和权责划分，清晰地定义了</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管理者</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和</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控制者</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的角色，实现了治理与执行的分离</a:t>
            </a:r>
            <a:r>
              <a:rPr lang="en-US" altLang="zh-CN" sz="1395" dirty="0">
                <a:solidFill>
                  <a:schemeClr val="tx1">
                    <a:lumMod val="85000"/>
                    <a:lumOff val="15000"/>
                  </a:schemeClr>
                </a:solidFill>
              </a:rPr>
              <a:t>。</a:t>
            </a:r>
            <a:endParaRPr lang="zh-CN" altLang="en-US" sz="1395" dirty="0">
              <a:solidFill>
                <a:schemeClr val="tx1">
                  <a:lumMod val="85000"/>
                  <a:lumOff val="15000"/>
                </a:schemeClr>
              </a:solidFill>
            </a:endParaRPr>
          </a:p>
          <a:p>
            <a:pPr algn="l">
              <a:lnSpc>
                <a:spcPct val="130000"/>
              </a:lnSpc>
            </a:pPr>
            <a:r>
              <a:rPr lang="en-US" altLang="zh-CN" sz="1395" dirty="0">
                <a:solidFill>
                  <a:schemeClr val="tx1">
                    <a:lumMod val="85000"/>
                    <a:lumOff val="15000"/>
                  </a:schemeClr>
                </a:solidFill>
              </a:rPr>
              <a:t>1）</a:t>
            </a:r>
            <a:r>
              <a:rPr lang="zh-CN" altLang="en-US" sz="1395" dirty="0">
                <a:solidFill>
                  <a:schemeClr val="tx1">
                    <a:lumMod val="85000"/>
                    <a:lumOff val="15000"/>
                  </a:schemeClr>
                </a:solidFill>
              </a:rPr>
              <a:t>三层管理架构</a:t>
            </a:r>
            <a:r>
              <a:rPr lang="en-US" altLang="zh-CN" sz="1395" dirty="0">
                <a:solidFill>
                  <a:schemeClr val="tx1">
                    <a:lumMod val="85000"/>
                    <a:lumOff val="15000"/>
                  </a:schemeClr>
                </a:solidFill>
              </a:rPr>
              <a:t>（</a:t>
            </a:r>
            <a:r>
              <a:rPr lang="zh-CN" altLang="en-US" sz="1395" dirty="0">
                <a:solidFill>
                  <a:srgbClr val="FF0000"/>
                </a:solidFill>
              </a:rPr>
              <a:t>指导</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委员会</a:t>
            </a:r>
            <a:r>
              <a:rPr lang="en-US" altLang="zh-CN" sz="1395" dirty="0">
                <a:solidFill>
                  <a:schemeClr val="tx1">
                    <a:lumMod val="85000"/>
                    <a:lumOff val="15000"/>
                  </a:schemeClr>
                </a:solidFill>
              </a:rPr>
              <a:t>、</a:t>
            </a:r>
            <a:r>
              <a:rPr lang="zh-CN" altLang="en-US" sz="1395" dirty="0">
                <a:solidFill>
                  <a:srgbClr val="FF0000"/>
                </a:solidFill>
              </a:rPr>
              <a:t>管理</a:t>
            </a:r>
            <a:r>
              <a:rPr lang="en-US" altLang="zh-CN" sz="1395" dirty="0">
                <a:solidFill>
                  <a:schemeClr val="tx1">
                    <a:lumMod val="85000"/>
                    <a:lumOff val="15000"/>
                  </a:schemeClr>
                </a:solidFill>
              </a:rPr>
              <a:t>-pm、</a:t>
            </a:r>
            <a:r>
              <a:rPr lang="zh-CN" altLang="en-US" sz="1395" dirty="0">
                <a:solidFill>
                  <a:srgbClr val="FF0000"/>
                </a:solidFill>
              </a:rPr>
              <a:t>交付</a:t>
            </a:r>
            <a:r>
              <a:rPr lang="en-US" altLang="zh-CN" sz="1395" dirty="0">
                <a:solidFill>
                  <a:schemeClr val="tx1">
                    <a:lumMod val="85000"/>
                    <a:lumOff val="15000"/>
                  </a:schemeClr>
                </a:solidFill>
              </a:rPr>
              <a:t>）</a:t>
            </a:r>
            <a:endParaRPr lang="en-US" altLang="zh-CN" sz="1395" dirty="0">
              <a:solidFill>
                <a:schemeClr val="tx1">
                  <a:lumMod val="85000"/>
                  <a:lumOff val="15000"/>
                </a:schemeClr>
              </a:solidFill>
            </a:endParaRPr>
          </a:p>
          <a:p>
            <a:pPr algn="l">
              <a:lnSpc>
                <a:spcPct val="130000"/>
              </a:lnSpc>
            </a:pPr>
            <a:r>
              <a:rPr lang="en-US" altLang="zh-CN" sz="1395" dirty="0">
                <a:solidFill>
                  <a:schemeClr val="tx1">
                    <a:lumMod val="85000"/>
                    <a:lumOff val="15000"/>
                  </a:schemeClr>
                </a:solidFill>
              </a:rPr>
              <a:t>2）</a:t>
            </a:r>
            <a:r>
              <a:rPr lang="zh-CN" altLang="en-US" sz="1395" dirty="0">
                <a:solidFill>
                  <a:schemeClr val="tx1">
                    <a:lumMod val="85000"/>
                    <a:lumOff val="15000"/>
                  </a:schemeClr>
                </a:solidFill>
              </a:rPr>
              <a:t>基于授权的权力</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在项目管理委员会授予的</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容许偏差</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范围内自主管理</a:t>
            </a:r>
            <a:endParaRPr lang="zh-CN" altLang="en-US" sz="1395" dirty="0">
              <a:solidFill>
                <a:schemeClr val="tx1">
                  <a:lumMod val="85000"/>
                  <a:lumOff val="15000"/>
                </a:schemeClr>
              </a:solidFill>
            </a:endParaRPr>
          </a:p>
        </p:txBody>
      </p:sp>
      <p:sp>
        <p:nvSpPr>
          <p:cNvPr id="32" name="矩形: 圆角 31"/>
          <p:cNvSpPr/>
          <p:nvPr>
            <p:custDataLst>
              <p:tags r:id="rId7"/>
            </p:custDataLst>
          </p:nvPr>
        </p:nvSpPr>
        <p:spPr>
          <a:xfrm>
            <a:off x="4806998" y="4583357"/>
            <a:ext cx="2571172" cy="383361"/>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r>
              <a:rPr lang="zh-CN" altLang="en-US" sz="1795" b="1" spc="100" dirty="0">
                <a:solidFill>
                  <a:schemeClr val="accent2"/>
                </a:solidFill>
              </a:rPr>
              <a:t>体现</a:t>
            </a:r>
            <a:r>
              <a:rPr lang="en-US" altLang="zh-CN" sz="1795" b="1" spc="100" dirty="0">
                <a:solidFill>
                  <a:schemeClr val="accent2"/>
                </a:solidFill>
              </a:rPr>
              <a:t>“</a:t>
            </a:r>
            <a:r>
              <a:rPr lang="zh-CN" altLang="en-US" sz="1795" b="1" spc="100" dirty="0">
                <a:solidFill>
                  <a:schemeClr val="accent2"/>
                </a:solidFill>
              </a:rPr>
              <a:t>管理者和控制者</a:t>
            </a:r>
            <a:r>
              <a:rPr lang="en-US" altLang="zh-CN" sz="1795" b="1" spc="100" dirty="0">
                <a:solidFill>
                  <a:schemeClr val="accent2"/>
                </a:solidFill>
              </a:rPr>
              <a:t>”</a:t>
            </a:r>
            <a:r>
              <a:rPr lang="zh-CN" altLang="en-US" sz="1795" b="1" spc="100" dirty="0">
                <a:solidFill>
                  <a:schemeClr val="accent2"/>
                </a:solidFill>
              </a:rPr>
              <a:t>的角色定位</a:t>
            </a:r>
            <a:endParaRPr lang="zh-CN" altLang="en-US" sz="1795" b="1" spc="100" dirty="0">
              <a:solidFill>
                <a:schemeClr val="accent2"/>
              </a:solidFill>
            </a:endParaRPr>
          </a:p>
        </p:txBody>
      </p:sp>
      <p:sp>
        <p:nvSpPr>
          <p:cNvPr id="4104" name="椭圆 4103"/>
          <p:cNvSpPr/>
          <p:nvPr>
            <p:custDataLst>
              <p:tags r:id="rId8"/>
            </p:custDataLst>
          </p:nvPr>
        </p:nvSpPr>
        <p:spPr>
          <a:xfrm>
            <a:off x="5844534" y="3858095"/>
            <a:ext cx="502743" cy="502743"/>
          </a:xfrm>
          <a:prstGeom prst="ellipse">
            <a:avLst/>
          </a:prstGeom>
          <a:gradFill flip="none" rotWithShape="1">
            <a:gsLst>
              <a:gs pos="0">
                <a:schemeClr val="accent2">
                  <a:lumMod val="20000"/>
                  <a:lumOff val="80000"/>
                  <a:alpha val="100000"/>
                </a:schemeClr>
              </a:gs>
              <a:gs pos="21000">
                <a:schemeClr val="accent2">
                  <a:lumMod val="60000"/>
                  <a:lumOff val="40000"/>
                  <a:alpha val="100000"/>
                </a:schemeClr>
              </a:gs>
              <a:gs pos="80000">
                <a:schemeClr val="accent2">
                  <a:alpha val="100000"/>
                </a:schemeClr>
              </a:gs>
            </a:gsLst>
            <a:path path="circle">
              <a:fillToRect l="50000" t="-80000" r="50000" b="180000"/>
            </a:path>
            <a:tileRect/>
          </a:gradFill>
          <a:ln w="1191" cap="flat">
            <a:noFill/>
            <a:prstDash val="solid"/>
            <a:miter/>
          </a:ln>
        </p:spPr>
        <p:txBody>
          <a:bodyPr wrap="none" lIns="0" tIns="0" rIns="0" bIns="0" rtlCol="0" anchor="ctr"/>
          <a:lstStyle/>
          <a:p>
            <a:pPr algn="ctr"/>
            <a:r>
              <a:rPr lang="en-US" altLang="zh-CN" sz="1795" b="1" dirty="0">
                <a:solidFill>
                  <a:srgbClr val="FFFFFF"/>
                </a:solidFill>
              </a:rPr>
              <a:t>02</a:t>
            </a:r>
            <a:endParaRPr lang="en-US" altLang="zh-CN" sz="1795" b="1" dirty="0">
              <a:solidFill>
                <a:srgbClr val="FFFFFF"/>
              </a:solidFill>
            </a:endParaRPr>
          </a:p>
        </p:txBody>
      </p:sp>
      <p:sp>
        <p:nvSpPr>
          <p:cNvPr id="20" name="文本框 19"/>
          <p:cNvSpPr txBox="1"/>
          <p:nvPr>
            <p:custDataLst>
              <p:tags r:id="rId9"/>
            </p:custDataLst>
          </p:nvPr>
        </p:nvSpPr>
        <p:spPr>
          <a:xfrm>
            <a:off x="583565" y="1878330"/>
            <a:ext cx="5446395" cy="999490"/>
          </a:xfrm>
          <a:prstGeom prst="rect">
            <a:avLst/>
          </a:prstGeom>
          <a:noFill/>
        </p:spPr>
        <p:txBody>
          <a:bodyPr wrap="square" lIns="0" tIns="0" rIns="0" bIns="0" rtlCol="0">
            <a:noAutofit/>
          </a:bodyPr>
          <a:lstStyle/>
          <a:p>
            <a:pPr algn="l">
              <a:lnSpc>
                <a:spcPct val="130000"/>
              </a:lnSpc>
            </a:pPr>
            <a:r>
              <a:rPr lang="zh-CN" altLang="en-US" sz="1395" dirty="0">
                <a:solidFill>
                  <a:schemeClr val="tx1">
                    <a:lumMod val="85000"/>
                    <a:lumOff val="15000"/>
                  </a:schemeClr>
                </a:solidFill>
              </a:rPr>
              <a:t>通过原则、实践和流程强制实现</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其核心支柱是</a:t>
            </a:r>
            <a:r>
              <a:rPr lang="zh-CN" altLang="en-US" sz="1395" dirty="0">
                <a:solidFill>
                  <a:srgbClr val="FF0000"/>
                </a:solidFill>
              </a:rPr>
              <a:t>业务论证</a:t>
            </a:r>
            <a:r>
              <a:rPr lang="en-US" altLang="zh-CN" sz="1395" dirty="0">
                <a:solidFill>
                  <a:schemeClr val="tx1">
                    <a:lumMod val="85000"/>
                    <a:lumOff val="15000"/>
                  </a:schemeClr>
                </a:solidFill>
              </a:rPr>
              <a:t>—</a:t>
            </a:r>
            <a:endParaRPr lang="zh-CN" altLang="en-US" sz="1395" dirty="0">
              <a:solidFill>
                <a:schemeClr val="tx1">
                  <a:lumMod val="85000"/>
                  <a:lumOff val="15000"/>
                </a:schemeClr>
              </a:solidFill>
            </a:endParaRPr>
          </a:p>
          <a:p>
            <a:pPr algn="l">
              <a:lnSpc>
                <a:spcPct val="130000"/>
              </a:lnSpc>
            </a:pPr>
            <a:r>
              <a:rPr lang="en-US" altLang="zh-CN" sz="1395" dirty="0">
                <a:solidFill>
                  <a:schemeClr val="tx1">
                    <a:lumMod val="85000"/>
                    <a:lumOff val="15000"/>
                  </a:schemeClr>
                </a:solidFill>
              </a:rPr>
              <a:t>1）</a:t>
            </a:r>
            <a:r>
              <a:rPr lang="zh-CN" altLang="en-US" sz="1395" dirty="0">
                <a:solidFill>
                  <a:schemeClr val="tx1">
                    <a:lumMod val="85000"/>
                    <a:lumOff val="15000"/>
                  </a:schemeClr>
                </a:solidFill>
              </a:rPr>
              <a:t>第一原则：持续的业务验证</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包括原因、收益、成本、时间、风险和负面影响</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绩效目标</a:t>
            </a:r>
            <a:r>
              <a:rPr lang="en-US" altLang="zh-CN" sz="1395" dirty="0">
                <a:solidFill>
                  <a:schemeClr val="tx1">
                    <a:lumMod val="85000"/>
                    <a:lumOff val="15000"/>
                  </a:schemeClr>
                </a:solidFill>
              </a:rPr>
              <a:t>）；</a:t>
            </a:r>
            <a:endParaRPr lang="zh-CN" altLang="en-US" sz="1395" dirty="0">
              <a:solidFill>
                <a:schemeClr val="tx1">
                  <a:lumMod val="85000"/>
                  <a:lumOff val="15000"/>
                </a:schemeClr>
              </a:solidFill>
            </a:endParaRPr>
          </a:p>
          <a:p>
            <a:pPr algn="l">
              <a:lnSpc>
                <a:spcPct val="130000"/>
              </a:lnSpc>
            </a:pPr>
            <a:r>
              <a:rPr lang="en-US" altLang="zh-CN" sz="1395" dirty="0">
                <a:solidFill>
                  <a:schemeClr val="tx1">
                    <a:lumMod val="85000"/>
                    <a:lumOff val="15000"/>
                  </a:schemeClr>
                </a:solidFill>
              </a:rPr>
              <a:t>2）</a:t>
            </a:r>
            <a:r>
              <a:rPr lang="zh-CN" altLang="en-US" sz="1395" dirty="0">
                <a:solidFill>
                  <a:schemeClr val="tx1">
                    <a:lumMod val="85000"/>
                    <a:lumOff val="15000"/>
                  </a:schemeClr>
                </a:solidFill>
              </a:rPr>
              <a:t>通过实践进行管理</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论证在整个项目生命周期中都必须保持有效</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并被持续更新和引用</a:t>
            </a:r>
            <a:r>
              <a:rPr lang="en-US" altLang="zh-CN" sz="1395" dirty="0">
                <a:solidFill>
                  <a:schemeClr val="tx1">
                    <a:lumMod val="85000"/>
                    <a:lumOff val="15000"/>
                  </a:schemeClr>
                </a:solidFill>
              </a:rPr>
              <a:t>；</a:t>
            </a:r>
            <a:endParaRPr lang="zh-CN" altLang="en-US" sz="1395" dirty="0">
              <a:solidFill>
                <a:schemeClr val="tx1">
                  <a:lumMod val="85000"/>
                  <a:lumOff val="15000"/>
                </a:schemeClr>
              </a:solidFill>
            </a:endParaRPr>
          </a:p>
          <a:p>
            <a:pPr algn="l">
              <a:lnSpc>
                <a:spcPct val="130000"/>
              </a:lnSpc>
            </a:pPr>
            <a:r>
              <a:rPr lang="en-US" altLang="zh-CN" sz="1395" dirty="0">
                <a:solidFill>
                  <a:schemeClr val="tx1">
                    <a:lumMod val="85000"/>
                    <a:lumOff val="15000"/>
                  </a:schemeClr>
                </a:solidFill>
              </a:rPr>
              <a:t>3）</a:t>
            </a:r>
            <a:r>
              <a:rPr lang="zh-CN" altLang="en-US" sz="1395" dirty="0">
                <a:solidFill>
                  <a:schemeClr val="tx1">
                    <a:lumMod val="85000"/>
                    <a:lumOff val="15000"/>
                  </a:schemeClr>
                </a:solidFill>
              </a:rPr>
              <a:t>通过流程嵌入决策点</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引入边界管理</a:t>
            </a:r>
            <a:r>
              <a:rPr lang="en-US" altLang="zh-CN" sz="1395" dirty="0">
                <a:solidFill>
                  <a:schemeClr val="tx1">
                    <a:lumMod val="85000"/>
                    <a:lumOff val="15000"/>
                  </a:schemeClr>
                </a:solidFill>
              </a:rPr>
              <a:t>，</a:t>
            </a:r>
            <a:r>
              <a:rPr lang="zh-CN" altLang="en-US" sz="1395" dirty="0">
                <a:solidFill>
                  <a:schemeClr val="tx1">
                    <a:lumMod val="85000"/>
                    <a:lumOff val="15000"/>
                  </a:schemeClr>
                </a:solidFill>
              </a:rPr>
              <a:t>每个阶段结束时，项目经理必须更新业务论证</a:t>
            </a:r>
            <a:r>
              <a:rPr lang="en-US" altLang="zh-CN" sz="1395" dirty="0">
                <a:solidFill>
                  <a:schemeClr val="tx1">
                    <a:lumMod val="85000"/>
                    <a:lumOff val="15000"/>
                  </a:schemeClr>
                </a:solidFill>
              </a:rPr>
              <a:t>。</a:t>
            </a:r>
            <a:endParaRPr lang="en-US" altLang="zh-CN" sz="1395" dirty="0">
              <a:solidFill>
                <a:schemeClr val="tx1">
                  <a:lumMod val="85000"/>
                  <a:lumOff val="15000"/>
                </a:schemeClr>
              </a:solidFill>
            </a:endParaRPr>
          </a:p>
        </p:txBody>
      </p:sp>
      <p:sp>
        <p:nvSpPr>
          <p:cNvPr id="21" name="矩形: 圆角 16"/>
          <p:cNvSpPr/>
          <p:nvPr>
            <p:custDataLst>
              <p:tags r:id="rId10"/>
            </p:custDataLst>
          </p:nvPr>
        </p:nvSpPr>
        <p:spPr>
          <a:xfrm>
            <a:off x="1513230" y="4583237"/>
            <a:ext cx="2572749" cy="383361"/>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lstStyle/>
          <a:p>
            <a:pPr algn="ctr"/>
            <a:r>
              <a:rPr lang="zh-CN" altLang="en-US" sz="1795" b="1" spc="100" dirty="0">
                <a:solidFill>
                  <a:schemeClr val="accent1"/>
                </a:solidFill>
              </a:rPr>
              <a:t>基于绩效验证的业务导向</a:t>
            </a:r>
            <a:r>
              <a:rPr lang="zh-CN" altLang="en-US" sz="1795" b="1" spc="100" dirty="0">
                <a:solidFill>
                  <a:schemeClr val="accent1"/>
                </a:solidFill>
              </a:rPr>
              <a:t>机制</a:t>
            </a:r>
            <a:endParaRPr lang="zh-CN" altLang="en-US" sz="1795" b="1" spc="100" dirty="0">
              <a:solidFill>
                <a:schemeClr val="accent1"/>
              </a:solidFill>
            </a:endParaRPr>
          </a:p>
        </p:txBody>
      </p:sp>
      <p:sp>
        <p:nvSpPr>
          <p:cNvPr id="4105" name="椭圆 4104"/>
          <p:cNvSpPr/>
          <p:nvPr>
            <p:custDataLst>
              <p:tags r:id="rId11"/>
            </p:custDataLst>
          </p:nvPr>
        </p:nvSpPr>
        <p:spPr>
          <a:xfrm>
            <a:off x="2536200" y="3942973"/>
            <a:ext cx="502743" cy="502743"/>
          </a:xfrm>
          <a:prstGeom prst="ellipse">
            <a:avLst/>
          </a:prstGeom>
          <a:gradFill flip="none" rotWithShape="1">
            <a:gsLst>
              <a:gs pos="0">
                <a:schemeClr val="accent1">
                  <a:lumMod val="20000"/>
                  <a:lumOff val="80000"/>
                  <a:alpha val="100000"/>
                </a:schemeClr>
              </a:gs>
              <a:gs pos="21000">
                <a:schemeClr val="accent1">
                  <a:lumMod val="60000"/>
                  <a:lumOff val="40000"/>
                  <a:alpha val="100000"/>
                </a:schemeClr>
              </a:gs>
              <a:gs pos="80000">
                <a:schemeClr val="accent1">
                  <a:alpha val="100000"/>
                </a:schemeClr>
              </a:gs>
            </a:gsLst>
            <a:path path="circle">
              <a:fillToRect l="50000" t="-80000" r="50000" b="180000"/>
            </a:path>
            <a:tileRect/>
          </a:gradFill>
          <a:ln w="1191" cap="flat">
            <a:noFill/>
            <a:prstDash val="solid"/>
            <a:miter/>
          </a:ln>
        </p:spPr>
        <p:txBody>
          <a:bodyPr wrap="none" lIns="0" tIns="0" rIns="0" bIns="0" rtlCol="0" anchor="ctr"/>
          <a:lstStyle/>
          <a:p>
            <a:pPr algn="ctr"/>
            <a:r>
              <a:rPr lang="en-US" altLang="zh-CN" sz="1795" b="1" dirty="0">
                <a:solidFill>
                  <a:srgbClr val="FFFFFF"/>
                </a:solidFill>
              </a:rPr>
              <a:t>01</a:t>
            </a:r>
            <a:endParaRPr lang="en-US" altLang="zh-CN" sz="1795" b="1" dirty="0">
              <a:solidFill>
                <a:srgbClr val="FFFFFF"/>
              </a:solidFill>
            </a:endParaRPr>
          </a:p>
        </p:txBody>
      </p:sp>
      <p:sp>
        <p:nvSpPr>
          <p:cNvPr id="22" name="文本框 21"/>
          <p:cNvSpPr txBox="1"/>
          <p:nvPr/>
        </p:nvSpPr>
        <p:spPr>
          <a:xfrm>
            <a:off x="583565" y="5104130"/>
            <a:ext cx="3068320" cy="922020"/>
          </a:xfrm>
          <a:prstGeom prst="rect">
            <a:avLst/>
          </a:prstGeom>
          <a:noFill/>
        </p:spPr>
        <p:txBody>
          <a:bodyPr wrap="square" rtlCol="0">
            <a:spAutoFit/>
          </a:bodyPr>
          <a:p>
            <a:r>
              <a:rPr lang="en-US" altLang="zh-CN">
                <a:latin typeface="楷体" charset="0"/>
                <a:ea typeface="楷体" charset="0"/>
                <a:cs typeface="楷体" charset="0"/>
              </a:rPr>
              <a:t>“</a:t>
            </a:r>
            <a:r>
              <a:rPr lang="zh-CN" altLang="en-US">
                <a:latin typeface="楷体" charset="0"/>
                <a:ea typeface="楷体" charset="0"/>
                <a:cs typeface="楷体" charset="0"/>
              </a:rPr>
              <a:t>我为什么要投这笔钱？这个项目还值不值得继续投钱？</a:t>
            </a:r>
            <a:r>
              <a:rPr lang="en-US" altLang="zh-CN">
                <a:latin typeface="楷体" charset="0"/>
                <a:ea typeface="楷体" charset="0"/>
                <a:cs typeface="楷体" charset="0"/>
              </a:rPr>
              <a:t>” </a:t>
            </a:r>
            <a:endParaRPr lang="en-US" altLang="zh-CN">
              <a:latin typeface="楷体" charset="0"/>
              <a:ea typeface="楷体" charset="0"/>
              <a:cs typeface="楷体" charset="0"/>
            </a:endParaRPr>
          </a:p>
        </p:txBody>
      </p:sp>
      <p:sp>
        <p:nvSpPr>
          <p:cNvPr id="23" name="文本框 22"/>
          <p:cNvSpPr txBox="1"/>
          <p:nvPr/>
        </p:nvSpPr>
        <p:spPr>
          <a:xfrm>
            <a:off x="3476625" y="6407785"/>
            <a:ext cx="5248275" cy="368300"/>
          </a:xfrm>
          <a:prstGeom prst="rect">
            <a:avLst/>
          </a:prstGeom>
          <a:noFill/>
        </p:spPr>
        <p:txBody>
          <a:bodyPr wrap="square" rtlCol="0">
            <a:spAutoFit/>
          </a:bodyPr>
          <a:p>
            <a:r>
              <a:rPr lang="en-US" altLang="zh-CN">
                <a:latin typeface="楷体" charset="0"/>
                <a:ea typeface="楷体" charset="0"/>
                <a:cs typeface="楷体" charset="0"/>
              </a:rPr>
              <a:t>“</a:t>
            </a:r>
            <a:r>
              <a:rPr lang="zh-CN" altLang="en-US">
                <a:latin typeface="楷体" charset="0"/>
                <a:ea typeface="楷体" charset="0"/>
                <a:cs typeface="楷体" charset="0"/>
              </a:rPr>
              <a:t>谁来替我做决策？如何确保项目的方向不跑偏？</a:t>
            </a:r>
            <a:r>
              <a:rPr lang="en-US" altLang="zh-CN">
                <a:latin typeface="楷体" charset="0"/>
                <a:ea typeface="楷体" charset="0"/>
                <a:cs typeface="楷体" charset="0"/>
              </a:rPr>
              <a:t>” </a:t>
            </a:r>
            <a:endParaRPr lang="en-US" altLang="zh-CN">
              <a:latin typeface="楷体" charset="0"/>
              <a:ea typeface="楷体" charset="0"/>
              <a:cs typeface="楷体" charset="0"/>
            </a:endParaRPr>
          </a:p>
        </p:txBody>
      </p:sp>
      <p:sp>
        <p:nvSpPr>
          <p:cNvPr id="24" name="文本框 23"/>
          <p:cNvSpPr txBox="1"/>
          <p:nvPr/>
        </p:nvSpPr>
        <p:spPr>
          <a:xfrm>
            <a:off x="8272145" y="4810760"/>
            <a:ext cx="3590290" cy="922020"/>
          </a:xfrm>
          <a:prstGeom prst="rect">
            <a:avLst/>
          </a:prstGeom>
          <a:noFill/>
        </p:spPr>
        <p:txBody>
          <a:bodyPr wrap="square" rtlCol="0">
            <a:spAutoFit/>
          </a:bodyPr>
          <a:p>
            <a:r>
              <a:rPr lang="en-US" altLang="zh-CN">
                <a:latin typeface="楷体" charset="0"/>
                <a:ea typeface="楷体" charset="0"/>
                <a:cs typeface="楷体" charset="0"/>
              </a:rPr>
              <a:t>“</a:t>
            </a:r>
            <a:r>
              <a:rPr lang="zh-CN" altLang="en-US">
                <a:latin typeface="楷体" charset="0"/>
                <a:ea typeface="楷体" charset="0"/>
                <a:cs typeface="楷体" charset="0"/>
              </a:rPr>
              <a:t>我不想陷入项目的日常琐事，但我必须在关键时刻有控制权，并且在项目失控前得到警报。</a:t>
            </a:r>
            <a:r>
              <a:rPr lang="en-US" altLang="zh-CN">
                <a:latin typeface="楷体" charset="0"/>
                <a:ea typeface="楷体" charset="0"/>
                <a:cs typeface="楷体" charset="0"/>
              </a:rPr>
              <a:t>”</a:t>
            </a:r>
            <a:endParaRPr lang="en-US" altLang="zh-CN">
              <a:latin typeface="楷体" charset="0"/>
              <a:ea typeface="楷体" charset="0"/>
              <a:cs typeface="楷体" charset="0"/>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IPMP</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的整个框架</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（B/A</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级）旨在评估和验证领导能力，而不仅仅是一个技术专家。它通过其基于能力模型来实现这一点，专注于你</a:t>
            </a:r>
            <a:r>
              <a:rPr kumimoji="1" lang="zh-CN" altLang="en-US" sz="2400" b="1" dirty="0">
                <a:solidFill>
                  <a:srgbClr val="FF0000"/>
                </a:solidFill>
                <a:latin typeface="华文中宋" panose="02010600040101010101" pitchFamily="2" charset="-122"/>
                <a:ea typeface="华文中宋" panose="02010600040101010101" pitchFamily="2" charset="-122"/>
                <a:cs typeface="华文中宋" panose="02010600040101010101" pitchFamily="2" charset="-122"/>
              </a:rPr>
              <a:t>能做什么</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，而不仅</a:t>
            </a:r>
            <a:r>
              <a:rPr kumimoji="1" lang="zh-CN" altLang="en-US" sz="2400" b="1" dirty="0">
                <a:solidFill>
                  <a:srgbClr val="FF0000"/>
                </a:solidFill>
                <a:latin typeface="华文中宋" panose="02010600040101010101" pitchFamily="2" charset="-122"/>
                <a:ea typeface="华文中宋" panose="02010600040101010101" pitchFamily="2" charset="-122"/>
                <a:cs typeface="华文中宋" panose="02010600040101010101" pitchFamily="2" charset="-122"/>
              </a:rPr>
              <a:t>知道什么</a:t>
            </a:r>
            <a:endParaRPr kumimoji="1" lang="zh-CN" altLang="en-US" sz="2400" b="1" dirty="0">
              <a:solidFill>
                <a:srgbClr val="FF0000"/>
              </a:solidFill>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 </a:t>
            </a:r>
            <a:r>
              <a:rPr kumimoji="1" lang="zh-CN" altLang="en-US" sz="2000" b="1" dirty="0">
                <a:latin typeface="STZhongsong" panose="02010600040101010101" pitchFamily="2" charset="-122"/>
                <a:ea typeface="STZhongsong" panose="02010600040101010101" pitchFamily="2" charset="-122"/>
                <a:sym typeface="+mn-ea"/>
              </a:rPr>
              <a:t>关于体系</a:t>
            </a:r>
            <a:r>
              <a:rPr kumimoji="1" lang="zh-CN" altLang="en-US" sz="2000" b="1" dirty="0">
                <a:latin typeface="STZhongsong" panose="02010600040101010101" pitchFamily="2" charset="-122"/>
                <a:ea typeface="STZhongsong" panose="02010600040101010101" pitchFamily="2" charset="-122"/>
                <a:sym typeface="+mn-ea"/>
              </a:rPr>
              <a:t>化我们可以向谁学习</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
        <p:nvSpPr>
          <p:cNvPr id="65" name="对象1"/>
          <p:cNvSpPr/>
          <p:nvPr/>
        </p:nvSpPr>
        <p:spPr>
          <a:xfrm flipH="1">
            <a:off x="516255" y="2122488"/>
            <a:ext cx="3841003" cy="1360355"/>
          </a:xfrm>
          <a:custGeom>
            <a:avLst/>
            <a:gdLst/>
            <a:ahLst/>
            <a:cxnLst/>
            <a:rect l="l" t="t" r="r" b="b"/>
            <a:pathLst>
              <a:path w="3950208" h="1399032">
                <a:moveTo>
                  <a:pt x="420624" y="54864"/>
                </a:moveTo>
                <a:cubicBezTo>
                  <a:pt x="438912" y="18288"/>
                  <a:pt x="484632" y="0"/>
                  <a:pt x="521208" y="0"/>
                </a:cubicBezTo>
                <a:lnTo>
                  <a:pt x="3950208" y="0"/>
                </a:lnTo>
                <a:lnTo>
                  <a:pt x="3950208" y="1399032"/>
                </a:lnTo>
                <a:lnTo>
                  <a:pt x="521208" y="1399032"/>
                </a:lnTo>
                <a:cubicBezTo>
                  <a:pt x="484632" y="1399032"/>
                  <a:pt x="438912" y="1380744"/>
                  <a:pt x="420624" y="1344168"/>
                </a:cubicBezTo>
                <a:lnTo>
                  <a:pt x="18288" y="768096"/>
                </a:lnTo>
                <a:cubicBezTo>
                  <a:pt x="-9144" y="731520"/>
                  <a:pt x="-9144" y="667512"/>
                  <a:pt x="18288" y="621792"/>
                </a:cubicBezTo>
                <a:lnTo>
                  <a:pt x="420624" y="54864"/>
                </a:lnTo>
              </a:path>
            </a:pathLst>
          </a:custGeom>
          <a:noFill/>
          <a:ln w="12700">
            <a:gradFill>
              <a:gsLst>
                <a:gs pos="0">
                  <a:schemeClr val="accent1">
                    <a:lumMod val="40000"/>
                    <a:lumOff val="60000"/>
                    <a:alpha val="60000"/>
                  </a:schemeClr>
                </a:gs>
                <a:gs pos="100000">
                  <a:schemeClr val="accent1">
                    <a:lumMod val="20000"/>
                    <a:lumOff val="80000"/>
                    <a:alpha val="0"/>
                  </a:schemeClr>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24000" tIns="0" rIns="648000" numCol="1" spcCol="0" rtlCol="0" fromWordArt="0" anchor="ctr" anchorCtr="1" forceAA="0" compatLnSpc="1">
            <a:noAutofit/>
          </a:bodyPr>
          <a:p>
            <a:pPr indent="0" algn="r" fontAlgn="auto">
              <a:lnSpc>
                <a:spcPct val="150000"/>
              </a:lnSpc>
              <a:spcBef>
                <a:spcPct val="0"/>
              </a:spcBef>
              <a:spcAft>
                <a:spcPct val="0"/>
              </a:spcAft>
            </a:pPr>
            <a:endParaRPr lang="en-US" altLang="zh-CN" sz="1600" dirty="0">
              <a:ln>
                <a:noFill/>
                <a:prstDash val="sysDot"/>
              </a:ln>
              <a:solidFill>
                <a:schemeClr val="tx1">
                  <a:lumMod val="85000"/>
                  <a:lumOff val="15000"/>
                </a:schemeClr>
              </a:solidFill>
              <a:latin typeface="+mn-ea"/>
              <a:cs typeface="+mn-ea"/>
              <a:sym typeface="+mn-ea"/>
            </a:endParaRPr>
          </a:p>
        </p:txBody>
      </p:sp>
      <p:sp>
        <p:nvSpPr>
          <p:cNvPr id="71" name="对象4"/>
          <p:cNvSpPr/>
          <p:nvPr/>
        </p:nvSpPr>
        <p:spPr>
          <a:xfrm flipH="1">
            <a:off x="7473950" y="2036128"/>
            <a:ext cx="3841003" cy="1360355"/>
          </a:xfrm>
          <a:custGeom>
            <a:avLst/>
            <a:gdLst/>
            <a:ahLst/>
            <a:cxnLst/>
            <a:rect l="l" t="t" r="r" b="b"/>
            <a:pathLst>
              <a:path w="3950208" h="1399032">
                <a:moveTo>
                  <a:pt x="3529584" y="54864"/>
                </a:moveTo>
                <a:cubicBezTo>
                  <a:pt x="3502152" y="18288"/>
                  <a:pt x="3465576" y="0"/>
                  <a:pt x="3429000" y="0"/>
                </a:cubicBezTo>
                <a:lnTo>
                  <a:pt x="0" y="0"/>
                </a:lnTo>
                <a:lnTo>
                  <a:pt x="0" y="1399032"/>
                </a:lnTo>
                <a:lnTo>
                  <a:pt x="3429000" y="1399032"/>
                </a:lnTo>
                <a:cubicBezTo>
                  <a:pt x="3465576" y="1399032"/>
                  <a:pt x="3502152" y="1380744"/>
                  <a:pt x="3529584" y="1344168"/>
                </a:cubicBezTo>
                <a:lnTo>
                  <a:pt x="3922776" y="768096"/>
                </a:lnTo>
                <a:cubicBezTo>
                  <a:pt x="3959352" y="731520"/>
                  <a:pt x="3959352" y="667512"/>
                  <a:pt x="3922776" y="621792"/>
                </a:cubicBezTo>
                <a:lnTo>
                  <a:pt x="3529584" y="54864"/>
                </a:lnTo>
              </a:path>
            </a:pathLst>
          </a:custGeom>
          <a:noFill/>
          <a:ln w="12700">
            <a:gradFill>
              <a:gsLst>
                <a:gs pos="0">
                  <a:schemeClr val="accent2">
                    <a:lumMod val="40000"/>
                    <a:lumOff val="60000"/>
                    <a:alpha val="60000"/>
                  </a:schemeClr>
                </a:gs>
                <a:gs pos="100000">
                  <a:schemeClr val="accent2">
                    <a:lumMod val="20000"/>
                    <a:lumOff val="80000"/>
                    <a:alpha val="0"/>
                  </a:schemeClr>
                </a:gs>
              </a:gsLst>
              <a:lin ang="1080000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48000" tIns="0" rIns="323850" numCol="1" spcCol="0" rtlCol="0" fromWordArt="0" anchor="ctr" anchorCtr="1" forceAA="0" compatLnSpc="1">
            <a:noAutofit/>
          </a:bodyPr>
          <a:p>
            <a:pPr indent="0" fontAlgn="auto">
              <a:lnSpc>
                <a:spcPct val="150000"/>
              </a:lnSpc>
              <a:spcBef>
                <a:spcPct val="0"/>
              </a:spcBef>
              <a:spcAft>
                <a:spcPct val="0"/>
              </a:spcAft>
            </a:pPr>
            <a:endParaRPr lang="zh-CN" altLang="en-US" sz="1600">
              <a:ln>
                <a:noFill/>
                <a:prstDash val="sysDot"/>
              </a:ln>
              <a:solidFill>
                <a:schemeClr val="tx1">
                  <a:lumMod val="85000"/>
                  <a:lumOff val="15000"/>
                </a:schemeClr>
              </a:solidFill>
              <a:latin typeface="+mn-ea"/>
              <a:cs typeface="+mn-ea"/>
              <a:sym typeface="+mn-ea"/>
            </a:endParaRPr>
          </a:p>
        </p:txBody>
      </p:sp>
      <p:sp>
        <p:nvSpPr>
          <p:cNvPr id="4" name="对象7"/>
          <p:cNvSpPr/>
          <p:nvPr/>
        </p:nvSpPr>
        <p:spPr>
          <a:xfrm>
            <a:off x="4206875" y="2398713"/>
            <a:ext cx="635932" cy="635932"/>
          </a:xfrm>
          <a:prstGeom prst="ellipse">
            <a:avLst/>
          </a:prstGeom>
          <a:solidFill>
            <a:schemeClr val="accent1"/>
          </a:solidFill>
          <a:ln>
            <a:solidFill>
              <a:schemeClr val="accent1">
                <a:alpha val="40000"/>
              </a:schemeClr>
            </a:solidFill>
          </a:ln>
          <a:effectLst/>
        </p:spPr>
        <p:txBody>
          <a:bodyPr wrap="square" lIns="0" tIns="0" rIns="0" bIns="0" anchor="ctr" anchorCtr="1">
            <a:normAutofit/>
          </a:bodyPr>
          <a:p>
            <a:pPr algn="ctr">
              <a:spcBef>
                <a:spcPct val="0"/>
              </a:spcBef>
              <a:spcAft>
                <a:spcPct val="0"/>
              </a:spcAft>
            </a:pPr>
            <a:r>
              <a:rPr lang="en-US" b="1">
                <a:solidFill>
                  <a:schemeClr val="lt1"/>
                </a:solidFill>
                <a:latin typeface="+mn-ea"/>
                <a:cs typeface="+mn-ea"/>
                <a:sym typeface="+mn-ea"/>
              </a:rPr>
              <a:t>01</a:t>
            </a:r>
            <a:endParaRPr lang="en-US" b="1" dirty="0">
              <a:solidFill>
                <a:schemeClr val="lt1"/>
              </a:solidFill>
              <a:latin typeface="+mn-ea"/>
              <a:cs typeface="+mn-ea"/>
              <a:sym typeface="+mn-ea"/>
            </a:endParaRPr>
          </a:p>
        </p:txBody>
      </p:sp>
      <p:sp>
        <p:nvSpPr>
          <p:cNvPr id="5" name="对象7"/>
          <p:cNvSpPr/>
          <p:nvPr/>
        </p:nvSpPr>
        <p:spPr>
          <a:xfrm>
            <a:off x="7143115" y="2398713"/>
            <a:ext cx="635932" cy="635932"/>
          </a:xfrm>
          <a:prstGeom prst="ellipse">
            <a:avLst/>
          </a:prstGeom>
          <a:solidFill>
            <a:schemeClr val="accent2"/>
          </a:solidFill>
          <a:ln>
            <a:solidFill>
              <a:schemeClr val="accent2">
                <a:alpha val="40000"/>
              </a:schemeClr>
            </a:solidFill>
          </a:ln>
          <a:effectLst/>
        </p:spPr>
        <p:txBody>
          <a:bodyPr wrap="square" lIns="0" tIns="0" rIns="0" bIns="0" anchor="ctr" anchorCtr="1">
            <a:normAutofit/>
          </a:bodyPr>
          <a:p>
            <a:pPr algn="ctr">
              <a:spcBef>
                <a:spcPct val="0"/>
              </a:spcBef>
              <a:spcAft>
                <a:spcPct val="0"/>
              </a:spcAft>
            </a:pPr>
            <a:r>
              <a:rPr lang="en-US" b="1" dirty="0">
                <a:solidFill>
                  <a:schemeClr val="lt1"/>
                </a:solidFill>
                <a:latin typeface="+mn-ea"/>
                <a:cs typeface="+mn-ea"/>
                <a:sym typeface="+mn-ea"/>
              </a:rPr>
              <a:t>02</a:t>
            </a:r>
            <a:endParaRPr lang="en-US" b="1" dirty="0">
              <a:solidFill>
                <a:schemeClr val="lt1"/>
              </a:solidFill>
              <a:latin typeface="+mn-ea"/>
              <a:cs typeface="+mn-ea"/>
              <a:sym typeface="+mn-ea"/>
            </a:endParaRPr>
          </a:p>
        </p:txBody>
      </p:sp>
      <p:grpSp>
        <p:nvGrpSpPr>
          <p:cNvPr id="11" name="组合 10"/>
          <p:cNvGrpSpPr/>
          <p:nvPr/>
        </p:nvGrpSpPr>
        <p:grpSpPr>
          <a:xfrm>
            <a:off x="4843145" y="1772285"/>
            <a:ext cx="2299335" cy="2194560"/>
            <a:chOff x="7094" y="2716"/>
            <a:chExt cx="4936" cy="4936"/>
          </a:xfrm>
        </p:grpSpPr>
        <p:sp>
          <p:nvSpPr>
            <p:cNvPr id="64" name="任意多边形: 形状 63"/>
            <p:cNvSpPr/>
            <p:nvPr/>
          </p:nvSpPr>
          <p:spPr>
            <a:xfrm>
              <a:off x="7094" y="2716"/>
              <a:ext cx="4936" cy="4936"/>
            </a:xfrm>
            <a:custGeom>
              <a:avLst/>
              <a:gdLst>
                <a:gd name="connsiteX0" fmla="*/ 55226 w 3084902"/>
                <a:gd name="connsiteY0" fmla="*/ 1399741 h 3050927"/>
                <a:gd name="connsiteX1" fmla="*/ 1433696 w 3084902"/>
                <a:gd name="connsiteY1" fmla="*/ 21271 h 3050927"/>
                <a:gd name="connsiteX2" fmla="*/ 1685162 w 3084902"/>
                <a:gd name="connsiteY2" fmla="*/ 21251 h 3050927"/>
                <a:gd name="connsiteX3" fmla="*/ 3063632 w 3084902"/>
                <a:gd name="connsiteY3" fmla="*/ 1399721 h 3050927"/>
                <a:gd name="connsiteX4" fmla="*/ 3063652 w 3084902"/>
                <a:gd name="connsiteY4" fmla="*/ 1651187 h 3050927"/>
                <a:gd name="connsiteX5" fmla="*/ 1685182 w 3084902"/>
                <a:gd name="connsiteY5" fmla="*/ 3029657 h 3050927"/>
                <a:gd name="connsiteX6" fmla="*/ 1433716 w 3084902"/>
                <a:gd name="connsiteY6" fmla="*/ 3029677 h 3050927"/>
                <a:gd name="connsiteX7" fmla="*/ 55246 w 3084902"/>
                <a:gd name="connsiteY7" fmla="*/ 1651207 h 3050927"/>
                <a:gd name="connsiteX8" fmla="*/ 55226 w 3084902"/>
                <a:gd name="connsiteY8" fmla="*/ 1399741 h 3050927"/>
                <a:gd name="connsiteX0-1" fmla="*/ 55226 w 3084902"/>
                <a:gd name="connsiteY0-2" fmla="*/ 1399741 h 3050927"/>
                <a:gd name="connsiteX1-3" fmla="*/ 1433696 w 3084902"/>
                <a:gd name="connsiteY1-4" fmla="*/ 21271 h 3050927"/>
                <a:gd name="connsiteX2-5" fmla="*/ 1685162 w 3084902"/>
                <a:gd name="connsiteY2-6" fmla="*/ 21251 h 3050927"/>
                <a:gd name="connsiteX3-7" fmla="*/ 3063632 w 3084902"/>
                <a:gd name="connsiteY3-8" fmla="*/ 1399721 h 3050927"/>
                <a:gd name="connsiteX4-9" fmla="*/ 3063652 w 3084902"/>
                <a:gd name="connsiteY4-10" fmla="*/ 1651187 h 3050927"/>
                <a:gd name="connsiteX5-11" fmla="*/ 1685182 w 3084902"/>
                <a:gd name="connsiteY5-12" fmla="*/ 3029657 h 3050927"/>
                <a:gd name="connsiteX6-13" fmla="*/ 1433716 w 3084902"/>
                <a:gd name="connsiteY6-14" fmla="*/ 3029677 h 3050927"/>
                <a:gd name="connsiteX7-15" fmla="*/ 55246 w 3084902"/>
                <a:gd name="connsiteY7-16" fmla="*/ 1651207 h 3050927"/>
                <a:gd name="connsiteX8-17" fmla="*/ 55226 w 3084902"/>
                <a:gd name="connsiteY8-18" fmla="*/ 1399741 h 3050927"/>
                <a:gd name="connsiteX0-19" fmla="*/ 55226 w 3084902"/>
                <a:gd name="connsiteY0-20" fmla="*/ 1399733 h 3050919"/>
                <a:gd name="connsiteX1-21" fmla="*/ 1433696 w 3084902"/>
                <a:gd name="connsiteY1-22" fmla="*/ 21263 h 3050919"/>
                <a:gd name="connsiteX2-23" fmla="*/ 1685162 w 3084902"/>
                <a:gd name="connsiteY2-24" fmla="*/ 21243 h 3050919"/>
                <a:gd name="connsiteX3-25" fmla="*/ 3063632 w 3084902"/>
                <a:gd name="connsiteY3-26" fmla="*/ 1399713 h 3050919"/>
                <a:gd name="connsiteX4-27" fmla="*/ 3063652 w 3084902"/>
                <a:gd name="connsiteY4-28" fmla="*/ 1651179 h 3050919"/>
                <a:gd name="connsiteX5-29" fmla="*/ 1685182 w 3084902"/>
                <a:gd name="connsiteY5-30" fmla="*/ 3029649 h 3050919"/>
                <a:gd name="connsiteX6-31" fmla="*/ 1433716 w 3084902"/>
                <a:gd name="connsiteY6-32" fmla="*/ 3029669 h 3050919"/>
                <a:gd name="connsiteX7-33" fmla="*/ 55246 w 3084902"/>
                <a:gd name="connsiteY7-34" fmla="*/ 1651199 h 3050919"/>
                <a:gd name="connsiteX8-35" fmla="*/ 55226 w 3084902"/>
                <a:gd name="connsiteY8-36" fmla="*/ 1399733 h 3050919"/>
                <a:gd name="connsiteX0-37" fmla="*/ 55226 w 3084902"/>
                <a:gd name="connsiteY0-38" fmla="*/ 1433715 h 3084901"/>
                <a:gd name="connsiteX1-39" fmla="*/ 1433696 w 3084902"/>
                <a:gd name="connsiteY1-40" fmla="*/ 55245 h 3084901"/>
                <a:gd name="connsiteX2-41" fmla="*/ 1685162 w 3084902"/>
                <a:gd name="connsiteY2-42" fmla="*/ 55225 h 3084901"/>
                <a:gd name="connsiteX3-43" fmla="*/ 3063632 w 3084902"/>
                <a:gd name="connsiteY3-44" fmla="*/ 1433695 h 3084901"/>
                <a:gd name="connsiteX4-45" fmla="*/ 3063652 w 3084902"/>
                <a:gd name="connsiteY4-46" fmla="*/ 1685161 h 3084901"/>
                <a:gd name="connsiteX5-47" fmla="*/ 1685182 w 3084902"/>
                <a:gd name="connsiteY5-48" fmla="*/ 3063631 h 3084901"/>
                <a:gd name="connsiteX6-49" fmla="*/ 1433716 w 3084902"/>
                <a:gd name="connsiteY6-50" fmla="*/ 3063651 h 3084901"/>
                <a:gd name="connsiteX7-51" fmla="*/ 55246 w 3084902"/>
                <a:gd name="connsiteY7-52" fmla="*/ 1685181 h 3084901"/>
                <a:gd name="connsiteX8-53" fmla="*/ 55226 w 3084902"/>
                <a:gd name="connsiteY8-54" fmla="*/ 1433715 h 3084901"/>
                <a:gd name="connsiteX0-55" fmla="*/ 55226 w 3084902"/>
                <a:gd name="connsiteY0-56" fmla="*/ 1433715 h 3084901"/>
                <a:gd name="connsiteX1-57" fmla="*/ 1433696 w 3084902"/>
                <a:gd name="connsiteY1-58" fmla="*/ 55245 h 3084901"/>
                <a:gd name="connsiteX2-59" fmla="*/ 1685162 w 3084902"/>
                <a:gd name="connsiteY2-60" fmla="*/ 55225 h 3084901"/>
                <a:gd name="connsiteX3-61" fmla="*/ 3063632 w 3084902"/>
                <a:gd name="connsiteY3-62" fmla="*/ 1433695 h 3084901"/>
                <a:gd name="connsiteX4-63" fmla="*/ 3063652 w 3084902"/>
                <a:gd name="connsiteY4-64" fmla="*/ 1685161 h 3084901"/>
                <a:gd name="connsiteX5-65" fmla="*/ 1685182 w 3084902"/>
                <a:gd name="connsiteY5-66" fmla="*/ 3063631 h 3084901"/>
                <a:gd name="connsiteX6-67" fmla="*/ 1433716 w 3084902"/>
                <a:gd name="connsiteY6-68" fmla="*/ 3063651 h 3084901"/>
                <a:gd name="connsiteX7-69" fmla="*/ 55246 w 3084902"/>
                <a:gd name="connsiteY7-70" fmla="*/ 1685181 h 3084901"/>
                <a:gd name="connsiteX8-71" fmla="*/ 55226 w 3084902"/>
                <a:gd name="connsiteY8-72" fmla="*/ 1433715 h 3084901"/>
                <a:gd name="connsiteX0-73" fmla="*/ 55226 w 3084902"/>
                <a:gd name="connsiteY0-74" fmla="*/ 1433715 h 3084901"/>
                <a:gd name="connsiteX1-75" fmla="*/ 1433696 w 3084902"/>
                <a:gd name="connsiteY1-76" fmla="*/ 55245 h 3084901"/>
                <a:gd name="connsiteX2-77" fmla="*/ 1685162 w 3084902"/>
                <a:gd name="connsiteY2-78" fmla="*/ 55225 h 3084901"/>
                <a:gd name="connsiteX3-79" fmla="*/ 3063632 w 3084902"/>
                <a:gd name="connsiteY3-80" fmla="*/ 1433695 h 3084901"/>
                <a:gd name="connsiteX4-81" fmla="*/ 3063652 w 3084902"/>
                <a:gd name="connsiteY4-82" fmla="*/ 1685161 h 3084901"/>
                <a:gd name="connsiteX5-83" fmla="*/ 1685182 w 3084902"/>
                <a:gd name="connsiteY5-84" fmla="*/ 3063631 h 3084901"/>
                <a:gd name="connsiteX6-85" fmla="*/ 1433716 w 3084902"/>
                <a:gd name="connsiteY6-86" fmla="*/ 3063651 h 3084901"/>
                <a:gd name="connsiteX7-87" fmla="*/ 55246 w 3084902"/>
                <a:gd name="connsiteY7-88" fmla="*/ 1685181 h 3084901"/>
                <a:gd name="connsiteX8-89" fmla="*/ 55226 w 3084902"/>
                <a:gd name="connsiteY8-90" fmla="*/ 1433715 h 3084901"/>
                <a:gd name="connsiteX0-91" fmla="*/ 55226 w 3084893"/>
                <a:gd name="connsiteY0-92" fmla="*/ 1433715 h 3084901"/>
                <a:gd name="connsiteX1-93" fmla="*/ 1433696 w 3084893"/>
                <a:gd name="connsiteY1-94" fmla="*/ 55245 h 3084901"/>
                <a:gd name="connsiteX2-95" fmla="*/ 1685162 w 3084893"/>
                <a:gd name="connsiteY2-96" fmla="*/ 55225 h 3084901"/>
                <a:gd name="connsiteX3-97" fmla="*/ 3063632 w 3084893"/>
                <a:gd name="connsiteY3-98" fmla="*/ 1433695 h 3084901"/>
                <a:gd name="connsiteX4-99" fmla="*/ 3063652 w 3084893"/>
                <a:gd name="connsiteY4-100" fmla="*/ 1685161 h 3084901"/>
                <a:gd name="connsiteX5-101" fmla="*/ 1685182 w 3084893"/>
                <a:gd name="connsiteY5-102" fmla="*/ 3063631 h 3084901"/>
                <a:gd name="connsiteX6-103" fmla="*/ 1433716 w 3084893"/>
                <a:gd name="connsiteY6-104" fmla="*/ 3063651 h 3084901"/>
                <a:gd name="connsiteX7-105" fmla="*/ 55246 w 3084893"/>
                <a:gd name="connsiteY7-106" fmla="*/ 1685181 h 3084901"/>
                <a:gd name="connsiteX8-107" fmla="*/ 55226 w 3084893"/>
                <a:gd name="connsiteY8-108" fmla="*/ 1433715 h 3084901"/>
                <a:gd name="connsiteX0-109" fmla="*/ 55226 w 3118876"/>
                <a:gd name="connsiteY0-110" fmla="*/ 1433715 h 3084901"/>
                <a:gd name="connsiteX1-111" fmla="*/ 1433696 w 3118876"/>
                <a:gd name="connsiteY1-112" fmla="*/ 55245 h 3084901"/>
                <a:gd name="connsiteX2-113" fmla="*/ 1685162 w 3118876"/>
                <a:gd name="connsiteY2-114" fmla="*/ 55225 h 3084901"/>
                <a:gd name="connsiteX3-115" fmla="*/ 3063632 w 3118876"/>
                <a:gd name="connsiteY3-116" fmla="*/ 1433695 h 3084901"/>
                <a:gd name="connsiteX4-117" fmla="*/ 3063652 w 3118876"/>
                <a:gd name="connsiteY4-118" fmla="*/ 1685161 h 3084901"/>
                <a:gd name="connsiteX5-119" fmla="*/ 1685182 w 3118876"/>
                <a:gd name="connsiteY5-120" fmla="*/ 3063631 h 3084901"/>
                <a:gd name="connsiteX6-121" fmla="*/ 1433716 w 3118876"/>
                <a:gd name="connsiteY6-122" fmla="*/ 3063651 h 3084901"/>
                <a:gd name="connsiteX7-123" fmla="*/ 55246 w 3118876"/>
                <a:gd name="connsiteY7-124" fmla="*/ 1685181 h 3084901"/>
                <a:gd name="connsiteX8-125" fmla="*/ 55226 w 3118876"/>
                <a:gd name="connsiteY8-126" fmla="*/ 1433715 h 3084901"/>
                <a:gd name="connsiteX0-127" fmla="*/ 55226 w 3118876"/>
                <a:gd name="connsiteY0-128" fmla="*/ 1433715 h 3084901"/>
                <a:gd name="connsiteX1-129" fmla="*/ 1433696 w 3118876"/>
                <a:gd name="connsiteY1-130" fmla="*/ 55245 h 3084901"/>
                <a:gd name="connsiteX2-131" fmla="*/ 1685162 w 3118876"/>
                <a:gd name="connsiteY2-132" fmla="*/ 55225 h 3084901"/>
                <a:gd name="connsiteX3-133" fmla="*/ 3063632 w 3118876"/>
                <a:gd name="connsiteY3-134" fmla="*/ 1433695 h 3084901"/>
                <a:gd name="connsiteX4-135" fmla="*/ 3063652 w 3118876"/>
                <a:gd name="connsiteY4-136" fmla="*/ 1685161 h 3084901"/>
                <a:gd name="connsiteX5-137" fmla="*/ 1685182 w 3118876"/>
                <a:gd name="connsiteY5-138" fmla="*/ 3063631 h 3084901"/>
                <a:gd name="connsiteX6-139" fmla="*/ 1433716 w 3118876"/>
                <a:gd name="connsiteY6-140" fmla="*/ 3063651 h 3084901"/>
                <a:gd name="connsiteX7-141" fmla="*/ 55246 w 3118876"/>
                <a:gd name="connsiteY7-142" fmla="*/ 1685181 h 3084901"/>
                <a:gd name="connsiteX8-143" fmla="*/ 55226 w 3118876"/>
                <a:gd name="connsiteY8-144" fmla="*/ 1433715 h 3084901"/>
                <a:gd name="connsiteX0-145" fmla="*/ 55226 w 3118876"/>
                <a:gd name="connsiteY0-146" fmla="*/ 1433715 h 3084901"/>
                <a:gd name="connsiteX1-147" fmla="*/ 1433696 w 3118876"/>
                <a:gd name="connsiteY1-148" fmla="*/ 55245 h 3084901"/>
                <a:gd name="connsiteX2-149" fmla="*/ 1685162 w 3118876"/>
                <a:gd name="connsiteY2-150" fmla="*/ 55225 h 3084901"/>
                <a:gd name="connsiteX3-151" fmla="*/ 3063632 w 3118876"/>
                <a:gd name="connsiteY3-152" fmla="*/ 1433695 h 3084901"/>
                <a:gd name="connsiteX4-153" fmla="*/ 3063652 w 3118876"/>
                <a:gd name="connsiteY4-154" fmla="*/ 1685161 h 3084901"/>
                <a:gd name="connsiteX5-155" fmla="*/ 1685182 w 3118876"/>
                <a:gd name="connsiteY5-156" fmla="*/ 3063631 h 3084901"/>
                <a:gd name="connsiteX6-157" fmla="*/ 1433716 w 3118876"/>
                <a:gd name="connsiteY6-158" fmla="*/ 3063651 h 3084901"/>
                <a:gd name="connsiteX7-159" fmla="*/ 55246 w 3118876"/>
                <a:gd name="connsiteY7-160" fmla="*/ 1685181 h 3084901"/>
                <a:gd name="connsiteX8-161" fmla="*/ 55226 w 3118876"/>
                <a:gd name="connsiteY8-162" fmla="*/ 1433715 h 3084901"/>
                <a:gd name="connsiteX0-163" fmla="*/ 55226 w 3118876"/>
                <a:gd name="connsiteY0-164" fmla="*/ 1433715 h 3084893"/>
                <a:gd name="connsiteX1-165" fmla="*/ 1433696 w 3118876"/>
                <a:gd name="connsiteY1-166" fmla="*/ 55245 h 3084893"/>
                <a:gd name="connsiteX2-167" fmla="*/ 1685162 w 3118876"/>
                <a:gd name="connsiteY2-168" fmla="*/ 55225 h 3084893"/>
                <a:gd name="connsiteX3-169" fmla="*/ 3063632 w 3118876"/>
                <a:gd name="connsiteY3-170" fmla="*/ 1433695 h 3084893"/>
                <a:gd name="connsiteX4-171" fmla="*/ 3063652 w 3118876"/>
                <a:gd name="connsiteY4-172" fmla="*/ 1685161 h 3084893"/>
                <a:gd name="connsiteX5-173" fmla="*/ 1685182 w 3118876"/>
                <a:gd name="connsiteY5-174" fmla="*/ 3063631 h 3084893"/>
                <a:gd name="connsiteX6-175" fmla="*/ 1433716 w 3118876"/>
                <a:gd name="connsiteY6-176" fmla="*/ 3063651 h 3084893"/>
                <a:gd name="connsiteX7-177" fmla="*/ 55246 w 3118876"/>
                <a:gd name="connsiteY7-178" fmla="*/ 1685181 h 3084893"/>
                <a:gd name="connsiteX8-179" fmla="*/ 55226 w 3118876"/>
                <a:gd name="connsiteY8-180" fmla="*/ 1433715 h 3084893"/>
                <a:gd name="connsiteX0-181" fmla="*/ 55226 w 3118876"/>
                <a:gd name="connsiteY0-182" fmla="*/ 1433715 h 3118876"/>
                <a:gd name="connsiteX1-183" fmla="*/ 1433696 w 3118876"/>
                <a:gd name="connsiteY1-184" fmla="*/ 55245 h 3118876"/>
                <a:gd name="connsiteX2-185" fmla="*/ 1685162 w 3118876"/>
                <a:gd name="connsiteY2-186" fmla="*/ 55225 h 3118876"/>
                <a:gd name="connsiteX3-187" fmla="*/ 3063632 w 3118876"/>
                <a:gd name="connsiteY3-188" fmla="*/ 1433695 h 3118876"/>
                <a:gd name="connsiteX4-189" fmla="*/ 3063652 w 3118876"/>
                <a:gd name="connsiteY4-190" fmla="*/ 1685161 h 3118876"/>
                <a:gd name="connsiteX5-191" fmla="*/ 1685182 w 3118876"/>
                <a:gd name="connsiteY5-192" fmla="*/ 3063631 h 3118876"/>
                <a:gd name="connsiteX6-193" fmla="*/ 1433716 w 3118876"/>
                <a:gd name="connsiteY6-194" fmla="*/ 3063651 h 3118876"/>
                <a:gd name="connsiteX7-195" fmla="*/ 55246 w 3118876"/>
                <a:gd name="connsiteY7-196" fmla="*/ 1685181 h 3118876"/>
                <a:gd name="connsiteX8-197" fmla="*/ 55226 w 3118876"/>
                <a:gd name="connsiteY8-198" fmla="*/ 1433715 h 3118876"/>
                <a:gd name="connsiteX0-199" fmla="*/ 55226 w 3118876"/>
                <a:gd name="connsiteY0-200" fmla="*/ 1433715 h 3118876"/>
                <a:gd name="connsiteX1-201" fmla="*/ 1433696 w 3118876"/>
                <a:gd name="connsiteY1-202" fmla="*/ 55245 h 3118876"/>
                <a:gd name="connsiteX2-203" fmla="*/ 1685162 w 3118876"/>
                <a:gd name="connsiteY2-204" fmla="*/ 55225 h 3118876"/>
                <a:gd name="connsiteX3-205" fmla="*/ 3063632 w 3118876"/>
                <a:gd name="connsiteY3-206" fmla="*/ 1433695 h 3118876"/>
                <a:gd name="connsiteX4-207" fmla="*/ 3063652 w 3118876"/>
                <a:gd name="connsiteY4-208" fmla="*/ 1685161 h 3118876"/>
                <a:gd name="connsiteX5-209" fmla="*/ 1685182 w 3118876"/>
                <a:gd name="connsiteY5-210" fmla="*/ 3063631 h 3118876"/>
                <a:gd name="connsiteX6-211" fmla="*/ 1433716 w 3118876"/>
                <a:gd name="connsiteY6-212" fmla="*/ 3063651 h 3118876"/>
                <a:gd name="connsiteX7-213" fmla="*/ 55246 w 3118876"/>
                <a:gd name="connsiteY7-214" fmla="*/ 1685181 h 3118876"/>
                <a:gd name="connsiteX8-215" fmla="*/ 55226 w 3118876"/>
                <a:gd name="connsiteY8-216" fmla="*/ 1433715 h 3118876"/>
                <a:gd name="connsiteX0-217" fmla="*/ 55226 w 3118876"/>
                <a:gd name="connsiteY0-218" fmla="*/ 1433715 h 3118876"/>
                <a:gd name="connsiteX1-219" fmla="*/ 1433696 w 3118876"/>
                <a:gd name="connsiteY1-220" fmla="*/ 55245 h 3118876"/>
                <a:gd name="connsiteX2-221" fmla="*/ 1685162 w 3118876"/>
                <a:gd name="connsiteY2-222" fmla="*/ 55225 h 3118876"/>
                <a:gd name="connsiteX3-223" fmla="*/ 3063632 w 3118876"/>
                <a:gd name="connsiteY3-224" fmla="*/ 1433695 h 3118876"/>
                <a:gd name="connsiteX4-225" fmla="*/ 3063652 w 3118876"/>
                <a:gd name="connsiteY4-226" fmla="*/ 1685161 h 3118876"/>
                <a:gd name="connsiteX5-227" fmla="*/ 1685182 w 3118876"/>
                <a:gd name="connsiteY5-228" fmla="*/ 3063631 h 3118876"/>
                <a:gd name="connsiteX6-229" fmla="*/ 1433716 w 3118876"/>
                <a:gd name="connsiteY6-230" fmla="*/ 3063651 h 3118876"/>
                <a:gd name="connsiteX7-231" fmla="*/ 55246 w 3118876"/>
                <a:gd name="connsiteY7-232" fmla="*/ 1685181 h 3118876"/>
                <a:gd name="connsiteX8-233" fmla="*/ 55226 w 3118876"/>
                <a:gd name="connsiteY8-234" fmla="*/ 1433715 h 3118876"/>
                <a:gd name="connsiteX0-235" fmla="*/ 55226 w 3118876"/>
                <a:gd name="connsiteY0-236" fmla="*/ 1433715 h 3118876"/>
                <a:gd name="connsiteX1-237" fmla="*/ 1433696 w 3118876"/>
                <a:gd name="connsiteY1-238" fmla="*/ 55245 h 3118876"/>
                <a:gd name="connsiteX2-239" fmla="*/ 1685162 w 3118876"/>
                <a:gd name="connsiteY2-240" fmla="*/ 55225 h 3118876"/>
                <a:gd name="connsiteX3-241" fmla="*/ 3063632 w 3118876"/>
                <a:gd name="connsiteY3-242" fmla="*/ 1433695 h 3118876"/>
                <a:gd name="connsiteX4-243" fmla="*/ 3063652 w 3118876"/>
                <a:gd name="connsiteY4-244" fmla="*/ 1685161 h 3118876"/>
                <a:gd name="connsiteX5-245" fmla="*/ 1685182 w 3118876"/>
                <a:gd name="connsiteY5-246" fmla="*/ 3063631 h 3118876"/>
                <a:gd name="connsiteX6-247" fmla="*/ 1433716 w 3118876"/>
                <a:gd name="connsiteY6-248" fmla="*/ 3063651 h 3118876"/>
                <a:gd name="connsiteX7-249" fmla="*/ 55246 w 3118876"/>
                <a:gd name="connsiteY7-250" fmla="*/ 1685181 h 3118876"/>
                <a:gd name="connsiteX8-251" fmla="*/ 55226 w 3118876"/>
                <a:gd name="connsiteY8-252" fmla="*/ 1433715 h 31188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118876" h="3118876">
                  <a:moveTo>
                    <a:pt x="55226" y="1433715"/>
                  </a:moveTo>
                  <a:cubicBezTo>
                    <a:pt x="128873" y="1360068"/>
                    <a:pt x="1360048" y="128892"/>
                    <a:pt x="1433696" y="55245"/>
                  </a:cubicBezTo>
                  <a:cubicBezTo>
                    <a:pt x="1507342" y="-18402"/>
                    <a:pt x="1611514" y="-18422"/>
                    <a:pt x="1685162" y="55225"/>
                  </a:cubicBezTo>
                  <a:cubicBezTo>
                    <a:pt x="1758808" y="128872"/>
                    <a:pt x="2989984" y="1360048"/>
                    <a:pt x="3063632" y="1433695"/>
                  </a:cubicBezTo>
                  <a:cubicBezTo>
                    <a:pt x="3137278" y="1507342"/>
                    <a:pt x="3137299" y="1611514"/>
                    <a:pt x="3063652" y="1685161"/>
                  </a:cubicBezTo>
                  <a:cubicBezTo>
                    <a:pt x="2990003" y="1758808"/>
                    <a:pt x="1758828" y="2989984"/>
                    <a:pt x="1685182" y="3063631"/>
                  </a:cubicBezTo>
                  <a:cubicBezTo>
                    <a:pt x="1611534" y="3137278"/>
                    <a:pt x="1507362" y="3137298"/>
                    <a:pt x="1433716" y="3063651"/>
                  </a:cubicBezTo>
                  <a:cubicBezTo>
                    <a:pt x="1360068" y="2990003"/>
                    <a:pt x="128892" y="1758827"/>
                    <a:pt x="55246" y="1685181"/>
                  </a:cubicBezTo>
                  <a:cubicBezTo>
                    <a:pt x="-18402" y="1611533"/>
                    <a:pt x="-18421" y="1507362"/>
                    <a:pt x="55226" y="1433715"/>
                  </a:cubicBezTo>
                  <a:close/>
                </a:path>
              </a:pathLst>
            </a:custGeom>
            <a:solidFill>
              <a:schemeClr val="accent1">
                <a:alpha val="5000"/>
              </a:schemeClr>
            </a:solidFill>
            <a:ln w="3175">
              <a:noFill/>
            </a:ln>
            <a:effectLst/>
          </p:spPr>
          <p:style>
            <a:lnRef idx="2">
              <a:schemeClr val="accent1">
                <a:lumMod val="75000"/>
              </a:schemeClr>
            </a:lnRef>
            <a:fillRef idx="1">
              <a:schemeClr val="accent1"/>
            </a:fillRef>
            <a:effectRef idx="0">
              <a:srgbClr val="FFFFFF"/>
            </a:effectRef>
            <a:fontRef idx="minor">
              <a:schemeClr val="lt1"/>
            </a:fontRef>
          </p:style>
          <p:txBody>
            <a:bodyPr>
              <a:noAutofit/>
            </a:bodyPr>
            <a:p>
              <a:endParaRPr lang="zh-CN" altLang="en-US">
                <a:solidFill>
                  <a:schemeClr val="lt1"/>
                </a:solidFill>
                <a:latin typeface="+mn-ea"/>
              </a:endParaRPr>
            </a:p>
          </p:txBody>
        </p:sp>
        <p:sp>
          <p:nvSpPr>
            <p:cNvPr id="6" name="任意多边形: 形状 2"/>
            <p:cNvSpPr/>
            <p:nvPr/>
          </p:nvSpPr>
          <p:spPr>
            <a:xfrm>
              <a:off x="7837" y="3458"/>
              <a:ext cx="3452" cy="3452"/>
            </a:xfrm>
            <a:custGeom>
              <a:avLst/>
              <a:gdLst>
                <a:gd name="connsiteX0" fmla="*/ 35524 w 1922964"/>
                <a:gd name="connsiteY0" fmla="*/ 869736 h 1901122"/>
                <a:gd name="connsiteX1" fmla="*/ 891606 w 1922964"/>
                <a:gd name="connsiteY1" fmla="*/ 13654 h 1901122"/>
                <a:gd name="connsiteX2" fmla="*/ 1053229 w 1922964"/>
                <a:gd name="connsiteY2" fmla="*/ 13681 h 1901122"/>
                <a:gd name="connsiteX3" fmla="*/ 1909311 w 1922964"/>
                <a:gd name="connsiteY3" fmla="*/ 869764 h 1901122"/>
                <a:gd name="connsiteX4" fmla="*/ 1909283 w 1922964"/>
                <a:gd name="connsiteY4" fmla="*/ 1031386 h 1901122"/>
                <a:gd name="connsiteX5" fmla="*/ 1053202 w 1922964"/>
                <a:gd name="connsiteY5" fmla="*/ 1887469 h 1901122"/>
                <a:gd name="connsiteX6" fmla="*/ 891579 w 1922964"/>
                <a:gd name="connsiteY6" fmla="*/ 1887441 h 1901122"/>
                <a:gd name="connsiteX7" fmla="*/ 35497 w 1922964"/>
                <a:gd name="connsiteY7" fmla="*/ 1031359 h 1901122"/>
                <a:gd name="connsiteX8" fmla="*/ 35524 w 1922964"/>
                <a:gd name="connsiteY8" fmla="*/ 869736 h 1901122"/>
                <a:gd name="connsiteX0-1" fmla="*/ 35524 w 1922964"/>
                <a:gd name="connsiteY0-2" fmla="*/ 869736 h 1901122"/>
                <a:gd name="connsiteX1-3" fmla="*/ 891606 w 1922964"/>
                <a:gd name="connsiteY1-4" fmla="*/ 13654 h 1901122"/>
                <a:gd name="connsiteX2-5" fmla="*/ 1053229 w 1922964"/>
                <a:gd name="connsiteY2-6" fmla="*/ 13681 h 1901122"/>
                <a:gd name="connsiteX3-7" fmla="*/ 1909311 w 1922964"/>
                <a:gd name="connsiteY3-8" fmla="*/ 869764 h 1901122"/>
                <a:gd name="connsiteX4-9" fmla="*/ 1909283 w 1922964"/>
                <a:gd name="connsiteY4-10" fmla="*/ 1031386 h 1901122"/>
                <a:gd name="connsiteX5-11" fmla="*/ 1053202 w 1922964"/>
                <a:gd name="connsiteY5-12" fmla="*/ 1887469 h 1901122"/>
                <a:gd name="connsiteX6-13" fmla="*/ 891579 w 1922964"/>
                <a:gd name="connsiteY6-14" fmla="*/ 1887441 h 1901122"/>
                <a:gd name="connsiteX7-15" fmla="*/ 35497 w 1922964"/>
                <a:gd name="connsiteY7-16" fmla="*/ 1031359 h 1901122"/>
                <a:gd name="connsiteX8-17" fmla="*/ 35524 w 1922964"/>
                <a:gd name="connsiteY8-18" fmla="*/ 869736 h 1901122"/>
                <a:gd name="connsiteX0-19" fmla="*/ 35524 w 1922964"/>
                <a:gd name="connsiteY0-20" fmla="*/ 869746 h 1901132"/>
                <a:gd name="connsiteX1-21" fmla="*/ 891606 w 1922964"/>
                <a:gd name="connsiteY1-22" fmla="*/ 13664 h 1901132"/>
                <a:gd name="connsiteX2-23" fmla="*/ 1053229 w 1922964"/>
                <a:gd name="connsiteY2-24" fmla="*/ 13691 h 1901132"/>
                <a:gd name="connsiteX3-25" fmla="*/ 1909311 w 1922964"/>
                <a:gd name="connsiteY3-26" fmla="*/ 869774 h 1901132"/>
                <a:gd name="connsiteX4-27" fmla="*/ 1909283 w 1922964"/>
                <a:gd name="connsiteY4-28" fmla="*/ 1031396 h 1901132"/>
                <a:gd name="connsiteX5-29" fmla="*/ 1053202 w 1922964"/>
                <a:gd name="connsiteY5-30" fmla="*/ 1887479 h 1901132"/>
                <a:gd name="connsiteX6-31" fmla="*/ 891579 w 1922964"/>
                <a:gd name="connsiteY6-32" fmla="*/ 1887451 h 1901132"/>
                <a:gd name="connsiteX7-33" fmla="*/ 35497 w 1922964"/>
                <a:gd name="connsiteY7-34" fmla="*/ 1031369 h 1901132"/>
                <a:gd name="connsiteX8-35" fmla="*/ 35524 w 1922964"/>
                <a:gd name="connsiteY8-36" fmla="*/ 869746 h 1901132"/>
                <a:gd name="connsiteX0-37" fmla="*/ 35524 w 1922964"/>
                <a:gd name="connsiteY0-38" fmla="*/ 891578 h 1922964"/>
                <a:gd name="connsiteX1-39" fmla="*/ 891606 w 1922964"/>
                <a:gd name="connsiteY1-40" fmla="*/ 35496 h 1922964"/>
                <a:gd name="connsiteX2-41" fmla="*/ 1053229 w 1922964"/>
                <a:gd name="connsiteY2-42" fmla="*/ 35523 h 1922964"/>
                <a:gd name="connsiteX3-43" fmla="*/ 1909311 w 1922964"/>
                <a:gd name="connsiteY3-44" fmla="*/ 891606 h 1922964"/>
                <a:gd name="connsiteX4-45" fmla="*/ 1909283 w 1922964"/>
                <a:gd name="connsiteY4-46" fmla="*/ 1053228 h 1922964"/>
                <a:gd name="connsiteX5-47" fmla="*/ 1053202 w 1922964"/>
                <a:gd name="connsiteY5-48" fmla="*/ 1909311 h 1922964"/>
                <a:gd name="connsiteX6-49" fmla="*/ 891579 w 1922964"/>
                <a:gd name="connsiteY6-50" fmla="*/ 1909283 h 1922964"/>
                <a:gd name="connsiteX7-51" fmla="*/ 35497 w 1922964"/>
                <a:gd name="connsiteY7-52" fmla="*/ 1053201 h 1922964"/>
                <a:gd name="connsiteX8-53" fmla="*/ 35524 w 1922964"/>
                <a:gd name="connsiteY8-54" fmla="*/ 891578 h 1922964"/>
                <a:gd name="connsiteX0-55" fmla="*/ 35524 w 1922964"/>
                <a:gd name="connsiteY0-56" fmla="*/ 891578 h 1922964"/>
                <a:gd name="connsiteX1-57" fmla="*/ 891606 w 1922964"/>
                <a:gd name="connsiteY1-58" fmla="*/ 35496 h 1922964"/>
                <a:gd name="connsiteX2-59" fmla="*/ 1053229 w 1922964"/>
                <a:gd name="connsiteY2-60" fmla="*/ 35523 h 1922964"/>
                <a:gd name="connsiteX3-61" fmla="*/ 1909311 w 1922964"/>
                <a:gd name="connsiteY3-62" fmla="*/ 891606 h 1922964"/>
                <a:gd name="connsiteX4-63" fmla="*/ 1909283 w 1922964"/>
                <a:gd name="connsiteY4-64" fmla="*/ 1053228 h 1922964"/>
                <a:gd name="connsiteX5-65" fmla="*/ 1053202 w 1922964"/>
                <a:gd name="connsiteY5-66" fmla="*/ 1909311 h 1922964"/>
                <a:gd name="connsiteX6-67" fmla="*/ 891579 w 1922964"/>
                <a:gd name="connsiteY6-68" fmla="*/ 1909283 h 1922964"/>
                <a:gd name="connsiteX7-69" fmla="*/ 35497 w 1922964"/>
                <a:gd name="connsiteY7-70" fmla="*/ 1053201 h 1922964"/>
                <a:gd name="connsiteX8-71" fmla="*/ 35524 w 1922964"/>
                <a:gd name="connsiteY8-72" fmla="*/ 891578 h 1922964"/>
                <a:gd name="connsiteX0-73" fmla="*/ 35524 w 1922964"/>
                <a:gd name="connsiteY0-74" fmla="*/ 891578 h 1922964"/>
                <a:gd name="connsiteX1-75" fmla="*/ 891606 w 1922964"/>
                <a:gd name="connsiteY1-76" fmla="*/ 35496 h 1922964"/>
                <a:gd name="connsiteX2-77" fmla="*/ 1053229 w 1922964"/>
                <a:gd name="connsiteY2-78" fmla="*/ 35523 h 1922964"/>
                <a:gd name="connsiteX3-79" fmla="*/ 1909311 w 1922964"/>
                <a:gd name="connsiteY3-80" fmla="*/ 891606 h 1922964"/>
                <a:gd name="connsiteX4-81" fmla="*/ 1909283 w 1922964"/>
                <a:gd name="connsiteY4-82" fmla="*/ 1053228 h 1922964"/>
                <a:gd name="connsiteX5-83" fmla="*/ 1053202 w 1922964"/>
                <a:gd name="connsiteY5-84" fmla="*/ 1909311 h 1922964"/>
                <a:gd name="connsiteX6-85" fmla="*/ 891579 w 1922964"/>
                <a:gd name="connsiteY6-86" fmla="*/ 1909283 h 1922964"/>
                <a:gd name="connsiteX7-87" fmla="*/ 35497 w 1922964"/>
                <a:gd name="connsiteY7-88" fmla="*/ 1053201 h 1922964"/>
                <a:gd name="connsiteX8-89" fmla="*/ 35524 w 1922964"/>
                <a:gd name="connsiteY8-90" fmla="*/ 891578 h 1922964"/>
                <a:gd name="connsiteX0-91" fmla="*/ 35524 w 1922974"/>
                <a:gd name="connsiteY0-92" fmla="*/ 891578 h 1922964"/>
                <a:gd name="connsiteX1-93" fmla="*/ 891606 w 1922974"/>
                <a:gd name="connsiteY1-94" fmla="*/ 35496 h 1922964"/>
                <a:gd name="connsiteX2-95" fmla="*/ 1053229 w 1922974"/>
                <a:gd name="connsiteY2-96" fmla="*/ 35523 h 1922964"/>
                <a:gd name="connsiteX3-97" fmla="*/ 1909311 w 1922974"/>
                <a:gd name="connsiteY3-98" fmla="*/ 891606 h 1922964"/>
                <a:gd name="connsiteX4-99" fmla="*/ 1909283 w 1922974"/>
                <a:gd name="connsiteY4-100" fmla="*/ 1053228 h 1922964"/>
                <a:gd name="connsiteX5-101" fmla="*/ 1053202 w 1922974"/>
                <a:gd name="connsiteY5-102" fmla="*/ 1909311 h 1922964"/>
                <a:gd name="connsiteX6-103" fmla="*/ 891579 w 1922974"/>
                <a:gd name="connsiteY6-104" fmla="*/ 1909283 h 1922964"/>
                <a:gd name="connsiteX7-105" fmla="*/ 35497 w 1922974"/>
                <a:gd name="connsiteY7-106" fmla="*/ 1053201 h 1922964"/>
                <a:gd name="connsiteX8-107" fmla="*/ 35524 w 1922974"/>
                <a:gd name="connsiteY8-108" fmla="*/ 891578 h 1922964"/>
                <a:gd name="connsiteX0-109" fmla="*/ 35524 w 1944805"/>
                <a:gd name="connsiteY0-110" fmla="*/ 891578 h 1922964"/>
                <a:gd name="connsiteX1-111" fmla="*/ 891606 w 1944805"/>
                <a:gd name="connsiteY1-112" fmla="*/ 35496 h 1922964"/>
                <a:gd name="connsiteX2-113" fmla="*/ 1053229 w 1944805"/>
                <a:gd name="connsiteY2-114" fmla="*/ 35523 h 1922964"/>
                <a:gd name="connsiteX3-115" fmla="*/ 1909311 w 1944805"/>
                <a:gd name="connsiteY3-116" fmla="*/ 891606 h 1922964"/>
                <a:gd name="connsiteX4-117" fmla="*/ 1909283 w 1944805"/>
                <a:gd name="connsiteY4-118" fmla="*/ 1053228 h 1922964"/>
                <a:gd name="connsiteX5-119" fmla="*/ 1053202 w 1944805"/>
                <a:gd name="connsiteY5-120" fmla="*/ 1909311 h 1922964"/>
                <a:gd name="connsiteX6-121" fmla="*/ 891579 w 1944805"/>
                <a:gd name="connsiteY6-122" fmla="*/ 1909283 h 1922964"/>
                <a:gd name="connsiteX7-123" fmla="*/ 35497 w 1944805"/>
                <a:gd name="connsiteY7-124" fmla="*/ 1053201 h 1922964"/>
                <a:gd name="connsiteX8-125" fmla="*/ 35524 w 1944805"/>
                <a:gd name="connsiteY8-126" fmla="*/ 891578 h 1922964"/>
                <a:gd name="connsiteX0-127" fmla="*/ 35524 w 1944805"/>
                <a:gd name="connsiteY0-128" fmla="*/ 891578 h 1922964"/>
                <a:gd name="connsiteX1-129" fmla="*/ 891606 w 1944805"/>
                <a:gd name="connsiteY1-130" fmla="*/ 35496 h 1922964"/>
                <a:gd name="connsiteX2-131" fmla="*/ 1053229 w 1944805"/>
                <a:gd name="connsiteY2-132" fmla="*/ 35523 h 1922964"/>
                <a:gd name="connsiteX3-133" fmla="*/ 1909311 w 1944805"/>
                <a:gd name="connsiteY3-134" fmla="*/ 891606 h 1922964"/>
                <a:gd name="connsiteX4-135" fmla="*/ 1909283 w 1944805"/>
                <a:gd name="connsiteY4-136" fmla="*/ 1053228 h 1922964"/>
                <a:gd name="connsiteX5-137" fmla="*/ 1053202 w 1944805"/>
                <a:gd name="connsiteY5-138" fmla="*/ 1909311 h 1922964"/>
                <a:gd name="connsiteX6-139" fmla="*/ 891579 w 1944805"/>
                <a:gd name="connsiteY6-140" fmla="*/ 1909283 h 1922964"/>
                <a:gd name="connsiteX7-141" fmla="*/ 35497 w 1944805"/>
                <a:gd name="connsiteY7-142" fmla="*/ 1053201 h 1922964"/>
                <a:gd name="connsiteX8-143" fmla="*/ 35524 w 1944805"/>
                <a:gd name="connsiteY8-144" fmla="*/ 891578 h 1922964"/>
                <a:gd name="connsiteX0-145" fmla="*/ 35524 w 1944805"/>
                <a:gd name="connsiteY0-146" fmla="*/ 891578 h 1922964"/>
                <a:gd name="connsiteX1-147" fmla="*/ 891606 w 1944805"/>
                <a:gd name="connsiteY1-148" fmla="*/ 35496 h 1922964"/>
                <a:gd name="connsiteX2-149" fmla="*/ 1053229 w 1944805"/>
                <a:gd name="connsiteY2-150" fmla="*/ 35523 h 1922964"/>
                <a:gd name="connsiteX3-151" fmla="*/ 1909311 w 1944805"/>
                <a:gd name="connsiteY3-152" fmla="*/ 891606 h 1922964"/>
                <a:gd name="connsiteX4-153" fmla="*/ 1909283 w 1944805"/>
                <a:gd name="connsiteY4-154" fmla="*/ 1053228 h 1922964"/>
                <a:gd name="connsiteX5-155" fmla="*/ 1053202 w 1944805"/>
                <a:gd name="connsiteY5-156" fmla="*/ 1909311 h 1922964"/>
                <a:gd name="connsiteX6-157" fmla="*/ 891579 w 1944805"/>
                <a:gd name="connsiteY6-158" fmla="*/ 1909283 h 1922964"/>
                <a:gd name="connsiteX7-159" fmla="*/ 35497 w 1944805"/>
                <a:gd name="connsiteY7-160" fmla="*/ 1053201 h 1922964"/>
                <a:gd name="connsiteX8-161" fmla="*/ 35524 w 1944805"/>
                <a:gd name="connsiteY8-162" fmla="*/ 891578 h 1922964"/>
                <a:gd name="connsiteX0-163" fmla="*/ 35524 w 1944805"/>
                <a:gd name="connsiteY0-164" fmla="*/ 891578 h 1922975"/>
                <a:gd name="connsiteX1-165" fmla="*/ 891606 w 1944805"/>
                <a:gd name="connsiteY1-166" fmla="*/ 35496 h 1922975"/>
                <a:gd name="connsiteX2-167" fmla="*/ 1053229 w 1944805"/>
                <a:gd name="connsiteY2-168" fmla="*/ 35523 h 1922975"/>
                <a:gd name="connsiteX3-169" fmla="*/ 1909311 w 1944805"/>
                <a:gd name="connsiteY3-170" fmla="*/ 891606 h 1922975"/>
                <a:gd name="connsiteX4-171" fmla="*/ 1909283 w 1944805"/>
                <a:gd name="connsiteY4-172" fmla="*/ 1053228 h 1922975"/>
                <a:gd name="connsiteX5-173" fmla="*/ 1053202 w 1944805"/>
                <a:gd name="connsiteY5-174" fmla="*/ 1909311 h 1922975"/>
                <a:gd name="connsiteX6-175" fmla="*/ 891579 w 1944805"/>
                <a:gd name="connsiteY6-176" fmla="*/ 1909283 h 1922975"/>
                <a:gd name="connsiteX7-177" fmla="*/ 35497 w 1944805"/>
                <a:gd name="connsiteY7-178" fmla="*/ 1053201 h 1922975"/>
                <a:gd name="connsiteX8-179" fmla="*/ 35524 w 1944805"/>
                <a:gd name="connsiteY8-180" fmla="*/ 891578 h 1922975"/>
                <a:gd name="connsiteX0-181" fmla="*/ 35524 w 1944805"/>
                <a:gd name="connsiteY0-182" fmla="*/ 891578 h 1944806"/>
                <a:gd name="connsiteX1-183" fmla="*/ 891606 w 1944805"/>
                <a:gd name="connsiteY1-184" fmla="*/ 35496 h 1944806"/>
                <a:gd name="connsiteX2-185" fmla="*/ 1053229 w 1944805"/>
                <a:gd name="connsiteY2-186" fmla="*/ 35523 h 1944806"/>
                <a:gd name="connsiteX3-187" fmla="*/ 1909311 w 1944805"/>
                <a:gd name="connsiteY3-188" fmla="*/ 891606 h 1944806"/>
                <a:gd name="connsiteX4-189" fmla="*/ 1909283 w 1944805"/>
                <a:gd name="connsiteY4-190" fmla="*/ 1053228 h 1944806"/>
                <a:gd name="connsiteX5-191" fmla="*/ 1053202 w 1944805"/>
                <a:gd name="connsiteY5-192" fmla="*/ 1909311 h 1944806"/>
                <a:gd name="connsiteX6-193" fmla="*/ 891579 w 1944805"/>
                <a:gd name="connsiteY6-194" fmla="*/ 1909283 h 1944806"/>
                <a:gd name="connsiteX7-195" fmla="*/ 35497 w 1944805"/>
                <a:gd name="connsiteY7-196" fmla="*/ 1053201 h 1944806"/>
                <a:gd name="connsiteX8-197" fmla="*/ 35524 w 1944805"/>
                <a:gd name="connsiteY8-198" fmla="*/ 891578 h 1944806"/>
                <a:gd name="connsiteX0-199" fmla="*/ 35524 w 1944805"/>
                <a:gd name="connsiteY0-200" fmla="*/ 891578 h 1944806"/>
                <a:gd name="connsiteX1-201" fmla="*/ 891606 w 1944805"/>
                <a:gd name="connsiteY1-202" fmla="*/ 35496 h 1944806"/>
                <a:gd name="connsiteX2-203" fmla="*/ 1053229 w 1944805"/>
                <a:gd name="connsiteY2-204" fmla="*/ 35523 h 1944806"/>
                <a:gd name="connsiteX3-205" fmla="*/ 1909311 w 1944805"/>
                <a:gd name="connsiteY3-206" fmla="*/ 891606 h 1944806"/>
                <a:gd name="connsiteX4-207" fmla="*/ 1909283 w 1944805"/>
                <a:gd name="connsiteY4-208" fmla="*/ 1053228 h 1944806"/>
                <a:gd name="connsiteX5-209" fmla="*/ 1053202 w 1944805"/>
                <a:gd name="connsiteY5-210" fmla="*/ 1909311 h 1944806"/>
                <a:gd name="connsiteX6-211" fmla="*/ 891579 w 1944805"/>
                <a:gd name="connsiteY6-212" fmla="*/ 1909283 h 1944806"/>
                <a:gd name="connsiteX7-213" fmla="*/ 35497 w 1944805"/>
                <a:gd name="connsiteY7-214" fmla="*/ 1053201 h 1944806"/>
                <a:gd name="connsiteX8-215" fmla="*/ 35524 w 1944805"/>
                <a:gd name="connsiteY8-216" fmla="*/ 891578 h 1944806"/>
                <a:gd name="connsiteX0-217" fmla="*/ 35524 w 1944805"/>
                <a:gd name="connsiteY0-218" fmla="*/ 891578 h 1944806"/>
                <a:gd name="connsiteX1-219" fmla="*/ 891606 w 1944805"/>
                <a:gd name="connsiteY1-220" fmla="*/ 35496 h 1944806"/>
                <a:gd name="connsiteX2-221" fmla="*/ 1053229 w 1944805"/>
                <a:gd name="connsiteY2-222" fmla="*/ 35523 h 1944806"/>
                <a:gd name="connsiteX3-223" fmla="*/ 1909311 w 1944805"/>
                <a:gd name="connsiteY3-224" fmla="*/ 891606 h 1944806"/>
                <a:gd name="connsiteX4-225" fmla="*/ 1909283 w 1944805"/>
                <a:gd name="connsiteY4-226" fmla="*/ 1053228 h 1944806"/>
                <a:gd name="connsiteX5-227" fmla="*/ 1053202 w 1944805"/>
                <a:gd name="connsiteY5-228" fmla="*/ 1909311 h 1944806"/>
                <a:gd name="connsiteX6-229" fmla="*/ 891579 w 1944805"/>
                <a:gd name="connsiteY6-230" fmla="*/ 1909283 h 1944806"/>
                <a:gd name="connsiteX7-231" fmla="*/ 35497 w 1944805"/>
                <a:gd name="connsiteY7-232" fmla="*/ 1053201 h 1944806"/>
                <a:gd name="connsiteX8-233" fmla="*/ 35524 w 1944805"/>
                <a:gd name="connsiteY8-234" fmla="*/ 891578 h 1944806"/>
                <a:gd name="connsiteX0-235" fmla="*/ 35524 w 1944805"/>
                <a:gd name="connsiteY0-236" fmla="*/ 891578 h 1944806"/>
                <a:gd name="connsiteX1-237" fmla="*/ 891606 w 1944805"/>
                <a:gd name="connsiteY1-238" fmla="*/ 35496 h 1944806"/>
                <a:gd name="connsiteX2-239" fmla="*/ 1053229 w 1944805"/>
                <a:gd name="connsiteY2-240" fmla="*/ 35523 h 1944806"/>
                <a:gd name="connsiteX3-241" fmla="*/ 1909311 w 1944805"/>
                <a:gd name="connsiteY3-242" fmla="*/ 891606 h 1944806"/>
                <a:gd name="connsiteX4-243" fmla="*/ 1909283 w 1944805"/>
                <a:gd name="connsiteY4-244" fmla="*/ 1053228 h 1944806"/>
                <a:gd name="connsiteX5-245" fmla="*/ 1053202 w 1944805"/>
                <a:gd name="connsiteY5-246" fmla="*/ 1909311 h 1944806"/>
                <a:gd name="connsiteX6-247" fmla="*/ 891579 w 1944805"/>
                <a:gd name="connsiteY6-248" fmla="*/ 1909283 h 1944806"/>
                <a:gd name="connsiteX7-249" fmla="*/ 35497 w 1944805"/>
                <a:gd name="connsiteY7-250" fmla="*/ 1053201 h 1944806"/>
                <a:gd name="connsiteX8-251" fmla="*/ 35524 w 1944805"/>
                <a:gd name="connsiteY8-252" fmla="*/ 891578 h 19448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44805" h="1944806">
                  <a:moveTo>
                    <a:pt x="35524" y="891578"/>
                  </a:moveTo>
                  <a:cubicBezTo>
                    <a:pt x="82870" y="844232"/>
                    <a:pt x="844259" y="82842"/>
                    <a:pt x="891606" y="35496"/>
                  </a:cubicBezTo>
                  <a:cubicBezTo>
                    <a:pt x="938951" y="-11850"/>
                    <a:pt x="1005883" y="-11823"/>
                    <a:pt x="1053229" y="35523"/>
                  </a:cubicBezTo>
                  <a:cubicBezTo>
                    <a:pt x="1100574" y="82869"/>
                    <a:pt x="1861964" y="844260"/>
                    <a:pt x="1909311" y="891606"/>
                  </a:cubicBezTo>
                  <a:cubicBezTo>
                    <a:pt x="1956656" y="938952"/>
                    <a:pt x="1956628" y="1005882"/>
                    <a:pt x="1909283" y="1053228"/>
                  </a:cubicBezTo>
                  <a:cubicBezTo>
                    <a:pt x="1861936" y="1100574"/>
                    <a:pt x="1100547" y="1861965"/>
                    <a:pt x="1053202" y="1909311"/>
                  </a:cubicBezTo>
                  <a:cubicBezTo>
                    <a:pt x="1005855" y="1956657"/>
                    <a:pt x="938924" y="1956629"/>
                    <a:pt x="891579" y="1909283"/>
                  </a:cubicBezTo>
                  <a:cubicBezTo>
                    <a:pt x="844232" y="1861936"/>
                    <a:pt x="82842" y="1100546"/>
                    <a:pt x="35497" y="1053201"/>
                  </a:cubicBezTo>
                  <a:cubicBezTo>
                    <a:pt x="-11850" y="1005854"/>
                    <a:pt x="-11822" y="938924"/>
                    <a:pt x="35524" y="891578"/>
                  </a:cubicBezTo>
                  <a:close/>
                </a:path>
              </a:pathLst>
            </a:custGeom>
            <a:noFill/>
            <a:ln w="2540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643260" tIns="775514" rIns="627444" bIns="772464" numCol="1" spcCol="0" rtlCol="0" fromWordArt="0" anchor="ctr" anchorCtr="1" forceAA="0" compatLnSpc="1">
              <a:noAutofit/>
            </a:bodyPr>
            <a:p>
              <a:pPr marL="0" algn="ctr" rtl="0" eaLnBrk="1" latinLnBrk="0" hangingPunct="1">
                <a:spcBef>
                  <a:spcPts val="0"/>
                </a:spcBef>
                <a:spcAft>
                  <a:spcPts val="0"/>
                </a:spcAft>
              </a:pPr>
              <a:endParaRPr lang="zh-CN" altLang="zh-CN" b="1" kern="1200" dirty="0">
                <a:solidFill>
                  <a:schemeClr val="accent1"/>
                </a:solidFill>
                <a:effectLst/>
                <a:latin typeface="+mn-ea"/>
                <a:cs typeface="+mn-ea"/>
                <a:sym typeface="+mn-ea"/>
              </a:endParaRPr>
            </a:p>
          </p:txBody>
        </p:sp>
      </p:grpSp>
      <p:sp>
        <p:nvSpPr>
          <p:cNvPr id="7" name="文本框 6"/>
          <p:cNvSpPr txBox="1"/>
          <p:nvPr/>
        </p:nvSpPr>
        <p:spPr>
          <a:xfrm>
            <a:off x="826770" y="1858645"/>
            <a:ext cx="4295775" cy="337185"/>
          </a:xfrm>
          <a:prstGeom prst="rect">
            <a:avLst/>
          </a:prstGeom>
        </p:spPr>
        <p:txBody>
          <a:bodyPr wrap="square">
            <a:spAutoFit/>
          </a:bodyPr>
          <a:p>
            <a:pPr>
              <a:spcAft>
                <a:spcPct val="60000"/>
              </a:spcAft>
            </a:pPr>
            <a:r>
              <a:rPr lang="zh-CN" altLang="en-US" sz="1600" b="1"/>
              <a:t>体现“领导者”角色（基于人</a:t>
            </a:r>
            <a:r>
              <a:rPr lang="zh-CN" altLang="en-US" sz="1600" b="1"/>
              <a:t>的能力）</a:t>
            </a:r>
            <a:endParaRPr lang="zh-CN" altLang="en-US" sz="1600" b="1"/>
          </a:p>
        </p:txBody>
      </p:sp>
      <p:sp>
        <p:nvSpPr>
          <p:cNvPr id="8" name="文本框 7"/>
          <p:cNvSpPr txBox="1"/>
          <p:nvPr/>
        </p:nvSpPr>
        <p:spPr>
          <a:xfrm>
            <a:off x="7301865" y="1827530"/>
            <a:ext cx="4064000" cy="337185"/>
          </a:xfrm>
          <a:prstGeom prst="rect">
            <a:avLst/>
          </a:prstGeom>
          <a:noFill/>
        </p:spPr>
        <p:txBody>
          <a:bodyPr wrap="square" rtlCol="0">
            <a:spAutoFit/>
          </a:bodyPr>
          <a:p>
            <a:r>
              <a:rPr lang="zh-CN" altLang="en-US" sz="1600" b="1"/>
              <a:t>体现</a:t>
            </a:r>
            <a:r>
              <a:rPr lang="en-US" altLang="zh-CN" sz="1600" b="1"/>
              <a:t>“</a:t>
            </a:r>
            <a:r>
              <a:rPr lang="zh-CN" altLang="en-US" sz="1600" b="1"/>
              <a:t>战略者</a:t>
            </a:r>
            <a:r>
              <a:rPr lang="en-US" altLang="zh-CN" sz="1600" b="1"/>
              <a:t>”</a:t>
            </a:r>
            <a:r>
              <a:rPr lang="zh-CN" altLang="en-US" sz="1600" b="1"/>
              <a:t>角色（看到未来远景）</a:t>
            </a:r>
            <a:endParaRPr lang="zh-CN" altLang="en-US" sz="1600" b="1"/>
          </a:p>
        </p:txBody>
      </p:sp>
      <p:sp>
        <p:nvSpPr>
          <p:cNvPr id="9" name="文本框 8"/>
          <p:cNvSpPr txBox="1"/>
          <p:nvPr/>
        </p:nvSpPr>
        <p:spPr>
          <a:xfrm>
            <a:off x="516255" y="2195830"/>
            <a:ext cx="3690620" cy="1168400"/>
          </a:xfrm>
          <a:prstGeom prst="rect">
            <a:avLst/>
          </a:prstGeom>
          <a:noFill/>
        </p:spPr>
        <p:txBody>
          <a:bodyPr wrap="square" rtlCol="0" anchor="t">
            <a:spAutoFit/>
          </a:bodyPr>
          <a:p>
            <a:pPr indent="0" algn="l" fontAlgn="auto">
              <a:lnSpc>
                <a:spcPct val="100000"/>
              </a:lnSpc>
              <a:spcBef>
                <a:spcPct val="0"/>
              </a:spcBef>
              <a:spcAft>
                <a:spcPct val="0"/>
              </a:spcAft>
            </a:pPr>
            <a:r>
              <a:rPr lang="en-US" altLang="zh-CN" sz="1400" dirty="0">
                <a:ln>
                  <a:noFill/>
                  <a:prstDash val="sysDot"/>
                </a:ln>
                <a:solidFill>
                  <a:schemeClr val="tx1">
                    <a:lumMod val="85000"/>
                    <a:lumOff val="15000"/>
                  </a:schemeClr>
                </a:solidFill>
                <a:latin typeface="+mn-ea"/>
                <a:cs typeface="+mn-ea"/>
                <a:sym typeface="+mn-ea"/>
              </a:rPr>
              <a:t>1）</a:t>
            </a:r>
            <a:r>
              <a:rPr lang="zh-CN" altLang="en-US" sz="1400" dirty="0">
                <a:ln>
                  <a:noFill/>
                  <a:prstDash val="sysDot"/>
                </a:ln>
                <a:solidFill>
                  <a:schemeClr val="tx1">
                    <a:lumMod val="85000"/>
                    <a:lumOff val="15000"/>
                  </a:schemeClr>
                </a:solidFill>
                <a:latin typeface="+mn-ea"/>
                <a:cs typeface="+mn-ea"/>
                <a:sym typeface="+mn-ea"/>
              </a:rPr>
              <a:t>强调人的能力</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自我反思与自我管理</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团队合作和领导</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谈判和冲突解决</a:t>
            </a:r>
            <a:r>
              <a:rPr lang="en-US" altLang="zh-CN" sz="1400" dirty="0">
                <a:ln>
                  <a:noFill/>
                  <a:prstDash val="sysDot"/>
                </a:ln>
                <a:solidFill>
                  <a:schemeClr val="tx1">
                    <a:lumMod val="85000"/>
                    <a:lumOff val="15000"/>
                  </a:schemeClr>
                </a:solidFill>
                <a:latin typeface="+mn-ea"/>
                <a:cs typeface="+mn-ea"/>
                <a:sym typeface="+mn-ea"/>
              </a:rPr>
              <a:t>）</a:t>
            </a:r>
            <a:endParaRPr lang="en-US" altLang="zh-CN" sz="1400" dirty="0">
              <a:ln>
                <a:noFill/>
                <a:prstDash val="sysDot"/>
              </a:ln>
              <a:solidFill>
                <a:schemeClr val="tx1">
                  <a:lumMod val="85000"/>
                  <a:lumOff val="15000"/>
                </a:schemeClr>
              </a:solidFill>
              <a:latin typeface="+mn-ea"/>
              <a:cs typeface="+mn-ea"/>
              <a:sym typeface="+mn-ea"/>
            </a:endParaRPr>
          </a:p>
          <a:p>
            <a:pPr indent="0" algn="l" fontAlgn="auto">
              <a:lnSpc>
                <a:spcPct val="100000"/>
              </a:lnSpc>
              <a:spcBef>
                <a:spcPct val="0"/>
              </a:spcBef>
              <a:spcAft>
                <a:spcPct val="0"/>
              </a:spcAft>
            </a:pPr>
            <a:r>
              <a:rPr lang="en-US" altLang="zh-CN" sz="1400" dirty="0">
                <a:ln>
                  <a:noFill/>
                  <a:prstDash val="sysDot"/>
                </a:ln>
                <a:solidFill>
                  <a:schemeClr val="tx1">
                    <a:lumMod val="85000"/>
                    <a:lumOff val="15000"/>
                  </a:schemeClr>
                </a:solidFill>
                <a:latin typeface="+mn-ea"/>
                <a:cs typeface="+mn-ea"/>
                <a:sym typeface="+mn-ea"/>
              </a:rPr>
              <a:t>2）A/B</a:t>
            </a:r>
            <a:r>
              <a:rPr lang="zh-CN" altLang="en-US" sz="1400" dirty="0">
                <a:ln>
                  <a:noFill/>
                  <a:prstDash val="sysDot"/>
                </a:ln>
                <a:solidFill>
                  <a:schemeClr val="tx1">
                    <a:lumMod val="85000"/>
                    <a:lumOff val="15000"/>
                  </a:schemeClr>
                </a:solidFill>
                <a:latin typeface="+mn-ea"/>
                <a:cs typeface="+mn-ea"/>
                <a:sym typeface="+mn-ea"/>
              </a:rPr>
              <a:t>级证明个人领导力</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基于复杂的场景，在这些场景中你如何处理困难的干系人关系、管理团队冲突，并激励团队克服挑战</a:t>
            </a:r>
            <a:r>
              <a:rPr lang="en-US" altLang="zh-CN" sz="1400" dirty="0">
                <a:ln>
                  <a:noFill/>
                  <a:prstDash val="sysDot"/>
                </a:ln>
                <a:solidFill>
                  <a:schemeClr val="tx1">
                    <a:lumMod val="85000"/>
                    <a:lumOff val="15000"/>
                  </a:schemeClr>
                </a:solidFill>
                <a:latin typeface="+mn-ea"/>
                <a:cs typeface="+mn-ea"/>
                <a:sym typeface="+mn-ea"/>
              </a:rPr>
              <a:t>）</a:t>
            </a:r>
            <a:endParaRPr lang="en-US" altLang="zh-CN" sz="1400" dirty="0">
              <a:ln>
                <a:noFill/>
                <a:prstDash val="sysDot"/>
              </a:ln>
              <a:solidFill>
                <a:schemeClr val="tx1">
                  <a:lumMod val="85000"/>
                  <a:lumOff val="15000"/>
                </a:schemeClr>
              </a:solidFill>
              <a:latin typeface="+mn-ea"/>
              <a:cs typeface="+mn-ea"/>
              <a:sym typeface="+mn-ea"/>
            </a:endParaRPr>
          </a:p>
        </p:txBody>
      </p:sp>
      <p:graphicFrame>
        <p:nvGraphicFramePr>
          <p:cNvPr id="10" name="表格 9"/>
          <p:cNvGraphicFramePr/>
          <p:nvPr>
            <p:custDataLst>
              <p:tags r:id="rId1"/>
            </p:custDataLst>
          </p:nvPr>
        </p:nvGraphicFramePr>
        <p:xfrm>
          <a:off x="516255" y="3501390"/>
          <a:ext cx="11216005" cy="3340100"/>
        </p:xfrm>
        <a:graphic>
          <a:graphicData uri="http://schemas.openxmlformats.org/drawingml/2006/table">
            <a:tbl>
              <a:tblPr firstRow="1" bandRow="1">
                <a:tableStyleId>{DF9EC418-0B19-4211-918C-304CA2219490}</a:tableStyleId>
              </a:tblPr>
              <a:tblGrid>
                <a:gridCol w="1574165"/>
                <a:gridCol w="4820285"/>
                <a:gridCol w="4821555"/>
              </a:tblGrid>
              <a:tr h="314325">
                <a:tc>
                  <a:txBody>
                    <a:bodyPr/>
                    <a:p>
                      <a:pPr algn="ctr" fontAlgn="ctr"/>
                      <a:r>
                        <a:rPr lang="zh-CN" altLang="en-US" sz="1400"/>
                        <a:t>对比维度</a:t>
                      </a:r>
                      <a:endParaRPr lang="zh-CN" altLang="en-US" sz="1400"/>
                    </a:p>
                  </a:txBody>
                  <a:tcPr marL="13017" marR="13017" marT="13017" marB="0" anchor="ctr" anchorCtr="0"/>
                </a:tc>
                <a:tc>
                  <a:txBody>
                    <a:bodyPr/>
                    <a:p>
                      <a:pPr algn="ctr" fontAlgn="ctr"/>
                      <a:r>
                        <a:rPr lang="en-US" altLang="zh-CN" sz="1400"/>
                        <a:t>PRINCE2</a:t>
                      </a:r>
                      <a:r>
                        <a:rPr lang="zh-CN" altLang="en-US" sz="1400"/>
                        <a:t>的“管理者和控制者”</a:t>
                      </a:r>
                      <a:endParaRPr lang="zh-CN" altLang="en-US" sz="1400"/>
                    </a:p>
                  </a:txBody>
                  <a:tcPr marL="13017" marR="13017" marT="13017" marB="0" anchor="ctr" anchorCtr="0"/>
                </a:tc>
                <a:tc>
                  <a:txBody>
                    <a:bodyPr/>
                    <a:p>
                      <a:pPr algn="ctr" fontAlgn="ctr"/>
                      <a:r>
                        <a:rPr lang="en-US" altLang="zh-CN" sz="1400"/>
                        <a:t>IPMP</a:t>
                      </a:r>
                      <a:r>
                        <a:rPr lang="zh-CN" altLang="en-US" sz="1400"/>
                        <a:t>的“领导者和战略家”</a:t>
                      </a:r>
                      <a:endParaRPr lang="zh-CN" altLang="en-US" sz="1400"/>
                    </a:p>
                  </a:txBody>
                  <a:tcPr marL="13017" marR="13017" marT="13017" marB="0" anchor="ctr" anchorCtr="0"/>
                </a:tc>
              </a:tr>
              <a:tr h="597535">
                <a:tc>
                  <a:txBody>
                    <a:bodyPr/>
                    <a:p>
                      <a:pPr algn="ctr" fontAlgn="ctr"/>
                      <a:r>
                        <a:rPr lang="zh-CN" altLang="en-US" sz="1400" b="1"/>
                        <a:t>角色定义</a:t>
                      </a:r>
                      <a:endParaRPr lang="zh-CN" altLang="en-US" sz="1400" b="1"/>
                    </a:p>
                  </a:txBody>
                  <a:tcPr marL="13017" marR="13017" marT="13017" marB="0" anchor="ctr" anchorCtr="0"/>
                </a:tc>
                <a:tc>
                  <a:txBody>
                    <a:bodyPr/>
                    <a:p>
                      <a:pPr algn="l" fontAlgn="ctr"/>
                      <a:r>
                        <a:rPr lang="zh-CN" altLang="en-US" sz="1200"/>
                        <a:t>基于</a:t>
                      </a:r>
                      <a:r>
                        <a:rPr lang="zh-CN" altLang="en-US" sz="1200">
                          <a:solidFill>
                            <a:srgbClr val="FF0000"/>
                          </a:solidFill>
                        </a:rPr>
                        <a:t>角色和流程</a:t>
                      </a:r>
                      <a:r>
                        <a:rPr lang="en-US" altLang="zh-CN" sz="1200"/>
                        <a:t>，</a:t>
                      </a:r>
                      <a:r>
                        <a:rPr lang="zh-CN" altLang="en-US" sz="1200"/>
                        <a:t>角色（</a:t>
                      </a:r>
                      <a:r>
                        <a:rPr lang="en-US" altLang="zh-CN" sz="1200"/>
                        <a:t>PM</a:t>
                      </a:r>
                      <a:r>
                        <a:rPr lang="zh-CN" altLang="en-US" sz="1200"/>
                        <a:t>、</a:t>
                      </a:r>
                      <a:r>
                        <a:rPr lang="en-US" altLang="zh-CN" sz="1200"/>
                        <a:t>PMO</a:t>
                      </a:r>
                      <a:r>
                        <a:rPr lang="zh-CN" altLang="en-US" sz="1200"/>
                        <a:t>主管）是由方法论定义的。工作是按照</a:t>
                      </a:r>
                      <a:r>
                        <a:rPr lang="en-US" altLang="zh-CN" sz="1200"/>
                        <a:t>PRINCE2</a:t>
                      </a:r>
                      <a:r>
                        <a:rPr lang="zh-CN" altLang="en-US" sz="1200"/>
                        <a:t>的规定，有效地履行该角色的职责</a:t>
                      </a:r>
                      <a:endParaRPr lang="zh-CN" altLang="en-US" sz="1200"/>
                    </a:p>
                  </a:txBody>
                  <a:tcPr marL="13017" marR="13017" marT="13017" marB="0" anchor="ctr" anchorCtr="0"/>
                </a:tc>
                <a:tc>
                  <a:txBody>
                    <a:bodyPr/>
                    <a:p>
                      <a:pPr algn="l" fontAlgn="ctr"/>
                      <a:r>
                        <a:rPr lang="zh-CN" altLang="en-US" sz="1200"/>
                        <a:t>基于</a:t>
                      </a:r>
                      <a:r>
                        <a:rPr lang="zh-CN" altLang="en-US" sz="1200">
                          <a:solidFill>
                            <a:srgbClr val="FF0000"/>
                          </a:solidFill>
                        </a:rPr>
                        <a:t>个人和行为</a:t>
                      </a:r>
                      <a:r>
                        <a:rPr lang="en-US" altLang="zh-CN" sz="1200"/>
                        <a:t>，</a:t>
                      </a:r>
                      <a:r>
                        <a:rPr lang="zh-CN" altLang="en-US" sz="1200"/>
                        <a:t>角色是由个人展现出的能力定义的。它</a:t>
                      </a:r>
                      <a:r>
                        <a:rPr lang="zh-CN" altLang="en-US" sz="1200">
                          <a:solidFill>
                            <a:srgbClr val="FF0000"/>
                          </a:solidFill>
                        </a:rPr>
                        <a:t>评估领导他人和驾驭模糊性的个人能力</a:t>
                      </a:r>
                      <a:r>
                        <a:rPr lang="zh-CN" altLang="en-US" sz="1200"/>
                        <a:t>，无论你使用何种具体的方法论。</a:t>
                      </a:r>
                      <a:endParaRPr lang="zh-CN" altLang="en-US" sz="1200"/>
                    </a:p>
                  </a:txBody>
                  <a:tcPr marL="13017" marR="13017" marT="13017" marB="0" anchor="ctr" anchorCtr="0"/>
                </a:tc>
              </a:tr>
              <a:tr h="561340">
                <a:tc>
                  <a:txBody>
                    <a:bodyPr/>
                    <a:p>
                      <a:pPr algn="ctr" fontAlgn="ctr"/>
                      <a:r>
                        <a:rPr lang="zh-CN" altLang="en-US" sz="1400" b="1"/>
                        <a:t>权力来源</a:t>
                      </a:r>
                      <a:endParaRPr lang="zh-CN" altLang="en-US" sz="1400" b="1"/>
                    </a:p>
                  </a:txBody>
                  <a:tcPr marL="13017" marR="13017" marT="13017" marB="0" anchor="ctr" anchorCtr="0"/>
                </a:tc>
                <a:tc>
                  <a:txBody>
                    <a:bodyPr/>
                    <a:p>
                      <a:pPr algn="l" fontAlgn="ctr"/>
                      <a:r>
                        <a:rPr lang="zh-CN" altLang="en-US" sz="1200"/>
                        <a:t>授权而来</a:t>
                      </a:r>
                      <a:r>
                        <a:rPr lang="en-US" altLang="zh-CN" sz="1200"/>
                        <a:t>，</a:t>
                      </a:r>
                      <a:r>
                        <a:rPr lang="zh-CN" altLang="en-US" sz="1200"/>
                        <a:t>项目经理的权力来自</a:t>
                      </a:r>
                      <a:r>
                        <a:rPr lang="en-US" altLang="zh-CN" sz="1200"/>
                        <a:t>PMO</a:t>
                      </a:r>
                      <a:r>
                        <a:rPr lang="zh-CN" altLang="en-US" sz="1200"/>
                        <a:t>。项目管理委员会的权力来自公司</a:t>
                      </a:r>
                      <a:r>
                        <a:rPr lang="en-US" altLang="zh-CN" sz="1200"/>
                        <a:t>/</a:t>
                      </a:r>
                      <a:r>
                        <a:rPr lang="zh-CN" altLang="en-US" sz="1200"/>
                        <a:t>项目群管理层。这是一个在明确结构内自上而下的授权</a:t>
                      </a:r>
                      <a:endParaRPr lang="zh-CN" altLang="en-US" sz="1200"/>
                    </a:p>
                  </a:txBody>
                  <a:tcPr marL="13017" marR="13017" marT="13017" marB="0" anchor="ctr" anchorCtr="0"/>
                </a:tc>
                <a:tc>
                  <a:txBody>
                    <a:bodyPr/>
                    <a:p>
                      <a:pPr algn="l" fontAlgn="ctr"/>
                      <a:r>
                        <a:rPr lang="zh-CN" altLang="en-US" sz="1200">
                          <a:solidFill>
                            <a:srgbClr val="FF0000"/>
                          </a:solidFill>
                        </a:rPr>
                        <a:t>赢得和证明</a:t>
                      </a:r>
                      <a:r>
                        <a:rPr lang="zh-CN" altLang="en-US" sz="1200"/>
                        <a:t>而来</a:t>
                      </a:r>
                      <a:r>
                        <a:rPr lang="en-US" altLang="zh-CN" sz="1200"/>
                        <a:t>，</a:t>
                      </a:r>
                      <a:r>
                        <a:rPr lang="zh-CN" altLang="en-US" sz="1200"/>
                        <a:t>领导者的权威来自你的专业知识、影响力、沟通技巧及建立的信任。权威来自被验证能交付对业务至关重要的成果的能力</a:t>
                      </a:r>
                      <a:endParaRPr lang="zh-CN" altLang="en-US" sz="1200"/>
                    </a:p>
                  </a:txBody>
                  <a:tcPr marL="13017" marR="13017" marT="13017" marB="0" anchor="ctr" anchorCtr="0"/>
                </a:tc>
              </a:tr>
              <a:tr h="561340">
                <a:tc>
                  <a:txBody>
                    <a:bodyPr/>
                    <a:p>
                      <a:pPr algn="ctr" fontAlgn="ctr"/>
                      <a:r>
                        <a:rPr lang="zh-CN" altLang="en-US" sz="1400" b="1"/>
                        <a:t>控制焦点</a:t>
                      </a:r>
                      <a:endParaRPr lang="zh-CN" altLang="en-US" sz="1400" b="1"/>
                    </a:p>
                  </a:txBody>
                  <a:tcPr marL="13017" marR="13017" marT="13017" marB="0" anchor="ctr" anchorCtr="0"/>
                </a:tc>
                <a:tc>
                  <a:txBody>
                    <a:bodyPr/>
                    <a:p>
                      <a:pPr algn="l" fontAlgn="ctr"/>
                      <a:r>
                        <a:rPr lang="zh-CN" altLang="en-US" sz="1200"/>
                        <a:t>控制对计划的偏离</a:t>
                      </a:r>
                      <a:r>
                        <a:rPr lang="en-US" altLang="zh-CN" sz="1200"/>
                        <a:t>，</a:t>
                      </a:r>
                      <a:r>
                        <a:rPr lang="zh-CN" altLang="en-US" sz="1200"/>
                        <a:t>主要目标是确保项目在其定义的容许偏差（时间、成本、范围等）内</a:t>
                      </a:r>
                      <a:r>
                        <a:rPr lang="en-US" altLang="zh-CN" sz="1200"/>
                        <a:t>，</a:t>
                      </a:r>
                      <a:r>
                        <a:rPr lang="zh-CN" altLang="en-US" sz="1200"/>
                        <a:t>它关注的是</a:t>
                      </a:r>
                      <a:r>
                        <a:rPr lang="zh-CN" altLang="en-US" sz="1200">
                          <a:solidFill>
                            <a:srgbClr val="FF0000"/>
                          </a:solidFill>
                        </a:rPr>
                        <a:t>合规性和可预测性</a:t>
                      </a:r>
                      <a:r>
                        <a:rPr lang="en-US" altLang="zh-CN" sz="1200">
                          <a:solidFill>
                            <a:srgbClr val="FF0000"/>
                          </a:solidFill>
                        </a:rPr>
                        <a:t>，</a:t>
                      </a:r>
                      <a:r>
                        <a:rPr lang="zh-CN" altLang="en-US" sz="1200"/>
                        <a:t>主要工具是阶段、容许偏差和例外报告</a:t>
                      </a:r>
                      <a:endParaRPr lang="zh-CN" altLang="en-US" sz="1200"/>
                    </a:p>
                  </a:txBody>
                  <a:tcPr marL="13017" marR="13017" marT="13017" marB="0" anchor="ctr" anchorCtr="0"/>
                </a:tc>
                <a:tc>
                  <a:txBody>
                    <a:bodyPr/>
                    <a:p>
                      <a:pPr algn="l" fontAlgn="ctr"/>
                      <a:r>
                        <a:rPr lang="zh-CN" altLang="en-US" sz="1200"/>
                        <a:t>驾驭</a:t>
                      </a:r>
                      <a:r>
                        <a:rPr lang="zh-CN" altLang="en-US" sz="1200">
                          <a:solidFill>
                            <a:srgbClr val="FF0000"/>
                          </a:solidFill>
                        </a:rPr>
                        <a:t>复杂性和不确定性</a:t>
                      </a:r>
                      <a:r>
                        <a:rPr lang="en-US" altLang="zh-CN" sz="1200"/>
                        <a:t>，</a:t>
                      </a:r>
                      <a:r>
                        <a:rPr lang="zh-CN" altLang="en-US" sz="1200"/>
                        <a:t>焦点是带领项目穿越模糊地带以实现其战略目标，即使这意味着要大幅调整计划。它关注的是</a:t>
                      </a:r>
                      <a:r>
                        <a:rPr lang="zh-CN" altLang="en-US" sz="1200">
                          <a:solidFill>
                            <a:srgbClr val="FF0000"/>
                          </a:solidFill>
                        </a:rPr>
                        <a:t>韧性和价值创造</a:t>
                      </a:r>
                      <a:endParaRPr lang="zh-CN" altLang="en-US" sz="1200">
                        <a:solidFill>
                          <a:srgbClr val="FF0000"/>
                        </a:solidFill>
                      </a:endParaRPr>
                    </a:p>
                  </a:txBody>
                  <a:tcPr marL="13017" marR="13017" marT="13017" marB="0" anchor="ctr" anchorCtr="0"/>
                </a:tc>
              </a:tr>
              <a:tr h="561340">
                <a:tc>
                  <a:txBody>
                    <a:bodyPr/>
                    <a:p>
                      <a:pPr algn="ctr" fontAlgn="ctr"/>
                      <a:r>
                        <a:rPr lang="zh-CN" altLang="en-US" sz="1400" b="1"/>
                        <a:t>对战略的看法</a:t>
                      </a:r>
                      <a:endParaRPr lang="zh-CN" altLang="en-US" sz="1400" b="1"/>
                    </a:p>
                  </a:txBody>
                  <a:tcPr marL="13017" marR="13017" marT="13017" marB="0" anchor="ctr" anchorCtr="0"/>
                </a:tc>
                <a:tc>
                  <a:txBody>
                    <a:bodyPr/>
                    <a:p>
                      <a:pPr algn="l" fontAlgn="ctr"/>
                      <a:r>
                        <a:rPr lang="zh-CN" altLang="en-US" sz="1200">
                          <a:solidFill>
                            <a:srgbClr val="FF0000"/>
                          </a:solidFill>
                        </a:rPr>
                        <a:t>战略是一个输入项</a:t>
                      </a:r>
                      <a:r>
                        <a:rPr lang="en-US" altLang="zh-CN" sz="1200"/>
                        <a:t>，</a:t>
                      </a:r>
                      <a:r>
                        <a:rPr lang="zh-CN" altLang="en-US" sz="1200"/>
                        <a:t>项目的存在是为了服务于一个源自战略的业务论证</a:t>
                      </a:r>
                      <a:r>
                        <a:rPr lang="en-US" altLang="zh-CN" sz="1200"/>
                        <a:t>，</a:t>
                      </a:r>
                      <a:r>
                        <a:rPr lang="zh-CN" altLang="en-US" sz="1200"/>
                        <a:t>项目的任务是按规定交付该业务论证的成果</a:t>
                      </a:r>
                      <a:r>
                        <a:rPr lang="en-US" altLang="zh-CN" sz="1200"/>
                        <a:t>，</a:t>
                      </a:r>
                      <a:r>
                        <a:rPr lang="zh-CN" altLang="en-US" sz="1200"/>
                        <a:t>它</a:t>
                      </a:r>
                      <a:r>
                        <a:rPr lang="zh-CN" altLang="en-US" sz="1200">
                          <a:solidFill>
                            <a:srgbClr val="FF0000"/>
                          </a:solidFill>
                        </a:rPr>
                        <a:t>不质疑或塑造战略</a:t>
                      </a:r>
                      <a:r>
                        <a:rPr lang="zh-CN" altLang="en-US" sz="1200"/>
                        <a:t>本身</a:t>
                      </a:r>
                      <a:endParaRPr lang="zh-CN" altLang="en-US" sz="1200"/>
                    </a:p>
                  </a:txBody>
                  <a:tcPr marL="13017" marR="13017" marT="13017" marB="0" anchor="ctr" anchorCtr="0"/>
                </a:tc>
                <a:tc>
                  <a:txBody>
                    <a:bodyPr/>
                    <a:p>
                      <a:pPr algn="l" fontAlgn="ctr"/>
                      <a:r>
                        <a:rPr lang="zh-CN" altLang="en-US" sz="1200"/>
                        <a:t>战略是一个需要被管理和塑造的上下文</a:t>
                      </a:r>
                      <a:r>
                        <a:rPr lang="en-US" altLang="zh-CN" sz="1200"/>
                        <a:t>，</a:t>
                      </a:r>
                      <a:r>
                        <a:rPr lang="zh-CN" altLang="en-US" sz="1200"/>
                        <a:t>不仅理解战略，更可能影响未来战略的反馈</a:t>
                      </a:r>
                      <a:r>
                        <a:rPr lang="en-US" altLang="zh-CN" sz="1200"/>
                        <a:t>，</a:t>
                      </a:r>
                      <a:r>
                        <a:rPr lang="zh-CN" altLang="en-US" sz="1200"/>
                        <a:t>在最高级别（</a:t>
                      </a:r>
                      <a:r>
                        <a:rPr lang="en-US" altLang="zh-CN" sz="1200"/>
                        <a:t>A</a:t>
                      </a:r>
                      <a:r>
                        <a:rPr lang="zh-CN" altLang="en-US" sz="1200"/>
                        <a:t>级），</a:t>
                      </a:r>
                      <a:r>
                        <a:rPr lang="zh-CN" altLang="en-US" sz="1200"/>
                        <a:t>还是战略制定过程的一部分</a:t>
                      </a:r>
                      <a:endParaRPr lang="zh-CN" altLang="en-US" sz="1200"/>
                    </a:p>
                  </a:txBody>
                  <a:tcPr marL="13017" marR="13017" marT="13017" marB="0" anchor="ctr" anchorCtr="0"/>
                </a:tc>
              </a:tr>
              <a:tr h="744220">
                <a:tc>
                  <a:txBody>
                    <a:bodyPr/>
                    <a:p>
                      <a:pPr algn="ctr" fontAlgn="ctr"/>
                      <a:r>
                        <a:rPr lang="zh-CN" altLang="en-US" sz="1400" b="1"/>
                        <a:t>场景示例</a:t>
                      </a:r>
                      <a:endParaRPr lang="zh-CN" altLang="en-US" sz="1400" b="1"/>
                    </a:p>
                  </a:txBody>
                  <a:tcPr marL="13017" marR="13017" marT="13017" marB="0" anchor="ctr" anchorCtr="0"/>
                </a:tc>
                <a:tc>
                  <a:txBody>
                    <a:bodyPr/>
                    <a:p>
                      <a:pPr algn="l" fontAlgn="ctr"/>
                      <a:r>
                        <a:rPr lang="zh-CN" altLang="en-US" sz="1200"/>
                        <a:t>一位项目经理预见到项目将超出预算容许偏差。他会遵循流程：他向控制者（项目管理委员会）提交一份例外报告，以便他们做出决策</a:t>
                      </a:r>
                      <a:endParaRPr lang="zh-CN" altLang="en-US" sz="1200"/>
                    </a:p>
                  </a:txBody>
                  <a:tcPr marL="13017" marR="13017" marT="13017" marB="0" anchor="ctr" anchorCtr="0"/>
                </a:tc>
                <a:tc>
                  <a:txBody>
                    <a:bodyPr/>
                    <a:p>
                      <a:pPr algn="l" fontAlgn="ctr"/>
                      <a:r>
                        <a:rPr lang="zh-CN" altLang="en-US" sz="1200"/>
                        <a:t>一位</a:t>
                      </a:r>
                      <a:r>
                        <a:rPr lang="en-US" altLang="zh-CN" sz="1200"/>
                        <a:t>B</a:t>
                      </a:r>
                      <a:r>
                        <a:rPr lang="zh-CN" altLang="en-US" sz="1200"/>
                        <a:t>级领导者面临突发的市场变化，导致原有项目范围的价值降低。他不仅报告一个偏差</a:t>
                      </a:r>
                      <a:r>
                        <a:rPr lang="en-US" altLang="zh-CN" sz="1200"/>
                        <a:t>，</a:t>
                      </a:r>
                      <a:r>
                        <a:rPr lang="zh-CN" altLang="en-US" sz="1200"/>
                        <a:t>他会主动分析战略影响，与高层干系人接触以重新定义成功，并带领团队完成转型</a:t>
                      </a:r>
                      <a:r>
                        <a:rPr lang="en-US" altLang="zh-CN" sz="1200"/>
                        <a:t>，</a:t>
                      </a:r>
                      <a:r>
                        <a:rPr lang="zh-CN" altLang="en-US" sz="1200"/>
                        <a:t>这是领导力和战略在行动中的体现</a:t>
                      </a:r>
                      <a:endParaRPr lang="zh-CN" altLang="en-US" sz="1200"/>
                    </a:p>
                  </a:txBody>
                  <a:tcPr marL="13017" marR="13017" marT="13017" marB="0" anchor="ctr" anchorCtr="0"/>
                </a:tc>
              </a:tr>
            </a:tbl>
          </a:graphicData>
        </a:graphic>
      </p:graphicFrame>
      <p:sp>
        <p:nvSpPr>
          <p:cNvPr id="12" name="文本框 11"/>
          <p:cNvSpPr txBox="1"/>
          <p:nvPr/>
        </p:nvSpPr>
        <p:spPr>
          <a:xfrm>
            <a:off x="7882890" y="2219325"/>
            <a:ext cx="4063365" cy="1168400"/>
          </a:xfrm>
          <a:prstGeom prst="rect">
            <a:avLst/>
          </a:prstGeom>
          <a:noFill/>
        </p:spPr>
        <p:txBody>
          <a:bodyPr wrap="square" rtlCol="0" anchor="t">
            <a:spAutoFit/>
          </a:bodyPr>
          <a:p>
            <a:pPr indent="0" algn="l" fontAlgn="auto">
              <a:lnSpc>
                <a:spcPct val="100000"/>
              </a:lnSpc>
              <a:spcBef>
                <a:spcPct val="0"/>
              </a:spcBef>
              <a:spcAft>
                <a:spcPct val="0"/>
              </a:spcAft>
            </a:pPr>
            <a:r>
              <a:rPr lang="en-US" altLang="zh-CN" sz="1400" dirty="0">
                <a:ln>
                  <a:noFill/>
                  <a:prstDash val="sysDot"/>
                </a:ln>
                <a:solidFill>
                  <a:schemeClr val="tx1">
                    <a:lumMod val="85000"/>
                    <a:lumOff val="15000"/>
                  </a:schemeClr>
                </a:solidFill>
                <a:latin typeface="+mn-ea"/>
                <a:cs typeface="+mn-ea"/>
                <a:sym typeface="+mn-ea"/>
              </a:rPr>
              <a:t>1）</a:t>
            </a:r>
            <a:r>
              <a:rPr lang="zh-CN" altLang="en-US" sz="1400" dirty="0">
                <a:ln>
                  <a:noFill/>
                  <a:prstDash val="sysDot"/>
                </a:ln>
                <a:solidFill>
                  <a:schemeClr val="tx1">
                    <a:lumMod val="85000"/>
                    <a:lumOff val="15000"/>
                  </a:schemeClr>
                </a:solidFill>
                <a:latin typeface="+mn-ea"/>
                <a:cs typeface="+mn-ea"/>
                <a:sym typeface="+mn-ea"/>
              </a:rPr>
              <a:t>明确的关键能力</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战略</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治理结构和流程</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权力和利益</a:t>
            </a:r>
            <a:r>
              <a:rPr lang="en-US" altLang="zh-CN" sz="1400" dirty="0">
                <a:ln>
                  <a:noFill/>
                  <a:prstDash val="sysDot"/>
                </a:ln>
                <a:solidFill>
                  <a:schemeClr val="tx1">
                    <a:lumMod val="85000"/>
                    <a:lumOff val="15000"/>
                  </a:schemeClr>
                </a:solidFill>
                <a:latin typeface="+mn-ea"/>
                <a:cs typeface="+mn-ea"/>
                <a:sym typeface="+mn-ea"/>
              </a:rPr>
              <a:t>）</a:t>
            </a:r>
            <a:endParaRPr lang="en-US" altLang="zh-CN" sz="1400" dirty="0">
              <a:ln>
                <a:noFill/>
                <a:prstDash val="sysDot"/>
              </a:ln>
              <a:solidFill>
                <a:schemeClr val="tx1">
                  <a:lumMod val="85000"/>
                  <a:lumOff val="15000"/>
                </a:schemeClr>
              </a:solidFill>
              <a:latin typeface="+mn-ea"/>
              <a:cs typeface="+mn-ea"/>
              <a:sym typeface="+mn-ea"/>
            </a:endParaRPr>
          </a:p>
          <a:p>
            <a:pPr indent="0" algn="l" fontAlgn="auto">
              <a:lnSpc>
                <a:spcPct val="100000"/>
              </a:lnSpc>
              <a:spcBef>
                <a:spcPct val="0"/>
              </a:spcBef>
              <a:spcAft>
                <a:spcPct val="0"/>
              </a:spcAft>
            </a:pPr>
            <a:r>
              <a:rPr lang="en-US" altLang="zh-CN" sz="1400" dirty="0">
                <a:ln>
                  <a:noFill/>
                  <a:prstDash val="sysDot"/>
                </a:ln>
                <a:solidFill>
                  <a:schemeClr val="tx1">
                    <a:lumMod val="85000"/>
                    <a:lumOff val="15000"/>
                  </a:schemeClr>
                </a:solidFill>
                <a:latin typeface="+mn-ea"/>
                <a:cs typeface="+mn-ea"/>
                <a:sym typeface="+mn-ea"/>
              </a:rPr>
              <a:t>2）</a:t>
            </a:r>
            <a:r>
              <a:rPr lang="zh-CN" altLang="en-US" sz="1400" dirty="0">
                <a:ln>
                  <a:noFill/>
                  <a:prstDash val="sysDot"/>
                </a:ln>
                <a:solidFill>
                  <a:schemeClr val="tx1">
                    <a:lumMod val="85000"/>
                    <a:lumOff val="15000"/>
                  </a:schemeClr>
                </a:solidFill>
                <a:latin typeface="+mn-ea"/>
                <a:cs typeface="+mn-ea"/>
                <a:sym typeface="+mn-ea"/>
              </a:rPr>
              <a:t>以项目复杂度作为区分</a:t>
            </a:r>
            <a:r>
              <a:rPr lang="zh-CN" altLang="en-US" sz="1400" dirty="0">
                <a:ln>
                  <a:noFill/>
                  <a:prstDash val="sysDot"/>
                </a:ln>
                <a:solidFill>
                  <a:schemeClr val="tx1">
                    <a:lumMod val="85000"/>
                    <a:lumOff val="15000"/>
                  </a:schemeClr>
                </a:solidFill>
                <a:latin typeface="+mn-ea"/>
                <a:cs typeface="+mn-ea"/>
                <a:sym typeface="+mn-ea"/>
              </a:rPr>
              <a:t>标准</a:t>
            </a:r>
            <a:endParaRPr lang="zh-CN" altLang="en-US" sz="1400" dirty="0">
              <a:ln>
                <a:noFill/>
                <a:prstDash val="sysDot"/>
              </a:ln>
              <a:solidFill>
                <a:schemeClr val="tx1">
                  <a:lumMod val="85000"/>
                  <a:lumOff val="15000"/>
                </a:schemeClr>
              </a:solidFill>
              <a:latin typeface="+mn-ea"/>
              <a:cs typeface="+mn-ea"/>
              <a:sym typeface="+mn-ea"/>
            </a:endParaRPr>
          </a:p>
          <a:p>
            <a:pPr indent="0" algn="l" fontAlgn="auto">
              <a:lnSpc>
                <a:spcPct val="100000"/>
              </a:lnSpc>
              <a:spcBef>
                <a:spcPct val="0"/>
              </a:spcBef>
              <a:spcAft>
                <a:spcPct val="0"/>
              </a:spcAft>
            </a:pPr>
            <a:r>
              <a:rPr lang="en-US" altLang="zh-CN" sz="1400" dirty="0">
                <a:ln>
                  <a:noFill/>
                  <a:prstDash val="sysDot"/>
                </a:ln>
                <a:solidFill>
                  <a:schemeClr val="tx1">
                    <a:lumMod val="85000"/>
                    <a:lumOff val="15000"/>
                  </a:schemeClr>
                </a:solidFill>
                <a:latin typeface="+mn-ea"/>
                <a:cs typeface="+mn-ea"/>
                <a:sym typeface="+mn-ea"/>
              </a:rPr>
              <a:t>3）</a:t>
            </a:r>
            <a:r>
              <a:rPr lang="zh-CN" altLang="en-US" sz="1400" dirty="0">
                <a:ln>
                  <a:noFill/>
                  <a:prstDash val="sysDot"/>
                </a:ln>
                <a:solidFill>
                  <a:schemeClr val="tx1">
                    <a:lumMod val="85000"/>
                    <a:lumOff val="15000"/>
                  </a:schemeClr>
                </a:solidFill>
                <a:latin typeface="+mn-ea"/>
                <a:cs typeface="+mn-ea"/>
                <a:sym typeface="+mn-ea"/>
              </a:rPr>
              <a:t>评估个人在组织内的影响力和实际做出结果的能力</a:t>
            </a:r>
            <a:r>
              <a:rPr lang="en-US" altLang="zh-CN" sz="1400" dirty="0">
                <a:ln>
                  <a:noFill/>
                  <a:prstDash val="sysDot"/>
                </a:ln>
                <a:solidFill>
                  <a:schemeClr val="tx1">
                    <a:lumMod val="85000"/>
                    <a:lumOff val="15000"/>
                  </a:schemeClr>
                </a:solidFill>
                <a:latin typeface="+mn-ea"/>
                <a:cs typeface="+mn-ea"/>
                <a:sym typeface="+mn-ea"/>
              </a:rPr>
              <a:t>，</a:t>
            </a:r>
            <a:r>
              <a:rPr lang="zh-CN" altLang="en-US" sz="1400" dirty="0">
                <a:ln>
                  <a:noFill/>
                  <a:prstDash val="sysDot"/>
                </a:ln>
                <a:solidFill>
                  <a:schemeClr val="tx1">
                    <a:lumMod val="85000"/>
                    <a:lumOff val="15000"/>
                  </a:schemeClr>
                </a:solidFill>
                <a:latin typeface="+mn-ea"/>
                <a:cs typeface="+mn-ea"/>
                <a:sym typeface="+mn-ea"/>
              </a:rPr>
              <a:t>并经过</a:t>
            </a:r>
            <a:r>
              <a:rPr lang="zh-CN" altLang="en-US" sz="1400" dirty="0">
                <a:ln>
                  <a:noFill/>
                  <a:prstDash val="sysDot"/>
                </a:ln>
                <a:solidFill>
                  <a:schemeClr val="tx1">
                    <a:lumMod val="85000"/>
                    <a:lumOff val="15000"/>
                  </a:schemeClr>
                </a:solidFill>
                <a:latin typeface="+mn-ea"/>
                <a:cs typeface="+mn-ea"/>
                <a:sym typeface="+mn-ea"/>
              </a:rPr>
              <a:t>验证</a:t>
            </a:r>
            <a:endParaRPr lang="zh-CN" altLang="en-US" sz="1400" dirty="0">
              <a:ln>
                <a:noFill/>
                <a:prstDash val="sysDot"/>
              </a:ln>
              <a:solidFill>
                <a:schemeClr val="tx1">
                  <a:lumMod val="85000"/>
                  <a:lumOff val="15000"/>
                </a:schemeClr>
              </a:solidFill>
              <a:latin typeface="+mn-ea"/>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三大项目管理体系向我们传达一个更宏观地进行项目管理的六个视角或方法</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不同岗位</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有所侧重</a:t>
            </a:r>
            <a:endPar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 </a:t>
            </a:r>
            <a:r>
              <a:rPr kumimoji="1" lang="zh-CN" altLang="en-US" sz="2000" b="1" dirty="0">
                <a:latin typeface="STZhongsong" panose="02010600040101010101" pitchFamily="2" charset="-122"/>
                <a:ea typeface="STZhongsong" panose="02010600040101010101" pitchFamily="2" charset="-122"/>
                <a:sym typeface="+mn-ea"/>
              </a:rPr>
              <a:t>关于体系</a:t>
            </a:r>
            <a:r>
              <a:rPr kumimoji="1" lang="zh-CN" altLang="en-US" sz="2000" b="1" dirty="0">
                <a:latin typeface="STZhongsong" panose="02010600040101010101" pitchFamily="2" charset="-122"/>
                <a:ea typeface="STZhongsong" panose="02010600040101010101" pitchFamily="2" charset="-122"/>
                <a:sym typeface="+mn-ea"/>
              </a:rPr>
              <a:t>化我们可以向谁学习</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graphicFrame>
        <p:nvGraphicFramePr>
          <p:cNvPr id="4" name="图表 3" descr="7b0a202020202263686172745265734964223a20223230343736363936220a7d0a"/>
          <p:cNvGraphicFramePr/>
          <p:nvPr/>
        </p:nvGraphicFramePr>
        <p:xfrm>
          <a:off x="2247900" y="1884680"/>
          <a:ext cx="7581265" cy="4780915"/>
        </p:xfrm>
        <a:graphic>
          <a:graphicData uri="http://schemas.openxmlformats.org/drawingml/2006/chart">
            <c:chart xmlns:c="http://schemas.openxmlformats.org/drawingml/2006/chart" xmlns:r="http://schemas.openxmlformats.org/officeDocument/2006/relationships" r:id="rId1"/>
          </a:graphicData>
        </a:graphic>
      </p:graphicFrame>
      <p:sp>
        <p:nvSpPr>
          <p:cNvPr id="18" name="六边形 17"/>
          <p:cNvSpPr/>
          <p:nvPr/>
        </p:nvSpPr>
        <p:spPr>
          <a:xfrm rot="19740000">
            <a:off x="4190365" y="2310765"/>
            <a:ext cx="3790315" cy="3495675"/>
          </a:xfrm>
          <a:prstGeom prst="hexagon">
            <a:avLst/>
          </a:prstGeom>
          <a:noFill/>
          <a:ln w="28575">
            <a:gradFill>
              <a:gsLst>
                <a:gs pos="0">
                  <a:srgbClr val="EB95FA"/>
                </a:gs>
                <a:gs pos="50000">
                  <a:srgbClr val="63D0F9"/>
                </a:gs>
                <a:gs pos="100000">
                  <a:srgbClr val="78FB93"/>
                </a:gs>
              </a:gsLst>
              <a:lin ang="2700000" scaled="0"/>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文本框 19"/>
          <p:cNvSpPr txBox="1"/>
          <p:nvPr/>
        </p:nvSpPr>
        <p:spPr>
          <a:xfrm rot="1860000">
            <a:off x="6794500" y="2317115"/>
            <a:ext cx="768350" cy="368300"/>
          </a:xfrm>
          <a:prstGeom prst="rect">
            <a:avLst/>
          </a:prstGeom>
          <a:noFill/>
        </p:spPr>
        <p:txBody>
          <a:bodyPr wrap="square" rtlCol="0">
            <a:spAutoFit/>
          </a:bodyPr>
          <a:p>
            <a:pPr algn="ctr"/>
            <a:r>
              <a:rPr lang="en-US" altLang="zh-CN"/>
              <a:t>PM</a:t>
            </a:r>
            <a:r>
              <a:rPr lang="en-US" altLang="zh-CN"/>
              <a:t>P</a:t>
            </a:r>
            <a:endParaRPr lang="en-US" altLang="zh-CN"/>
          </a:p>
        </p:txBody>
      </p:sp>
      <p:sp>
        <p:nvSpPr>
          <p:cNvPr id="22" name="文本框 21"/>
          <p:cNvSpPr txBox="1"/>
          <p:nvPr/>
        </p:nvSpPr>
        <p:spPr>
          <a:xfrm rot="19500000">
            <a:off x="6556375" y="5622925"/>
            <a:ext cx="1266190" cy="368300"/>
          </a:xfrm>
          <a:prstGeom prst="rect">
            <a:avLst/>
          </a:prstGeom>
          <a:noFill/>
        </p:spPr>
        <p:txBody>
          <a:bodyPr wrap="square" rtlCol="0">
            <a:spAutoFit/>
          </a:bodyPr>
          <a:p>
            <a:pPr algn="ctr"/>
            <a:r>
              <a:rPr lang="en-US" altLang="zh-CN"/>
              <a:t>Prince2</a:t>
            </a:r>
            <a:endParaRPr lang="en-US" altLang="zh-CN"/>
          </a:p>
        </p:txBody>
      </p:sp>
      <p:sp>
        <p:nvSpPr>
          <p:cNvPr id="24" name="文本框 23"/>
          <p:cNvSpPr txBox="1"/>
          <p:nvPr/>
        </p:nvSpPr>
        <p:spPr>
          <a:xfrm>
            <a:off x="3561080" y="3969385"/>
            <a:ext cx="768350" cy="368300"/>
          </a:xfrm>
          <a:prstGeom prst="rect">
            <a:avLst/>
          </a:prstGeom>
          <a:noFill/>
        </p:spPr>
        <p:txBody>
          <a:bodyPr wrap="square" rtlCol="0">
            <a:spAutoFit/>
          </a:bodyPr>
          <a:p>
            <a:pPr algn="ctr"/>
            <a:r>
              <a:rPr lang="en-US" altLang="zh-CN"/>
              <a:t>IPM</a:t>
            </a:r>
            <a:r>
              <a:rPr lang="en-US" altLang="zh-CN"/>
              <a:t>P</a:t>
            </a:r>
            <a:endParaRPr lang="en-US" altLang="zh-CN"/>
          </a:p>
        </p:txBody>
      </p:sp>
      <p:sp>
        <p:nvSpPr>
          <p:cNvPr id="5" name="文本框 4"/>
          <p:cNvSpPr txBox="1"/>
          <p:nvPr/>
        </p:nvSpPr>
        <p:spPr>
          <a:xfrm>
            <a:off x="7813675" y="3247390"/>
            <a:ext cx="1248410" cy="521970"/>
          </a:xfrm>
          <a:prstGeom prst="rect">
            <a:avLst/>
          </a:prstGeom>
          <a:noFill/>
        </p:spPr>
        <p:txBody>
          <a:bodyPr wrap="square" rtlCol="0">
            <a:spAutoFit/>
          </a:bodyPr>
          <a:p>
            <a:pPr algn="ctr"/>
            <a:r>
              <a:rPr lang="zh-CN" altLang="en-US" sz="1400"/>
              <a:t>交付管理</a:t>
            </a:r>
            <a:endParaRPr lang="zh-CN" altLang="en-US" sz="1400"/>
          </a:p>
          <a:p>
            <a:pPr algn="ctr"/>
            <a:r>
              <a:rPr lang="zh-CN" altLang="en-US" sz="1400"/>
              <a:t>业务顾问</a:t>
            </a:r>
            <a:endParaRPr lang="zh-CN" altLang="en-US" sz="1400"/>
          </a:p>
        </p:txBody>
      </p:sp>
      <p:sp>
        <p:nvSpPr>
          <p:cNvPr id="6" name="文本框 5"/>
          <p:cNvSpPr txBox="1"/>
          <p:nvPr/>
        </p:nvSpPr>
        <p:spPr>
          <a:xfrm>
            <a:off x="7813675" y="5497830"/>
            <a:ext cx="1248410" cy="521970"/>
          </a:xfrm>
          <a:prstGeom prst="rect">
            <a:avLst/>
          </a:prstGeom>
          <a:noFill/>
        </p:spPr>
        <p:txBody>
          <a:bodyPr wrap="square" rtlCol="0">
            <a:spAutoFit/>
          </a:bodyPr>
          <a:p>
            <a:pPr algn="ctr"/>
            <a:r>
              <a:rPr lang="zh-CN" altLang="en-US" sz="1400"/>
              <a:t>交付管理</a:t>
            </a:r>
            <a:endParaRPr lang="zh-CN" altLang="en-US" sz="1400"/>
          </a:p>
          <a:p>
            <a:pPr algn="ctr"/>
            <a:r>
              <a:rPr lang="zh-CN" altLang="en-US" sz="1400"/>
              <a:t>业务顾问</a:t>
            </a:r>
            <a:endParaRPr lang="zh-CN" altLang="en-US" sz="1400"/>
          </a:p>
        </p:txBody>
      </p:sp>
      <p:sp>
        <p:nvSpPr>
          <p:cNvPr id="7" name="文本框 6"/>
          <p:cNvSpPr txBox="1"/>
          <p:nvPr/>
        </p:nvSpPr>
        <p:spPr>
          <a:xfrm>
            <a:off x="6354445" y="6320790"/>
            <a:ext cx="1248410" cy="521970"/>
          </a:xfrm>
          <a:prstGeom prst="rect">
            <a:avLst/>
          </a:prstGeom>
          <a:noFill/>
        </p:spPr>
        <p:txBody>
          <a:bodyPr wrap="square" rtlCol="0">
            <a:spAutoFit/>
          </a:bodyPr>
          <a:p>
            <a:pPr algn="ctr"/>
            <a:r>
              <a:rPr lang="zh-CN" altLang="en-US" sz="1400"/>
              <a:t>交付管理</a:t>
            </a:r>
            <a:endParaRPr lang="zh-CN" altLang="en-US" sz="1400"/>
          </a:p>
          <a:p>
            <a:pPr algn="ctr"/>
            <a:r>
              <a:rPr lang="zh-CN" altLang="en-US" sz="1400"/>
              <a:t>业务顾问</a:t>
            </a:r>
            <a:endParaRPr lang="zh-CN" altLang="en-US" sz="1400"/>
          </a:p>
        </p:txBody>
      </p:sp>
      <p:sp>
        <p:nvSpPr>
          <p:cNvPr id="8" name="文本框 7"/>
          <p:cNvSpPr txBox="1"/>
          <p:nvPr/>
        </p:nvSpPr>
        <p:spPr>
          <a:xfrm>
            <a:off x="3754120" y="5511800"/>
            <a:ext cx="1248410" cy="306705"/>
          </a:xfrm>
          <a:prstGeom prst="rect">
            <a:avLst/>
          </a:prstGeom>
          <a:noFill/>
        </p:spPr>
        <p:txBody>
          <a:bodyPr wrap="square" rtlCol="0">
            <a:spAutoFit/>
          </a:bodyPr>
          <a:p>
            <a:pPr algn="ctr"/>
            <a:r>
              <a:rPr lang="zh-CN" altLang="en-US" sz="1400"/>
              <a:t>业务顾问</a:t>
            </a:r>
            <a:endParaRPr lang="zh-CN" altLang="en-US" sz="1400"/>
          </a:p>
        </p:txBody>
      </p:sp>
      <p:sp>
        <p:nvSpPr>
          <p:cNvPr id="9" name="文本框 8"/>
          <p:cNvSpPr txBox="1"/>
          <p:nvPr/>
        </p:nvSpPr>
        <p:spPr>
          <a:xfrm>
            <a:off x="3081020" y="3247390"/>
            <a:ext cx="1248410" cy="306705"/>
          </a:xfrm>
          <a:prstGeom prst="rect">
            <a:avLst/>
          </a:prstGeom>
          <a:noFill/>
        </p:spPr>
        <p:txBody>
          <a:bodyPr wrap="square" rtlCol="0">
            <a:spAutoFit/>
          </a:bodyPr>
          <a:p>
            <a:pPr algn="ctr"/>
            <a:r>
              <a:rPr lang="zh-CN" altLang="en-US" sz="1400"/>
              <a:t>业务顾问</a:t>
            </a:r>
            <a:endParaRPr lang="zh-CN" altLang="en-US" sz="1400"/>
          </a:p>
        </p:txBody>
      </p:sp>
      <p:sp>
        <p:nvSpPr>
          <p:cNvPr id="10" name="文本框 9"/>
          <p:cNvSpPr txBox="1"/>
          <p:nvPr/>
        </p:nvSpPr>
        <p:spPr>
          <a:xfrm>
            <a:off x="6202045" y="1772920"/>
            <a:ext cx="1248410" cy="521970"/>
          </a:xfrm>
          <a:prstGeom prst="rect">
            <a:avLst/>
          </a:prstGeom>
          <a:noFill/>
        </p:spPr>
        <p:txBody>
          <a:bodyPr wrap="square" rtlCol="0">
            <a:spAutoFit/>
          </a:bodyPr>
          <a:p>
            <a:pPr algn="ctr"/>
            <a:r>
              <a:rPr lang="zh-CN" altLang="en-US" sz="1400"/>
              <a:t>交付管理</a:t>
            </a:r>
            <a:endParaRPr lang="zh-CN" altLang="en-US" sz="1400"/>
          </a:p>
          <a:p>
            <a:pPr algn="ctr"/>
            <a:r>
              <a:rPr lang="zh-CN" altLang="en-US" sz="1400"/>
              <a:t>业务顾问</a:t>
            </a:r>
            <a:endParaRPr lang="zh-CN" altLang="en-US" sz="1400"/>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Prince2/IPMP</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分级体系对我们的能力知识体系分层</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分级也有</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借鉴</a:t>
            </a:r>
            <a:endPar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3" name="文本框 2"/>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 </a:t>
            </a:r>
            <a:r>
              <a:rPr kumimoji="1" lang="zh-CN" altLang="en-US" sz="2000" b="1" dirty="0">
                <a:latin typeface="STZhongsong" panose="02010600040101010101" pitchFamily="2" charset="-122"/>
                <a:ea typeface="STZhongsong" panose="02010600040101010101" pitchFamily="2" charset="-122"/>
                <a:sym typeface="+mn-ea"/>
              </a:rPr>
              <a:t>关于体系</a:t>
            </a:r>
            <a:r>
              <a:rPr kumimoji="1" lang="zh-CN" altLang="en-US" sz="2000" b="1" dirty="0">
                <a:latin typeface="STZhongsong" panose="02010600040101010101" pitchFamily="2" charset="-122"/>
                <a:ea typeface="STZhongsong" panose="02010600040101010101" pitchFamily="2" charset="-122"/>
                <a:sym typeface="+mn-ea"/>
              </a:rPr>
              <a:t>化我们可以向谁学习</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
        <p:nvSpPr>
          <p:cNvPr id="18" name="圆角矩形 1"/>
          <p:cNvSpPr/>
          <p:nvPr>
            <p:custDataLst>
              <p:tags r:id="rId1"/>
            </p:custDataLst>
          </p:nvPr>
        </p:nvSpPr>
        <p:spPr>
          <a:xfrm>
            <a:off x="704533" y="1762125"/>
            <a:ext cx="3376295" cy="4828540"/>
          </a:xfrm>
          <a:prstGeom prst="roundRect">
            <a:avLst>
              <a:gd name="adj" fmla="val 3766"/>
            </a:avLst>
          </a:prstGeom>
          <a:gradFill>
            <a:gsLst>
              <a:gs pos="0">
                <a:srgbClr val="FFFFFF">
                  <a:alpha val="10000"/>
                </a:srgbClr>
              </a:gs>
              <a:gs pos="100000">
                <a:schemeClr val="accent1">
                  <a:alpha val="15000"/>
                </a:schemeClr>
              </a:gs>
            </a:gsLst>
            <a:lin ang="5400000" scaled="0"/>
          </a:gradFill>
          <a:ln w="12700">
            <a:solidFill>
              <a:schemeClr val="accent1">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5" name="任意多边形: 形状 1"/>
          <p:cNvSpPr/>
          <p:nvPr>
            <p:custDataLst>
              <p:tags r:id="rId2"/>
            </p:custDataLst>
          </p:nvPr>
        </p:nvSpPr>
        <p:spPr>
          <a:xfrm>
            <a:off x="1538923" y="1709420"/>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16" name="任意多边形: 形状 3"/>
          <p:cNvSpPr/>
          <p:nvPr>
            <p:custDataLst>
              <p:tags r:id="rId3"/>
            </p:custDataLst>
          </p:nvPr>
        </p:nvSpPr>
        <p:spPr>
          <a:xfrm>
            <a:off x="3006408" y="1709420"/>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17" name="任意多边形: 形状 4" descr="D:\51PPT模板网\51pptmoban.com\图片.jpg"/>
          <p:cNvSpPr/>
          <p:nvPr>
            <p:custDataLst>
              <p:tags r:id="rId4"/>
            </p:custDataLst>
          </p:nvPr>
        </p:nvSpPr>
        <p:spPr>
          <a:xfrm>
            <a:off x="1624013" y="1712595"/>
            <a:ext cx="1536700" cy="1746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1">
                  <a:lumMod val="60000"/>
                  <a:lumOff val="40000"/>
                  <a:alpha val="100000"/>
                </a:schemeClr>
              </a:gs>
              <a:gs pos="100000">
                <a:schemeClr val="accent1">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cs typeface="+mn-ea"/>
              <a:sym typeface="+mn-lt"/>
            </a:endParaRPr>
          </a:p>
        </p:txBody>
      </p:sp>
      <p:sp>
        <p:nvSpPr>
          <p:cNvPr id="20" name="形状9"/>
          <p:cNvSpPr/>
          <p:nvPr>
            <p:custDataLst>
              <p:tags r:id="rId5"/>
            </p:custDataLst>
          </p:nvPr>
        </p:nvSpPr>
        <p:spPr>
          <a:xfrm>
            <a:off x="1763713" y="6590665"/>
            <a:ext cx="1259205" cy="50800"/>
          </a:xfrm>
          <a:prstGeom prst="roundRect">
            <a:avLst>
              <a:gd name="adj" fmla="val 50000"/>
            </a:avLst>
          </a:prstGeom>
          <a:solidFill>
            <a:schemeClr val="accent1">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19" name="矩形 18"/>
          <p:cNvSpPr/>
          <p:nvPr>
            <p:custDataLst>
              <p:tags r:id="rId6"/>
            </p:custDataLst>
          </p:nvPr>
        </p:nvSpPr>
        <p:spPr>
          <a:xfrm>
            <a:off x="709295" y="2308860"/>
            <a:ext cx="3376930" cy="3830955"/>
          </a:xfrm>
          <a:prstGeom prst="rect">
            <a:avLst/>
          </a:prstGeom>
          <a:noFill/>
        </p:spPr>
        <p:txBody>
          <a:bodyPr wrap="square" lIns="0" tIns="90170" rIns="0" bIns="0" rtlCol="0" anchor="t" anchorCtr="0">
            <a:noAutofit/>
          </a:bodyPr>
          <a:p>
            <a:pPr>
              <a:lnSpc>
                <a:spcPct val="150000"/>
              </a:lnSpc>
              <a:spcBef>
                <a:spcPct val="0"/>
              </a:spcBef>
              <a:spcAft>
                <a:spcPct val="0"/>
              </a:spcAft>
            </a:pPr>
            <a:r>
              <a:rPr lang="en-US" altLang="zh-CN" sz="1400" b="1" dirty="0">
                <a:ln>
                  <a:noFill/>
                  <a:prstDash val="sysDot"/>
                </a:ln>
                <a:solidFill>
                  <a:schemeClr val="tx1">
                    <a:lumMod val="85000"/>
                    <a:lumOff val="15000"/>
                  </a:schemeClr>
                </a:solidFill>
                <a:latin typeface="+mn-ea"/>
                <a:cs typeface="+mn-ea"/>
              </a:rPr>
              <a:t>PRINCE2 </a:t>
            </a:r>
            <a:r>
              <a:rPr lang="zh-CN" altLang="en-US" sz="1400" b="1" dirty="0">
                <a:ln>
                  <a:noFill/>
                  <a:prstDash val="sysDot"/>
                </a:ln>
                <a:solidFill>
                  <a:schemeClr val="tx1">
                    <a:lumMod val="85000"/>
                    <a:lumOff val="15000"/>
                  </a:schemeClr>
                </a:solidFill>
                <a:latin typeface="+mn-ea"/>
                <a:cs typeface="+mn-ea"/>
              </a:rPr>
              <a:t>基础级的指导意义</a:t>
            </a:r>
            <a:r>
              <a:rPr lang="zh-CN" altLang="en-US" sz="1400" dirty="0">
                <a:ln>
                  <a:noFill/>
                  <a:prstDash val="sysDot"/>
                </a:ln>
                <a:solidFill>
                  <a:schemeClr val="tx1">
                    <a:lumMod val="85000"/>
                    <a:lumOff val="15000"/>
                  </a:schemeClr>
                </a:solidFill>
                <a:latin typeface="+mn-ea"/>
                <a:cs typeface="+mn-ea"/>
              </a:rPr>
              <a:t>：对项目有完整的理解</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知道什么是业务论证、风险记录项目全过程包含哪些步骤。</a:t>
            </a:r>
            <a:endParaRPr lang="en-US" altLang="zh-CN" sz="1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zh-CN" altLang="en-US" sz="1400" b="1" dirty="0">
                <a:ln>
                  <a:noFill/>
                  <a:prstDash val="sysDot"/>
                </a:ln>
                <a:solidFill>
                  <a:schemeClr val="tx1">
                    <a:lumMod val="85000"/>
                    <a:lumOff val="15000"/>
                  </a:schemeClr>
                </a:solidFill>
                <a:latin typeface="+mn-ea"/>
                <a:cs typeface="+mn-ea"/>
              </a:rPr>
              <a:t>在</a:t>
            </a:r>
            <a:r>
              <a:rPr lang="en-US" altLang="zh-CN" sz="1400" b="1" dirty="0">
                <a:ln>
                  <a:noFill/>
                  <a:prstDash val="sysDot"/>
                </a:ln>
                <a:solidFill>
                  <a:schemeClr val="tx1">
                    <a:lumMod val="85000"/>
                    <a:lumOff val="15000"/>
                  </a:schemeClr>
                </a:solidFill>
                <a:latin typeface="+mn-ea"/>
                <a:cs typeface="+mn-ea"/>
              </a:rPr>
              <a:t>PM</a:t>
            </a:r>
            <a:r>
              <a:rPr lang="zh-CN" altLang="en-US" sz="1400" b="1" dirty="0">
                <a:ln>
                  <a:noFill/>
                  <a:prstDash val="sysDot"/>
                </a:ln>
                <a:solidFill>
                  <a:schemeClr val="tx1">
                    <a:lumMod val="85000"/>
                    <a:lumOff val="15000"/>
                  </a:schemeClr>
                </a:solidFill>
                <a:latin typeface="+mn-ea"/>
                <a:cs typeface="+mn-ea"/>
              </a:rPr>
              <a:t>指导下能完成任务</a:t>
            </a:r>
            <a:r>
              <a:rPr lang="zh-CN" altLang="en-US" sz="1400" dirty="0">
                <a:ln>
                  <a:noFill/>
                  <a:prstDash val="sysDot"/>
                </a:ln>
                <a:solidFill>
                  <a:schemeClr val="tx1">
                    <a:lumMod val="85000"/>
                    <a:lumOff val="15000"/>
                  </a:schemeClr>
                </a:solidFill>
                <a:latin typeface="+mn-ea"/>
                <a:cs typeface="+mn-ea"/>
              </a:rPr>
              <a:t>：</a:t>
            </a:r>
            <a:r>
              <a:rPr lang="en-US" altLang="zh-CN" sz="1400" dirty="0">
                <a:ln>
                  <a:noFill/>
                  <a:prstDash val="sysDot"/>
                </a:ln>
                <a:solidFill>
                  <a:schemeClr val="tx1">
                    <a:lumMod val="85000"/>
                    <a:lumOff val="15000"/>
                  </a:schemeClr>
                </a:solidFill>
                <a:latin typeface="+mn-ea"/>
                <a:cs typeface="+mn-ea"/>
              </a:rPr>
              <a:t> </a:t>
            </a:r>
            <a:r>
              <a:rPr lang="zh-CN" altLang="en-US" sz="1400" dirty="0">
                <a:ln>
                  <a:noFill/>
                  <a:prstDash val="sysDot"/>
                </a:ln>
                <a:solidFill>
                  <a:schemeClr val="tx1">
                    <a:lumMod val="85000"/>
                    <a:lumOff val="15000"/>
                  </a:schemeClr>
                </a:solidFill>
                <a:latin typeface="+mn-ea"/>
                <a:cs typeface="+mn-ea"/>
              </a:rPr>
              <a:t>他们理解流程，因此可以在中</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高级的指导下，高效地完成具体的流程性任务</a:t>
            </a:r>
            <a:r>
              <a:rPr lang="en-US" altLang="zh-CN" sz="1400" dirty="0">
                <a:ln>
                  <a:noFill/>
                  <a:prstDash val="sysDot"/>
                </a:ln>
                <a:solidFill>
                  <a:schemeClr val="tx1">
                    <a:lumMod val="85000"/>
                    <a:lumOff val="15000"/>
                  </a:schemeClr>
                </a:solidFill>
                <a:latin typeface="+mn-ea"/>
                <a:cs typeface="+mn-ea"/>
              </a:rPr>
              <a:t>。</a:t>
            </a:r>
            <a:endParaRPr lang="en-US" altLang="zh-CN" sz="1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en-US" altLang="zh-CN" sz="1400" b="1" dirty="0">
                <a:ln>
                  <a:noFill/>
                  <a:prstDash val="sysDot"/>
                </a:ln>
                <a:solidFill>
                  <a:schemeClr val="tx1">
                    <a:lumMod val="85000"/>
                    <a:lumOff val="15000"/>
                  </a:schemeClr>
                </a:solidFill>
                <a:latin typeface="+mn-ea"/>
                <a:cs typeface="+mn-ea"/>
              </a:rPr>
              <a:t>IPMP-D</a:t>
            </a:r>
            <a:r>
              <a:rPr lang="zh-CN" altLang="en-US" sz="1400" b="1" dirty="0">
                <a:ln>
                  <a:noFill/>
                  <a:prstDash val="sysDot"/>
                </a:ln>
                <a:solidFill>
                  <a:schemeClr val="tx1">
                    <a:lumMod val="85000"/>
                    <a:lumOff val="15000"/>
                  </a:schemeClr>
                </a:solidFill>
                <a:latin typeface="+mn-ea"/>
                <a:cs typeface="+mn-ea"/>
              </a:rPr>
              <a:t>级的指导意义</a:t>
            </a:r>
            <a:r>
              <a:rPr lang="zh-CN" altLang="en-US" sz="1400" dirty="0">
                <a:ln>
                  <a:noFill/>
                  <a:prstDash val="sysDot"/>
                </a:ln>
                <a:solidFill>
                  <a:schemeClr val="tx1">
                    <a:lumMod val="85000"/>
                    <a:lumOff val="15000"/>
                  </a:schemeClr>
                </a:solidFill>
                <a:latin typeface="+mn-ea"/>
                <a:cs typeface="+mn-ea"/>
              </a:rPr>
              <a:t>：它验证了个人具备全面的项目管理知识</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理解背后的为什么</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它覆盖了</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观点、人员、实践</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三大知识领域，帮助初级人员建立一个更全面的认知，知道项目管理不只是画甘特图，还涉及到与人沟通和理解组织环境</a:t>
            </a:r>
            <a:endParaRPr lang="zh-CN" altLang="en-US" sz="1400" dirty="0">
              <a:ln>
                <a:noFill/>
                <a:prstDash val="sysDot"/>
              </a:ln>
              <a:solidFill>
                <a:schemeClr val="tx1">
                  <a:lumMod val="85000"/>
                  <a:lumOff val="15000"/>
                </a:schemeClr>
              </a:solidFill>
              <a:latin typeface="+mn-ea"/>
              <a:cs typeface="+mn-ea"/>
            </a:endParaRPr>
          </a:p>
        </p:txBody>
      </p:sp>
      <p:sp>
        <p:nvSpPr>
          <p:cNvPr id="44" name="标题"/>
          <p:cNvSpPr txBox="1"/>
          <p:nvPr>
            <p:custDataLst>
              <p:tags r:id="rId7"/>
            </p:custDataLst>
          </p:nvPr>
        </p:nvSpPr>
        <p:spPr>
          <a:xfrm>
            <a:off x="922338" y="1849755"/>
            <a:ext cx="2941955" cy="609600"/>
          </a:xfrm>
          <a:prstGeom prst="rect">
            <a:avLst/>
          </a:prstGeom>
          <a:noFill/>
        </p:spPr>
        <p:txBody>
          <a:bodyPr wrap="square" lIns="0" tIns="0" rIns="0" bIns="0" rtlCol="0" anchor="ctr">
            <a:noAutofit/>
          </a:bodyPr>
          <a:p>
            <a:pPr algn="ctr"/>
            <a:r>
              <a:rPr lang="zh-CN" altLang="en-US" b="1" spc="300" dirty="0">
                <a:solidFill>
                  <a:schemeClr val="accent1"/>
                </a:solidFill>
                <a:latin typeface="+mn-ea"/>
              </a:rPr>
              <a:t>初级交付</a:t>
            </a:r>
            <a:r>
              <a:rPr lang="en-US" altLang="zh-CN" b="1" spc="300" dirty="0">
                <a:solidFill>
                  <a:schemeClr val="accent1"/>
                </a:solidFill>
                <a:latin typeface="+mn-ea"/>
              </a:rPr>
              <a:t>/</a:t>
            </a:r>
            <a:r>
              <a:rPr lang="zh-CN" altLang="en-US" b="1" spc="300" dirty="0">
                <a:solidFill>
                  <a:schemeClr val="accent1"/>
                </a:solidFill>
                <a:latin typeface="+mn-ea"/>
              </a:rPr>
              <a:t>业务</a:t>
            </a:r>
            <a:r>
              <a:rPr lang="zh-CN" altLang="en-US" b="1" spc="300" dirty="0">
                <a:solidFill>
                  <a:schemeClr val="accent1"/>
                </a:solidFill>
                <a:latin typeface="+mn-ea"/>
              </a:rPr>
              <a:t>顾问</a:t>
            </a:r>
            <a:endParaRPr lang="zh-CN" altLang="en-US" b="1" spc="300" dirty="0">
              <a:solidFill>
                <a:schemeClr val="accent1"/>
              </a:solidFill>
              <a:latin typeface="+mn-ea"/>
            </a:endParaRPr>
          </a:p>
        </p:txBody>
      </p:sp>
      <p:cxnSp>
        <p:nvCxnSpPr>
          <p:cNvPr id="21" name="直接连接符 20"/>
          <p:cNvCxnSpPr/>
          <p:nvPr>
            <p:custDataLst>
              <p:tags r:id="rId8"/>
            </p:custDataLst>
          </p:nvPr>
        </p:nvCxnSpPr>
        <p:spPr>
          <a:xfrm>
            <a:off x="921068" y="2352040"/>
            <a:ext cx="2887345" cy="0"/>
          </a:xfrm>
          <a:prstGeom prst="line">
            <a:avLst/>
          </a:prstGeom>
          <a:ln w="19050">
            <a:gradFill>
              <a:gsLst>
                <a:gs pos="100000">
                  <a:schemeClr val="accent1">
                    <a:alpha val="0"/>
                  </a:schemeClr>
                </a:gs>
                <a:gs pos="0">
                  <a:schemeClr val="accent1">
                    <a:alpha val="44000"/>
                  </a:schemeClr>
                </a:gs>
              </a:gsLst>
              <a:path path="circle">
                <a:fillToRect l="50000" t="50000" r="50000" b="50000"/>
              </a:path>
              <a:tileRect/>
            </a:gradFill>
          </a:ln>
          <a:effectLst>
            <a:outerShdw blurRad="50800" dist="25400" dir="5400000" algn="t" rotWithShape="0">
              <a:schemeClr val="accent1">
                <a:lumMod val="75000"/>
                <a:alpha val="16000"/>
              </a:schemeClr>
            </a:outerShdw>
          </a:effectLst>
        </p:spPr>
        <p:style>
          <a:lnRef idx="2">
            <a:schemeClr val="accent1"/>
          </a:lnRef>
          <a:fillRef idx="0">
            <a:srgbClr val="FFFFFF"/>
          </a:fillRef>
          <a:effectRef idx="0">
            <a:srgbClr val="FFFFFF"/>
          </a:effectRef>
          <a:fontRef idx="minor">
            <a:schemeClr val="tx1"/>
          </a:fontRef>
        </p:style>
      </p:cxnSp>
      <p:sp>
        <p:nvSpPr>
          <p:cNvPr id="31" name="圆角矩形 1"/>
          <p:cNvSpPr/>
          <p:nvPr>
            <p:custDataLst>
              <p:tags r:id="rId9"/>
            </p:custDataLst>
          </p:nvPr>
        </p:nvSpPr>
        <p:spPr>
          <a:xfrm>
            <a:off x="8111173" y="1761490"/>
            <a:ext cx="3376295" cy="4828540"/>
          </a:xfrm>
          <a:prstGeom prst="roundRect">
            <a:avLst>
              <a:gd name="adj" fmla="val 3766"/>
            </a:avLst>
          </a:prstGeom>
          <a:gradFill>
            <a:gsLst>
              <a:gs pos="0">
                <a:srgbClr val="FFFFFF">
                  <a:alpha val="10000"/>
                </a:srgbClr>
              </a:gs>
              <a:gs pos="100000">
                <a:schemeClr val="accent1">
                  <a:alpha val="15000"/>
                </a:schemeClr>
              </a:gs>
            </a:gsLst>
            <a:lin ang="5400000" scaled="0"/>
          </a:gradFill>
          <a:ln w="12700">
            <a:solidFill>
              <a:schemeClr val="accent1">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33" name="任意多边形: 形状 1"/>
          <p:cNvSpPr/>
          <p:nvPr>
            <p:custDataLst>
              <p:tags r:id="rId10"/>
            </p:custDataLst>
          </p:nvPr>
        </p:nvSpPr>
        <p:spPr>
          <a:xfrm>
            <a:off x="8945563" y="1708785"/>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34" name="任意多边形: 形状 3"/>
          <p:cNvSpPr/>
          <p:nvPr>
            <p:custDataLst>
              <p:tags r:id="rId11"/>
            </p:custDataLst>
          </p:nvPr>
        </p:nvSpPr>
        <p:spPr>
          <a:xfrm>
            <a:off x="10413048" y="1708785"/>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1">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35" name="任意多边形: 形状 4" descr="D:\51PPT模板网\51pptmoban.com\图片.jpg"/>
          <p:cNvSpPr/>
          <p:nvPr>
            <p:custDataLst>
              <p:tags r:id="rId12"/>
            </p:custDataLst>
          </p:nvPr>
        </p:nvSpPr>
        <p:spPr>
          <a:xfrm>
            <a:off x="9030653" y="1711960"/>
            <a:ext cx="1536700" cy="1746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1">
                  <a:lumMod val="60000"/>
                  <a:lumOff val="40000"/>
                  <a:alpha val="100000"/>
                </a:schemeClr>
              </a:gs>
              <a:gs pos="100000">
                <a:schemeClr val="accent1">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cs typeface="+mn-ea"/>
              <a:sym typeface="+mn-lt"/>
            </a:endParaRPr>
          </a:p>
        </p:txBody>
      </p:sp>
      <p:sp>
        <p:nvSpPr>
          <p:cNvPr id="36" name="形状9"/>
          <p:cNvSpPr/>
          <p:nvPr>
            <p:custDataLst>
              <p:tags r:id="rId13"/>
            </p:custDataLst>
          </p:nvPr>
        </p:nvSpPr>
        <p:spPr>
          <a:xfrm>
            <a:off x="9170353" y="6590030"/>
            <a:ext cx="1259205" cy="50800"/>
          </a:xfrm>
          <a:prstGeom prst="roundRect">
            <a:avLst>
              <a:gd name="adj" fmla="val 50000"/>
            </a:avLst>
          </a:prstGeom>
          <a:solidFill>
            <a:schemeClr val="accent1">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37" name="矩形 36"/>
          <p:cNvSpPr/>
          <p:nvPr>
            <p:custDataLst>
              <p:tags r:id="rId14"/>
            </p:custDataLst>
          </p:nvPr>
        </p:nvSpPr>
        <p:spPr>
          <a:xfrm>
            <a:off x="8329295" y="2454910"/>
            <a:ext cx="2941955" cy="3830955"/>
          </a:xfrm>
          <a:prstGeom prst="rect">
            <a:avLst/>
          </a:prstGeom>
          <a:noFill/>
        </p:spPr>
        <p:txBody>
          <a:bodyPr wrap="square" lIns="0" tIns="90170" rIns="0" bIns="0" rtlCol="0" anchor="t" anchorCtr="0">
            <a:noAutofit/>
          </a:bodyPr>
          <a:p>
            <a:pPr>
              <a:lnSpc>
                <a:spcPct val="150000"/>
              </a:lnSpc>
              <a:spcBef>
                <a:spcPct val="0"/>
              </a:spcBef>
              <a:spcAft>
                <a:spcPct val="0"/>
              </a:spcAft>
            </a:pPr>
            <a:r>
              <a:rPr lang="en-US" altLang="zh-CN" sz="1400" dirty="0">
                <a:ln>
                  <a:noFill/>
                  <a:prstDash val="sysDot"/>
                </a:ln>
                <a:solidFill>
                  <a:schemeClr val="tx1">
                    <a:lumMod val="85000"/>
                    <a:lumOff val="15000"/>
                  </a:schemeClr>
                </a:solidFill>
                <a:latin typeface="+mn-ea"/>
                <a:cs typeface="+mn-ea"/>
              </a:rPr>
              <a:t>IPMP B</a:t>
            </a:r>
            <a:r>
              <a:rPr lang="zh-CN" altLang="en-US" sz="1400" dirty="0">
                <a:ln>
                  <a:noFill/>
                  <a:prstDash val="sysDot"/>
                </a:ln>
                <a:solidFill>
                  <a:schemeClr val="tx1">
                    <a:lumMod val="85000"/>
                    <a:lumOff val="15000"/>
                  </a:schemeClr>
                </a:solidFill>
                <a:latin typeface="+mn-ea"/>
                <a:cs typeface="+mn-ea"/>
              </a:rPr>
              <a:t>级的指导意义：领导高复杂度、高风险项目：</a:t>
            </a:r>
            <a:r>
              <a:rPr lang="en-US" altLang="zh-CN" sz="1400" dirty="0">
                <a:ln>
                  <a:noFill/>
                  <a:prstDash val="sysDot"/>
                </a:ln>
                <a:solidFill>
                  <a:schemeClr val="tx1">
                    <a:lumMod val="85000"/>
                    <a:lumOff val="15000"/>
                  </a:schemeClr>
                </a:solidFill>
                <a:latin typeface="+mn-ea"/>
                <a:cs typeface="+mn-ea"/>
              </a:rPr>
              <a:t> B</a:t>
            </a:r>
            <a:r>
              <a:rPr lang="zh-CN" altLang="en-US" sz="1400" dirty="0">
                <a:ln>
                  <a:noFill/>
                  <a:prstDash val="sysDot"/>
                </a:ln>
                <a:solidFill>
                  <a:schemeClr val="tx1">
                    <a:lumMod val="85000"/>
                    <a:lumOff val="15000"/>
                  </a:schemeClr>
                </a:solidFill>
                <a:latin typeface="+mn-ea"/>
                <a:cs typeface="+mn-ea"/>
              </a:rPr>
              <a:t>级认证专门为能够管理复杂项目</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项目群的</a:t>
            </a:r>
            <a:r>
              <a:rPr lang="en-US" altLang="zh-CN" sz="1400" dirty="0">
                <a:ln>
                  <a:noFill/>
                  <a:prstDash val="sysDot"/>
                </a:ln>
                <a:solidFill>
                  <a:schemeClr val="tx1">
                    <a:lumMod val="85000"/>
                    <a:lumOff val="15000"/>
                  </a:schemeClr>
                </a:solidFill>
                <a:latin typeface="+mn-ea"/>
                <a:cs typeface="+mn-ea"/>
              </a:rPr>
              <a:t>PM</a:t>
            </a:r>
            <a:r>
              <a:rPr lang="zh-CN" altLang="en-US" sz="1400" dirty="0">
                <a:ln>
                  <a:noFill/>
                  <a:prstDash val="sysDot"/>
                </a:ln>
                <a:solidFill>
                  <a:schemeClr val="tx1">
                    <a:lumMod val="85000"/>
                    <a:lumOff val="15000"/>
                  </a:schemeClr>
                </a:solidFill>
                <a:latin typeface="+mn-ea"/>
                <a:cs typeface="+mn-ea"/>
              </a:rPr>
              <a:t>而设。复杂度体现在模糊性、</a:t>
            </a:r>
            <a:r>
              <a:rPr lang="zh-CN" altLang="en-US" sz="1400" dirty="0">
                <a:ln>
                  <a:noFill/>
                  <a:prstDash val="sysDot"/>
                </a:ln>
                <a:solidFill>
                  <a:schemeClr val="tx1">
                    <a:lumMod val="85000"/>
                    <a:lumOff val="15000"/>
                  </a:schemeClr>
                </a:solidFill>
                <a:latin typeface="+mn-ea"/>
                <a:cs typeface="+mn-ea"/>
              </a:rPr>
              <a:t>组织环境、高风险等方面，这正是高级岗位的核心挑战。</a:t>
            </a:r>
            <a:endParaRPr lang="zh-CN" altLang="en-US" sz="1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展现卓越的领导力：</a:t>
            </a:r>
            <a:r>
              <a:rPr lang="en-US" altLang="zh-CN" sz="1400" dirty="0">
                <a:ln>
                  <a:noFill/>
                  <a:prstDash val="sysDot"/>
                </a:ln>
                <a:solidFill>
                  <a:schemeClr val="tx1">
                    <a:lumMod val="85000"/>
                    <a:lumOff val="15000"/>
                  </a:schemeClr>
                </a:solidFill>
                <a:latin typeface="+mn-ea"/>
                <a:cs typeface="+mn-ea"/>
              </a:rPr>
              <a:t> B</a:t>
            </a:r>
            <a:r>
              <a:rPr lang="zh-CN" altLang="en-US" sz="1400" dirty="0">
                <a:ln>
                  <a:noFill/>
                  <a:prstDash val="sysDot"/>
                </a:ln>
                <a:solidFill>
                  <a:schemeClr val="tx1">
                    <a:lumMod val="85000"/>
                    <a:lumOff val="15000"/>
                  </a:schemeClr>
                </a:solidFill>
                <a:latin typeface="+mn-ea"/>
                <a:cs typeface="+mn-ea"/>
              </a:rPr>
              <a:t>级对人</a:t>
            </a:r>
            <a:r>
              <a:rPr lang="zh-CN" altLang="en-US" sz="1400" dirty="0">
                <a:ln>
                  <a:noFill/>
                  <a:prstDash val="sysDot"/>
                </a:ln>
                <a:solidFill>
                  <a:schemeClr val="tx1">
                    <a:lumMod val="85000"/>
                    <a:lumOff val="15000"/>
                  </a:schemeClr>
                </a:solidFill>
                <a:latin typeface="+mn-ea"/>
                <a:cs typeface="+mn-ea"/>
              </a:rPr>
              <a:t>的能力要求非常高，如高级谈判、冲突管理、影响高层干系人等。</a:t>
            </a:r>
            <a:endParaRPr lang="en-US" altLang="zh-CN" sz="1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r>
              <a:rPr lang="zh-CN" altLang="en-US" sz="1400" dirty="0">
                <a:ln>
                  <a:noFill/>
                  <a:prstDash val="sysDot"/>
                </a:ln>
                <a:solidFill>
                  <a:schemeClr val="tx1">
                    <a:lumMod val="85000"/>
                    <a:lumOff val="15000"/>
                  </a:schemeClr>
                </a:solidFill>
                <a:latin typeface="+mn-ea"/>
                <a:cs typeface="+mn-ea"/>
              </a:rPr>
              <a:t>具备战略眼光：</a:t>
            </a:r>
            <a:r>
              <a:rPr lang="en-US" altLang="zh-CN" sz="1400" dirty="0">
                <a:ln>
                  <a:noFill/>
                  <a:prstDash val="sysDot"/>
                </a:ln>
                <a:solidFill>
                  <a:schemeClr val="tx1">
                    <a:lumMod val="85000"/>
                    <a:lumOff val="15000"/>
                  </a:schemeClr>
                </a:solidFill>
                <a:latin typeface="+mn-ea"/>
                <a:cs typeface="+mn-ea"/>
              </a:rPr>
              <a:t> B</a:t>
            </a:r>
            <a:r>
              <a:rPr lang="zh-CN" altLang="en-US" sz="1400" dirty="0">
                <a:ln>
                  <a:noFill/>
                  <a:prstDash val="sysDot"/>
                </a:ln>
                <a:solidFill>
                  <a:schemeClr val="tx1">
                    <a:lumMod val="85000"/>
                    <a:lumOff val="15000"/>
                  </a:schemeClr>
                </a:solidFill>
                <a:latin typeface="+mn-ea"/>
                <a:cs typeface="+mn-ea"/>
              </a:rPr>
              <a:t>级对</a:t>
            </a:r>
            <a:r>
              <a:rPr lang="zh-CN" altLang="en-US" sz="1400" dirty="0">
                <a:ln>
                  <a:noFill/>
                  <a:prstDash val="sysDot"/>
                </a:ln>
                <a:solidFill>
                  <a:schemeClr val="tx1">
                    <a:lumMod val="85000"/>
                    <a:lumOff val="15000"/>
                  </a:schemeClr>
                </a:solidFill>
                <a:latin typeface="+mn-ea"/>
                <a:cs typeface="+mn-ea"/>
              </a:rPr>
              <a:t>远见的要求，确保了高级经理能够将项目与公司战略紧密联系，而不仅仅是交付一个孤立的项目。</a:t>
            </a:r>
            <a:endParaRPr lang="zh-CN" altLang="en-US" sz="1400" dirty="0">
              <a:ln>
                <a:noFill/>
                <a:prstDash val="sysDot"/>
              </a:ln>
              <a:solidFill>
                <a:schemeClr val="tx1">
                  <a:lumMod val="85000"/>
                  <a:lumOff val="15000"/>
                </a:schemeClr>
              </a:solidFill>
              <a:latin typeface="+mn-ea"/>
              <a:cs typeface="+mn-ea"/>
            </a:endParaRPr>
          </a:p>
        </p:txBody>
      </p:sp>
      <p:sp>
        <p:nvSpPr>
          <p:cNvPr id="38" name="标题"/>
          <p:cNvSpPr txBox="1"/>
          <p:nvPr>
            <p:custDataLst>
              <p:tags r:id="rId15"/>
            </p:custDataLst>
          </p:nvPr>
        </p:nvSpPr>
        <p:spPr>
          <a:xfrm>
            <a:off x="8328978" y="1849120"/>
            <a:ext cx="2941955" cy="609600"/>
          </a:xfrm>
          <a:prstGeom prst="rect">
            <a:avLst/>
          </a:prstGeom>
          <a:noFill/>
        </p:spPr>
        <p:txBody>
          <a:bodyPr wrap="square" lIns="0" tIns="0" rIns="0" bIns="0" rtlCol="0" anchor="ctr">
            <a:noAutofit/>
          </a:bodyPr>
          <a:p>
            <a:pPr algn="ctr"/>
            <a:r>
              <a:rPr lang="zh-CN" altLang="en-US" b="1" spc="300" dirty="0">
                <a:solidFill>
                  <a:schemeClr val="accent1"/>
                </a:solidFill>
                <a:latin typeface="+mn-ea"/>
                <a:sym typeface="+mn-ea"/>
              </a:rPr>
              <a:t>高级交付</a:t>
            </a:r>
            <a:r>
              <a:rPr lang="en-US" altLang="zh-CN" b="1" spc="300" dirty="0">
                <a:solidFill>
                  <a:schemeClr val="accent1"/>
                </a:solidFill>
                <a:latin typeface="+mn-ea"/>
                <a:sym typeface="+mn-ea"/>
              </a:rPr>
              <a:t>/</a:t>
            </a:r>
            <a:r>
              <a:rPr lang="zh-CN" altLang="en-US" b="1" spc="300" dirty="0">
                <a:solidFill>
                  <a:schemeClr val="accent1"/>
                </a:solidFill>
                <a:latin typeface="+mn-ea"/>
                <a:sym typeface="+mn-ea"/>
              </a:rPr>
              <a:t>业务</a:t>
            </a:r>
            <a:r>
              <a:rPr lang="zh-CN" altLang="en-US" b="1" spc="300" dirty="0">
                <a:solidFill>
                  <a:schemeClr val="accent1"/>
                </a:solidFill>
                <a:latin typeface="+mn-ea"/>
                <a:sym typeface="+mn-ea"/>
              </a:rPr>
              <a:t>顾问</a:t>
            </a:r>
            <a:endParaRPr lang="zh-CN" altLang="en-US" b="1" spc="300" dirty="0">
              <a:solidFill>
                <a:schemeClr val="accent1"/>
              </a:solidFill>
              <a:latin typeface="+mn-ea"/>
              <a:sym typeface="+mn-ea"/>
            </a:endParaRPr>
          </a:p>
        </p:txBody>
      </p:sp>
      <p:cxnSp>
        <p:nvCxnSpPr>
          <p:cNvPr id="39" name="直接连接符 38"/>
          <p:cNvCxnSpPr/>
          <p:nvPr>
            <p:custDataLst>
              <p:tags r:id="rId16"/>
            </p:custDataLst>
          </p:nvPr>
        </p:nvCxnSpPr>
        <p:spPr>
          <a:xfrm>
            <a:off x="8327708" y="2351405"/>
            <a:ext cx="2887345" cy="0"/>
          </a:xfrm>
          <a:prstGeom prst="line">
            <a:avLst/>
          </a:prstGeom>
          <a:ln w="19050">
            <a:gradFill>
              <a:gsLst>
                <a:gs pos="100000">
                  <a:schemeClr val="accent1">
                    <a:alpha val="0"/>
                  </a:schemeClr>
                </a:gs>
                <a:gs pos="0">
                  <a:schemeClr val="accent1">
                    <a:alpha val="44000"/>
                  </a:schemeClr>
                </a:gs>
              </a:gsLst>
              <a:path path="circle">
                <a:fillToRect l="50000" t="50000" r="50000" b="50000"/>
              </a:path>
              <a:tileRect/>
            </a:gradFill>
          </a:ln>
          <a:effectLst>
            <a:outerShdw blurRad="50800" dist="25400" dir="5400000" algn="t" rotWithShape="0">
              <a:schemeClr val="accent1">
                <a:lumMod val="75000"/>
                <a:alpha val="16000"/>
              </a:schemeClr>
            </a:outerShdw>
          </a:effectLst>
        </p:spPr>
        <p:style>
          <a:lnRef idx="2">
            <a:schemeClr val="accent1"/>
          </a:lnRef>
          <a:fillRef idx="0">
            <a:srgbClr val="FFFFFF"/>
          </a:fillRef>
          <a:effectRef idx="0">
            <a:srgbClr val="FFFFFF"/>
          </a:effectRef>
          <a:fontRef idx="minor">
            <a:schemeClr val="tx1"/>
          </a:fontRef>
        </p:style>
      </p:cxnSp>
      <p:sp>
        <p:nvSpPr>
          <p:cNvPr id="41" name="圆角矩形 1"/>
          <p:cNvSpPr/>
          <p:nvPr>
            <p:custDataLst>
              <p:tags r:id="rId17"/>
            </p:custDataLst>
          </p:nvPr>
        </p:nvSpPr>
        <p:spPr>
          <a:xfrm>
            <a:off x="4407853" y="1758950"/>
            <a:ext cx="3376295" cy="4828540"/>
          </a:xfrm>
          <a:prstGeom prst="roundRect">
            <a:avLst>
              <a:gd name="adj" fmla="val 3766"/>
            </a:avLst>
          </a:prstGeom>
          <a:gradFill>
            <a:gsLst>
              <a:gs pos="0">
                <a:srgbClr val="FFFFFF">
                  <a:alpha val="10000"/>
                </a:srgbClr>
              </a:gs>
              <a:gs pos="100000">
                <a:schemeClr val="accent2">
                  <a:alpha val="15000"/>
                </a:schemeClr>
              </a:gs>
            </a:gsLst>
            <a:lin ang="5400000" scaled="0"/>
          </a:gradFill>
          <a:ln w="12700">
            <a:solidFill>
              <a:schemeClr val="accent2">
                <a:lumMod val="60000"/>
                <a:lumOff val="40000"/>
                <a:alpha val="5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3" name="任意多边形: 形状 1"/>
          <p:cNvSpPr/>
          <p:nvPr>
            <p:custDataLst>
              <p:tags r:id="rId18"/>
            </p:custDataLst>
          </p:nvPr>
        </p:nvSpPr>
        <p:spPr>
          <a:xfrm>
            <a:off x="5242243" y="1706245"/>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2">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45" name="任意多边形: 形状 3"/>
          <p:cNvSpPr/>
          <p:nvPr>
            <p:custDataLst>
              <p:tags r:id="rId19"/>
            </p:custDataLst>
          </p:nvPr>
        </p:nvSpPr>
        <p:spPr>
          <a:xfrm>
            <a:off x="6709728" y="1706245"/>
            <a:ext cx="240030" cy="50165"/>
          </a:xfrm>
          <a:custGeom>
            <a:avLst/>
            <a:gdLst>
              <a:gd name="connsiteX0" fmla="*/ 442648 w 885297"/>
              <a:gd name="connsiteY0" fmla="*/ 0 h 185674"/>
              <a:gd name="connsiteX1" fmla="*/ 880881 w 885297"/>
              <a:gd name="connsiteY1" fmla="*/ 165392 h 185674"/>
              <a:gd name="connsiteX2" fmla="*/ 885297 w 885297"/>
              <a:gd name="connsiteY2" fmla="*/ 185674 h 185674"/>
              <a:gd name="connsiteX3" fmla="*/ 0 w 885297"/>
              <a:gd name="connsiteY3" fmla="*/ 185674 h 185674"/>
              <a:gd name="connsiteX4" fmla="*/ 4415 w 885297"/>
              <a:gd name="connsiteY4" fmla="*/ 165392 h 185674"/>
              <a:gd name="connsiteX5" fmla="*/ 442648 w 885297"/>
              <a:gd name="connsiteY5" fmla="*/ 0 h 18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5297" h="185674">
                <a:moveTo>
                  <a:pt x="442648" y="0"/>
                </a:moveTo>
                <a:cubicBezTo>
                  <a:pt x="658816" y="0"/>
                  <a:pt x="839170" y="71003"/>
                  <a:pt x="880881" y="165392"/>
                </a:cubicBezTo>
                <a:lnTo>
                  <a:pt x="885297" y="185674"/>
                </a:lnTo>
                <a:lnTo>
                  <a:pt x="0" y="185674"/>
                </a:lnTo>
                <a:lnTo>
                  <a:pt x="4415" y="165392"/>
                </a:lnTo>
                <a:cubicBezTo>
                  <a:pt x="46126" y="71003"/>
                  <a:pt x="226480" y="0"/>
                  <a:pt x="442648" y="0"/>
                </a:cubicBezTo>
                <a:close/>
              </a:path>
            </a:pathLst>
          </a:custGeom>
          <a:solidFill>
            <a:schemeClr val="accent2">
              <a:lumMod val="50000"/>
            </a:schemeClr>
          </a:solidFill>
          <a:ln w="12700" cap="flat" cmpd="sng" algn="ctr">
            <a:noFill/>
            <a:prstDash val="solid"/>
            <a:miter lim="800000"/>
          </a:ln>
          <a:effectLst/>
        </p:spPr>
        <p:txBody>
          <a:bodyPr rtlCol="0" anchor="ctr"/>
          <a:p>
            <a:pPr algn="ctr">
              <a:spcBef>
                <a:spcPct val="0"/>
              </a:spcBef>
              <a:spcAft>
                <a:spcPct val="0"/>
              </a:spcAft>
            </a:pPr>
            <a:endParaRPr lang="zh-CN" altLang="en-US" kern="0">
              <a:solidFill>
                <a:prstClr val="white"/>
              </a:solidFill>
              <a:cs typeface="+mn-ea"/>
              <a:sym typeface="+mn-lt"/>
            </a:endParaRPr>
          </a:p>
        </p:txBody>
      </p:sp>
      <p:sp>
        <p:nvSpPr>
          <p:cNvPr id="22" name="任意多边形: 形状 4" descr="D:\51PPT模板网\51pptmoban.com\图片.jpg"/>
          <p:cNvSpPr/>
          <p:nvPr>
            <p:custDataLst>
              <p:tags r:id="rId20"/>
            </p:custDataLst>
          </p:nvPr>
        </p:nvSpPr>
        <p:spPr>
          <a:xfrm>
            <a:off x="5327333" y="1709420"/>
            <a:ext cx="1536700" cy="174625"/>
          </a:xfrm>
          <a:custGeom>
            <a:avLst/>
            <a:gdLst>
              <a:gd name="connsiteX0" fmla="*/ 9463 w 5671603"/>
              <a:gd name="connsiteY0" fmla="*/ 0 h 642809"/>
              <a:gd name="connsiteX1" fmla="*/ 772663 w 5671603"/>
              <a:gd name="connsiteY1" fmla="*/ 0 h 642809"/>
              <a:gd name="connsiteX2" fmla="*/ 1678703 w 5671603"/>
              <a:gd name="connsiteY2" fmla="*/ 0 h 642809"/>
              <a:gd name="connsiteX3" fmla="*/ 1992767 w 5671603"/>
              <a:gd name="connsiteY3" fmla="*/ 0 h 642809"/>
              <a:gd name="connsiteX4" fmla="*/ 2565400 w 5671603"/>
              <a:gd name="connsiteY4" fmla="*/ 0 h 642809"/>
              <a:gd name="connsiteX5" fmla="*/ 2803588 w 5671603"/>
              <a:gd name="connsiteY5" fmla="*/ 0 h 642809"/>
              <a:gd name="connsiteX6" fmla="*/ 2868015 w 5671603"/>
              <a:gd name="connsiteY6" fmla="*/ 0 h 642809"/>
              <a:gd name="connsiteX7" fmla="*/ 3106203 w 5671603"/>
              <a:gd name="connsiteY7" fmla="*/ 0 h 642809"/>
              <a:gd name="connsiteX8" fmla="*/ 3678836 w 5671603"/>
              <a:gd name="connsiteY8" fmla="*/ 0 h 642809"/>
              <a:gd name="connsiteX9" fmla="*/ 3992900 w 5671603"/>
              <a:gd name="connsiteY9" fmla="*/ 0 h 642809"/>
              <a:gd name="connsiteX10" fmla="*/ 4898940 w 5671603"/>
              <a:gd name="connsiteY10" fmla="*/ 0 h 642809"/>
              <a:gd name="connsiteX11" fmla="*/ 5662140 w 5671603"/>
              <a:gd name="connsiteY11" fmla="*/ 0 h 642809"/>
              <a:gd name="connsiteX12" fmla="*/ 5300826 w 5671603"/>
              <a:gd name="connsiteY12" fmla="*/ 111760 h 642809"/>
              <a:gd name="connsiteX13" fmla="*/ 5173190 w 5671603"/>
              <a:gd name="connsiteY13" fmla="*/ 461024 h 642809"/>
              <a:gd name="connsiteX14" fmla="*/ 4898940 w 5671603"/>
              <a:gd name="connsiteY14" fmla="*/ 642809 h 642809"/>
              <a:gd name="connsiteX15" fmla="*/ 3992900 w 5671603"/>
              <a:gd name="connsiteY15" fmla="*/ 642809 h 642809"/>
              <a:gd name="connsiteX16" fmla="*/ 3106203 w 5671603"/>
              <a:gd name="connsiteY16" fmla="*/ 642809 h 642809"/>
              <a:gd name="connsiteX17" fmla="*/ 2565400 w 5671603"/>
              <a:gd name="connsiteY17" fmla="*/ 642809 h 642809"/>
              <a:gd name="connsiteX18" fmla="*/ 1678703 w 5671603"/>
              <a:gd name="connsiteY18" fmla="*/ 642809 h 642809"/>
              <a:gd name="connsiteX19" fmla="*/ 772663 w 5671603"/>
              <a:gd name="connsiteY19" fmla="*/ 642809 h 642809"/>
              <a:gd name="connsiteX20" fmla="*/ 498413 w 5671603"/>
              <a:gd name="connsiteY20" fmla="*/ 461024 h 642809"/>
              <a:gd name="connsiteX21" fmla="*/ 370777 w 5671603"/>
              <a:gd name="connsiteY21" fmla="*/ 111760 h 642809"/>
              <a:gd name="connsiteX22" fmla="*/ 9463 w 5671603"/>
              <a:gd name="connsiteY22" fmla="*/ 0 h 6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671603" h="642809">
                <a:moveTo>
                  <a:pt x="9463" y="0"/>
                </a:moveTo>
                <a:lnTo>
                  <a:pt x="772663" y="0"/>
                </a:lnTo>
                <a:lnTo>
                  <a:pt x="1678703" y="0"/>
                </a:lnTo>
                <a:lnTo>
                  <a:pt x="1992767" y="0"/>
                </a:lnTo>
                <a:lnTo>
                  <a:pt x="2565400" y="0"/>
                </a:lnTo>
                <a:lnTo>
                  <a:pt x="2803588" y="0"/>
                </a:lnTo>
                <a:lnTo>
                  <a:pt x="2868015" y="0"/>
                </a:lnTo>
                <a:lnTo>
                  <a:pt x="3106203" y="0"/>
                </a:lnTo>
                <a:lnTo>
                  <a:pt x="3678836" y="0"/>
                </a:lnTo>
                <a:lnTo>
                  <a:pt x="3992900" y="0"/>
                </a:lnTo>
                <a:lnTo>
                  <a:pt x="4898940" y="0"/>
                </a:lnTo>
                <a:lnTo>
                  <a:pt x="5662140" y="0"/>
                </a:lnTo>
                <a:cubicBezTo>
                  <a:pt x="5729121" y="18627"/>
                  <a:pt x="5422799" y="-41277"/>
                  <a:pt x="5300826" y="111760"/>
                </a:cubicBezTo>
                <a:lnTo>
                  <a:pt x="5173190" y="461024"/>
                </a:lnTo>
                <a:cubicBezTo>
                  <a:pt x="5128005" y="567851"/>
                  <a:pt x="5022226" y="642809"/>
                  <a:pt x="4898940" y="642809"/>
                </a:cubicBezTo>
                <a:lnTo>
                  <a:pt x="3992900" y="642809"/>
                </a:lnTo>
                <a:lnTo>
                  <a:pt x="3106203" y="642809"/>
                </a:lnTo>
                <a:lnTo>
                  <a:pt x="2565400" y="642809"/>
                </a:lnTo>
                <a:lnTo>
                  <a:pt x="1678703" y="642809"/>
                </a:lnTo>
                <a:lnTo>
                  <a:pt x="772663" y="642809"/>
                </a:lnTo>
                <a:cubicBezTo>
                  <a:pt x="649377" y="642809"/>
                  <a:pt x="543598" y="567851"/>
                  <a:pt x="498413" y="461024"/>
                </a:cubicBezTo>
                <a:lnTo>
                  <a:pt x="370777" y="111760"/>
                </a:lnTo>
                <a:cubicBezTo>
                  <a:pt x="248804" y="-41277"/>
                  <a:pt x="-57518" y="18627"/>
                  <a:pt x="9463" y="0"/>
                </a:cubicBezTo>
                <a:close/>
              </a:path>
            </a:pathLst>
          </a:custGeom>
          <a:gradFill>
            <a:gsLst>
              <a:gs pos="0">
                <a:schemeClr val="accent2">
                  <a:lumMod val="60000"/>
                  <a:lumOff val="40000"/>
                  <a:alpha val="100000"/>
                </a:schemeClr>
              </a:gs>
              <a:gs pos="100000">
                <a:schemeClr val="accent2">
                  <a:alpha val="100000"/>
                </a:schemeClr>
              </a:gs>
            </a:gsLst>
            <a:lin ang="5400000" scaled="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cs typeface="+mn-ea"/>
              <a:sym typeface="+mn-lt"/>
            </a:endParaRPr>
          </a:p>
        </p:txBody>
      </p:sp>
      <p:sp>
        <p:nvSpPr>
          <p:cNvPr id="47" name="形状9"/>
          <p:cNvSpPr/>
          <p:nvPr>
            <p:custDataLst>
              <p:tags r:id="rId21"/>
            </p:custDataLst>
          </p:nvPr>
        </p:nvSpPr>
        <p:spPr>
          <a:xfrm>
            <a:off x="5466398" y="6587490"/>
            <a:ext cx="1259205" cy="50800"/>
          </a:xfrm>
          <a:prstGeom prst="roundRect">
            <a:avLst>
              <a:gd name="adj" fmla="val 50000"/>
            </a:avLst>
          </a:prstGeom>
          <a:solidFill>
            <a:schemeClr val="accent2">
              <a:alpha val="50000"/>
            </a:schemeClr>
          </a:solidFill>
          <a:ln w="3175">
            <a:noFill/>
          </a:ln>
          <a:effectLst>
            <a:outerShdw blurRad="127000" dist="63500" dir="3000000" algn="ctr" rotWithShape="0">
              <a:schemeClr val="bg1">
                <a:lumMod val="50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p>
            <a:pPr algn="ctr"/>
            <a:endParaRPr lang="zh-CN" altLang="en-US" sz="3200" b="1" dirty="0">
              <a:solidFill>
                <a:schemeClr val="lt1"/>
              </a:solidFill>
              <a:effectLst>
                <a:reflection blurRad="6350" stA="26000" endPos="60000" dist="30480" dir="5400000" sy="-100000" algn="bl" rotWithShape="0"/>
              </a:effectLst>
              <a:cs typeface="+mn-ea"/>
              <a:sym typeface="+mn-lt"/>
            </a:endParaRPr>
          </a:p>
        </p:txBody>
      </p:sp>
      <p:sp>
        <p:nvSpPr>
          <p:cNvPr id="48" name="矩形 47"/>
          <p:cNvSpPr/>
          <p:nvPr>
            <p:custDataLst>
              <p:tags r:id="rId22"/>
            </p:custDataLst>
          </p:nvPr>
        </p:nvSpPr>
        <p:spPr>
          <a:xfrm>
            <a:off x="4625340" y="2305685"/>
            <a:ext cx="2941955" cy="3830955"/>
          </a:xfrm>
          <a:prstGeom prst="rect">
            <a:avLst/>
          </a:prstGeom>
          <a:noFill/>
        </p:spPr>
        <p:txBody>
          <a:bodyPr wrap="square" lIns="0" tIns="90170" rIns="0" bIns="0" rtlCol="0" anchor="t" anchorCtr="0">
            <a:noAutofit/>
          </a:bodyPr>
          <a:p>
            <a:pPr>
              <a:lnSpc>
                <a:spcPct val="140000"/>
              </a:lnSpc>
              <a:spcBef>
                <a:spcPts val="0"/>
              </a:spcBef>
              <a:spcAft>
                <a:spcPts val="0"/>
              </a:spcAft>
            </a:pPr>
            <a:r>
              <a:rPr lang="en-US" altLang="zh-CN" sz="1400" b="1" dirty="0">
                <a:ln>
                  <a:noFill/>
                  <a:prstDash val="sysDot"/>
                </a:ln>
                <a:solidFill>
                  <a:schemeClr val="tx1">
                    <a:lumMod val="85000"/>
                    <a:lumOff val="15000"/>
                  </a:schemeClr>
                </a:solidFill>
                <a:latin typeface="+mn-ea"/>
                <a:cs typeface="+mn-ea"/>
              </a:rPr>
              <a:t>PRINCE2 </a:t>
            </a:r>
            <a:r>
              <a:rPr lang="zh-CN" altLang="en-US" sz="1400" b="1" dirty="0">
                <a:ln>
                  <a:noFill/>
                  <a:prstDash val="sysDot"/>
                </a:ln>
                <a:solidFill>
                  <a:schemeClr val="tx1">
                    <a:lumMod val="85000"/>
                    <a:lumOff val="15000"/>
                  </a:schemeClr>
                </a:solidFill>
                <a:latin typeface="+mn-ea"/>
                <a:cs typeface="+mn-ea"/>
              </a:rPr>
              <a:t>实践级的指导意义</a:t>
            </a:r>
            <a:r>
              <a:rPr lang="zh-CN" altLang="en-US" sz="1400" dirty="0">
                <a:ln>
                  <a:noFill/>
                  <a:prstDash val="sysDot"/>
                </a:ln>
                <a:solidFill>
                  <a:schemeClr val="tx1">
                    <a:lumMod val="85000"/>
                    <a:lumOff val="15000"/>
                  </a:schemeClr>
                </a:solidFill>
                <a:latin typeface="+mn-ea"/>
                <a:cs typeface="+mn-ea"/>
              </a:rPr>
              <a:t>：能独立完成小型或复杂度中等项目</a:t>
            </a:r>
            <a:r>
              <a:rPr lang="en-US" altLang="zh-CN" sz="1400" dirty="0">
                <a:ln>
                  <a:noFill/>
                  <a:prstDash val="sysDot"/>
                </a:ln>
                <a:solidFill>
                  <a:schemeClr val="tx1">
                    <a:lumMod val="85000"/>
                    <a:lumOff val="15000"/>
                  </a:schemeClr>
                </a:solidFill>
                <a:latin typeface="+mn-ea"/>
                <a:cs typeface="+mn-ea"/>
              </a:rPr>
              <a:t>， </a:t>
            </a:r>
            <a:r>
              <a:rPr lang="zh-CN" altLang="en-US" sz="1400" dirty="0">
                <a:ln>
                  <a:noFill/>
                  <a:prstDash val="sysDot"/>
                </a:ln>
                <a:solidFill>
                  <a:schemeClr val="tx1">
                    <a:lumMod val="85000"/>
                    <a:lumOff val="15000"/>
                  </a:schemeClr>
                </a:solidFill>
                <a:latin typeface="+mn-ea"/>
                <a:cs typeface="+mn-ea"/>
              </a:rPr>
              <a:t>编写有说服力的业务论证，设计阶段划分，能够制定变更控制流程，并能在项目出现偏差时，知道如何撰写例外报告。</a:t>
            </a:r>
            <a:endParaRPr lang="zh-CN" altLang="en-US" sz="1400" dirty="0">
              <a:ln>
                <a:noFill/>
                <a:prstDash val="sysDot"/>
              </a:ln>
              <a:solidFill>
                <a:schemeClr val="tx1">
                  <a:lumMod val="85000"/>
                  <a:lumOff val="15000"/>
                </a:schemeClr>
              </a:solidFill>
              <a:latin typeface="+mn-ea"/>
              <a:cs typeface="+mn-ea"/>
            </a:endParaRPr>
          </a:p>
          <a:p>
            <a:pPr>
              <a:lnSpc>
                <a:spcPct val="140000"/>
              </a:lnSpc>
              <a:spcBef>
                <a:spcPts val="0"/>
              </a:spcBef>
              <a:spcAft>
                <a:spcPts val="0"/>
              </a:spcAft>
            </a:pPr>
            <a:r>
              <a:rPr lang="en-US" altLang="zh-CN" sz="1400" b="1" dirty="0">
                <a:ln>
                  <a:noFill/>
                  <a:prstDash val="sysDot"/>
                </a:ln>
                <a:solidFill>
                  <a:schemeClr val="tx1">
                    <a:lumMod val="85000"/>
                    <a:lumOff val="15000"/>
                  </a:schemeClr>
                </a:solidFill>
                <a:latin typeface="+mn-ea"/>
                <a:cs typeface="+mn-ea"/>
              </a:rPr>
              <a:t>IPMP-C</a:t>
            </a:r>
            <a:r>
              <a:rPr lang="zh-CN" altLang="en-US" sz="1400" b="1" dirty="0">
                <a:ln>
                  <a:noFill/>
                  <a:prstDash val="sysDot"/>
                </a:ln>
                <a:solidFill>
                  <a:schemeClr val="tx1">
                    <a:lumMod val="85000"/>
                    <a:lumOff val="15000"/>
                  </a:schemeClr>
                </a:solidFill>
                <a:latin typeface="+mn-ea"/>
                <a:cs typeface="+mn-ea"/>
              </a:rPr>
              <a:t>级的指导意义</a:t>
            </a:r>
            <a:r>
              <a:rPr lang="zh-CN" altLang="en-US" sz="1400" dirty="0">
                <a:ln>
                  <a:noFill/>
                  <a:prstDash val="sysDot"/>
                </a:ln>
                <a:solidFill>
                  <a:schemeClr val="tx1">
                    <a:lumMod val="85000"/>
                    <a:lumOff val="15000"/>
                  </a:schemeClr>
                </a:solidFill>
                <a:latin typeface="+mn-ea"/>
                <a:cs typeface="+mn-ea"/>
              </a:rPr>
              <a:t>：它验证了个人拥有独立管理有限复杂度项目的实践经验。这是从</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知道</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到</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做到</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的质变</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领导团队：</a:t>
            </a:r>
            <a:r>
              <a:rPr lang="en-US" altLang="zh-CN" sz="1400" dirty="0">
                <a:ln>
                  <a:noFill/>
                  <a:prstDash val="sysDot"/>
                </a:ln>
                <a:solidFill>
                  <a:schemeClr val="tx1">
                    <a:lumMod val="85000"/>
                    <a:lumOff val="15000"/>
                  </a:schemeClr>
                </a:solidFill>
                <a:latin typeface="+mn-ea"/>
                <a:cs typeface="+mn-ea"/>
              </a:rPr>
              <a:t> C</a:t>
            </a:r>
            <a:r>
              <a:rPr lang="zh-CN" altLang="en-US" sz="1400" dirty="0">
                <a:ln>
                  <a:noFill/>
                  <a:prstDash val="sysDot"/>
                </a:ln>
                <a:solidFill>
                  <a:schemeClr val="tx1">
                    <a:lumMod val="85000"/>
                    <a:lumOff val="15000"/>
                  </a:schemeClr>
                </a:solidFill>
                <a:latin typeface="+mn-ea"/>
                <a:cs typeface="+mn-ea"/>
              </a:rPr>
              <a:t>级要求展现出基</a:t>
            </a:r>
            <a:r>
              <a:rPr lang="zh-CN" altLang="en-US" sz="1400" b="1" dirty="0">
                <a:ln>
                  <a:noFill/>
                  <a:prstDash val="sysDot"/>
                </a:ln>
                <a:solidFill>
                  <a:schemeClr val="tx1">
                    <a:lumMod val="85000"/>
                    <a:lumOff val="15000"/>
                  </a:schemeClr>
                </a:solidFill>
                <a:latin typeface="+mn-ea"/>
                <a:cs typeface="+mn-ea"/>
              </a:rPr>
              <a:t>本的团队领导和干系人管理能力</a:t>
            </a:r>
            <a:r>
              <a:rPr lang="zh-CN" altLang="en-US" sz="1400" dirty="0">
                <a:ln>
                  <a:noFill/>
                  <a:prstDash val="sysDot"/>
                </a:ln>
                <a:solidFill>
                  <a:schemeClr val="tx1">
                    <a:lumMod val="85000"/>
                    <a:lumOff val="15000"/>
                  </a:schemeClr>
                </a:solidFill>
                <a:latin typeface="+mn-ea"/>
                <a:cs typeface="+mn-ea"/>
              </a:rPr>
              <a:t>，</a:t>
            </a:r>
            <a:endParaRPr lang="zh-CN" altLang="en-US" sz="1400" dirty="0">
              <a:ln>
                <a:noFill/>
                <a:prstDash val="sysDot"/>
              </a:ln>
              <a:solidFill>
                <a:schemeClr val="tx1">
                  <a:lumMod val="85000"/>
                  <a:lumOff val="15000"/>
                </a:schemeClr>
              </a:solidFill>
              <a:latin typeface="+mn-ea"/>
              <a:cs typeface="+mn-ea"/>
            </a:endParaRPr>
          </a:p>
          <a:p>
            <a:pPr>
              <a:lnSpc>
                <a:spcPct val="140000"/>
              </a:lnSpc>
              <a:spcBef>
                <a:spcPts val="0"/>
              </a:spcBef>
              <a:spcAft>
                <a:spcPts val="0"/>
              </a:spcAft>
            </a:pPr>
            <a:r>
              <a:rPr lang="zh-CN" altLang="en-US" sz="1400" dirty="0">
                <a:ln>
                  <a:noFill/>
                  <a:prstDash val="sysDot"/>
                </a:ln>
                <a:solidFill>
                  <a:schemeClr val="tx1">
                    <a:lumMod val="85000"/>
                    <a:lumOff val="15000"/>
                  </a:schemeClr>
                </a:solidFill>
                <a:latin typeface="+mn-ea"/>
                <a:cs typeface="+mn-ea"/>
              </a:rPr>
              <a:t>应用工具：</a:t>
            </a:r>
            <a:r>
              <a:rPr lang="en-US" altLang="zh-CN" sz="1400" dirty="0">
                <a:ln>
                  <a:noFill/>
                  <a:prstDash val="sysDot"/>
                </a:ln>
                <a:solidFill>
                  <a:schemeClr val="tx1">
                    <a:lumMod val="85000"/>
                    <a:lumOff val="15000"/>
                  </a:schemeClr>
                </a:solidFill>
                <a:latin typeface="+mn-ea"/>
                <a:cs typeface="+mn-ea"/>
              </a:rPr>
              <a:t> C</a:t>
            </a:r>
            <a:r>
              <a:rPr lang="zh-CN" altLang="en-US" sz="1400" dirty="0">
                <a:ln>
                  <a:noFill/>
                  <a:prstDash val="sysDot"/>
                </a:ln>
                <a:solidFill>
                  <a:schemeClr val="tx1">
                    <a:lumMod val="85000"/>
                    <a:lumOff val="15000"/>
                  </a:schemeClr>
                </a:solidFill>
                <a:latin typeface="+mn-ea"/>
                <a:cs typeface="+mn-ea"/>
              </a:rPr>
              <a:t>级要求能熟练应用各种项目管理工具和技术，这支撑了他们</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制定详细项目计划</a:t>
            </a:r>
            <a:r>
              <a:rPr lang="en-US" altLang="zh-CN" sz="1400" dirty="0">
                <a:ln>
                  <a:noFill/>
                  <a:prstDash val="sysDot"/>
                </a:ln>
                <a:solidFill>
                  <a:schemeClr val="tx1">
                    <a:lumMod val="85000"/>
                    <a:lumOff val="15000"/>
                  </a:schemeClr>
                </a:solidFill>
                <a:latin typeface="+mn-ea"/>
                <a:cs typeface="+mn-ea"/>
              </a:rPr>
              <a:t>”</a:t>
            </a:r>
            <a:r>
              <a:rPr lang="zh-CN" altLang="en-US" sz="1400" dirty="0">
                <a:ln>
                  <a:noFill/>
                  <a:prstDash val="sysDot"/>
                </a:ln>
                <a:solidFill>
                  <a:schemeClr val="tx1">
                    <a:lumMod val="85000"/>
                    <a:lumOff val="15000"/>
                  </a:schemeClr>
                </a:solidFill>
                <a:latin typeface="+mn-ea"/>
                <a:cs typeface="+mn-ea"/>
              </a:rPr>
              <a:t>的职责。</a:t>
            </a:r>
            <a:endParaRPr lang="zh-CN" altLang="en-US" sz="1400" dirty="0">
              <a:ln>
                <a:noFill/>
                <a:prstDash val="sysDot"/>
              </a:ln>
              <a:solidFill>
                <a:schemeClr val="tx1">
                  <a:lumMod val="85000"/>
                  <a:lumOff val="15000"/>
                </a:schemeClr>
              </a:solidFill>
              <a:latin typeface="+mn-ea"/>
              <a:cs typeface="+mn-ea"/>
            </a:endParaRPr>
          </a:p>
        </p:txBody>
      </p:sp>
      <p:sp>
        <p:nvSpPr>
          <p:cNvPr id="49" name="标题"/>
          <p:cNvSpPr txBox="1"/>
          <p:nvPr>
            <p:custDataLst>
              <p:tags r:id="rId23"/>
            </p:custDataLst>
          </p:nvPr>
        </p:nvSpPr>
        <p:spPr>
          <a:xfrm>
            <a:off x="4625023" y="1846580"/>
            <a:ext cx="2941955" cy="609600"/>
          </a:xfrm>
          <a:prstGeom prst="rect">
            <a:avLst/>
          </a:prstGeom>
          <a:noFill/>
        </p:spPr>
        <p:txBody>
          <a:bodyPr wrap="square" lIns="0" tIns="0" rIns="0" bIns="0" rtlCol="0" anchor="ctr">
            <a:noAutofit/>
          </a:bodyPr>
          <a:p>
            <a:pPr algn="ctr"/>
            <a:r>
              <a:rPr lang="zh-CN" altLang="en-US" b="1" spc="300" dirty="0">
                <a:solidFill>
                  <a:schemeClr val="accent1"/>
                </a:solidFill>
                <a:latin typeface="+mn-ea"/>
                <a:sym typeface="+mn-ea"/>
              </a:rPr>
              <a:t>中级交付</a:t>
            </a:r>
            <a:r>
              <a:rPr lang="en-US" altLang="zh-CN" b="1" spc="300" dirty="0">
                <a:solidFill>
                  <a:schemeClr val="accent1"/>
                </a:solidFill>
                <a:latin typeface="+mn-ea"/>
                <a:sym typeface="+mn-ea"/>
              </a:rPr>
              <a:t>/</a:t>
            </a:r>
            <a:r>
              <a:rPr lang="zh-CN" altLang="en-US" b="1" spc="300" dirty="0">
                <a:solidFill>
                  <a:schemeClr val="accent1"/>
                </a:solidFill>
                <a:latin typeface="+mn-ea"/>
                <a:sym typeface="+mn-ea"/>
              </a:rPr>
              <a:t>业务</a:t>
            </a:r>
            <a:r>
              <a:rPr lang="zh-CN" altLang="en-US" b="1" spc="300" dirty="0">
                <a:solidFill>
                  <a:schemeClr val="accent1"/>
                </a:solidFill>
                <a:latin typeface="+mn-ea"/>
                <a:sym typeface="+mn-ea"/>
              </a:rPr>
              <a:t>顾问</a:t>
            </a:r>
            <a:endParaRPr lang="zh-CN" altLang="en-US" b="1" spc="300" dirty="0">
              <a:solidFill>
                <a:schemeClr val="accent1"/>
              </a:solidFill>
              <a:latin typeface="+mn-ea"/>
              <a:sym typeface="+mn-ea"/>
            </a:endParaRPr>
          </a:p>
        </p:txBody>
      </p:sp>
      <p:cxnSp>
        <p:nvCxnSpPr>
          <p:cNvPr id="50" name="直接连接符 49"/>
          <p:cNvCxnSpPr/>
          <p:nvPr>
            <p:custDataLst>
              <p:tags r:id="rId24"/>
            </p:custDataLst>
          </p:nvPr>
        </p:nvCxnSpPr>
        <p:spPr>
          <a:xfrm>
            <a:off x="4651058" y="2348865"/>
            <a:ext cx="2887345" cy="0"/>
          </a:xfrm>
          <a:prstGeom prst="line">
            <a:avLst/>
          </a:prstGeom>
          <a:ln w="19050">
            <a:gradFill>
              <a:gsLst>
                <a:gs pos="100000">
                  <a:schemeClr val="accent2">
                    <a:alpha val="0"/>
                  </a:schemeClr>
                </a:gs>
                <a:gs pos="0">
                  <a:schemeClr val="accent2">
                    <a:alpha val="44000"/>
                  </a:schemeClr>
                </a:gs>
              </a:gsLst>
              <a:path path="circle">
                <a:fillToRect l="50000" t="50000" r="50000" b="50000"/>
              </a:path>
              <a:tileRect/>
            </a:gradFill>
          </a:ln>
          <a:effectLst>
            <a:outerShdw blurRad="50800" dist="25400" dir="5400000" algn="t" rotWithShape="0">
              <a:schemeClr val="accent2">
                <a:lumMod val="75000"/>
                <a:alpha val="16000"/>
              </a:schemeClr>
            </a:outerShdw>
          </a:effectLst>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04825" y="1826895"/>
            <a:ext cx="11168380" cy="1076325"/>
          </a:xfrm>
          <a:prstGeom prst="rect">
            <a:avLst/>
          </a:prstGeom>
        </p:spPr>
        <p:txBody>
          <a:bodyPr wrap="square">
            <a:spAutoFit/>
          </a:bodyPr>
          <a:p>
            <a:r>
              <a:rPr lang="zh-CN" altLang="en-US" sz="1600"/>
              <a:t>这个框架的核心思想是：</a:t>
            </a:r>
            <a:endParaRPr lang="zh-CN" altLang="en-US" sz="1600"/>
          </a:p>
          <a:p>
            <a:pPr>
              <a:buFont typeface="Arial" panose="020B0604020202090204"/>
              <a:buChar char="•"/>
            </a:pPr>
            <a:r>
              <a:rPr lang="en-US" altLang="zh-CN" sz="1600"/>
              <a:t>PRINCE2 </a:t>
            </a:r>
            <a:r>
              <a:rPr lang="zh-CN" altLang="en-US" sz="1600"/>
              <a:t>提供了“做事的方法论和流程”，定义了在不同层级需要懂什么、会用什么。</a:t>
            </a:r>
            <a:endParaRPr lang="zh-CN" altLang="en-US" sz="1600"/>
          </a:p>
          <a:p>
            <a:pPr>
              <a:buFont typeface="Arial" panose="020B0604020202090204"/>
              <a:buChar char="•"/>
            </a:pPr>
            <a:r>
              <a:rPr lang="en-US" altLang="zh-CN" sz="1600"/>
              <a:t>IPMP </a:t>
            </a:r>
            <a:r>
              <a:rPr lang="zh-CN" altLang="en-US" sz="1600"/>
              <a:t>提供了“人的综合能力标准”，定义了在不同层级需要展现怎样的行为和影响力。</a:t>
            </a:r>
            <a:endParaRPr lang="zh-CN" altLang="en-US" sz="1600"/>
          </a:p>
          <a:p>
            <a:r>
              <a:rPr lang="zh-CN" altLang="en-US" sz="1600"/>
              <a:t>两者结合，构成了一个完整的“知识</a:t>
            </a:r>
            <a:r>
              <a:rPr lang="en-US" altLang="zh-CN" sz="1600"/>
              <a:t>+</a:t>
            </a:r>
            <a:r>
              <a:rPr lang="zh-CN" altLang="en-US" sz="1600"/>
              <a:t>能力”体系。</a:t>
            </a:r>
            <a:endParaRPr lang="zh-CN" altLang="en-US" sz="1600"/>
          </a:p>
        </p:txBody>
      </p:sp>
      <p:graphicFrame>
        <p:nvGraphicFramePr>
          <p:cNvPr id="4" name="表格 3"/>
          <p:cNvGraphicFramePr/>
          <p:nvPr>
            <p:custDataLst>
              <p:tags r:id="rId1"/>
            </p:custDataLst>
          </p:nvPr>
        </p:nvGraphicFramePr>
        <p:xfrm>
          <a:off x="516255" y="2902585"/>
          <a:ext cx="11168380" cy="3684905"/>
        </p:xfrm>
        <a:graphic>
          <a:graphicData uri="http://schemas.openxmlformats.org/drawingml/2006/table">
            <a:tbl>
              <a:tblPr firstRow="1" bandRow="1">
                <a:tableStyleId>{DFA677F5-CEA2-48FC-8B67-95BAA5C7B7F6}</a:tableStyleId>
              </a:tblPr>
              <a:tblGrid>
                <a:gridCol w="1337945"/>
                <a:gridCol w="3259455"/>
                <a:gridCol w="3112135"/>
                <a:gridCol w="3458845"/>
              </a:tblGrid>
              <a:tr h="524510">
                <a:tc>
                  <a:txBody>
                    <a:bodyPr/>
                    <a:p>
                      <a:pPr algn="ctr"/>
                      <a:r>
                        <a:rPr lang="zh-CN" altLang="en-US" sz="1400"/>
                        <a:t>能力层级</a:t>
                      </a:r>
                      <a:endParaRPr lang="zh-CN" altLang="en-US" sz="1400"/>
                    </a:p>
                  </a:txBody>
                  <a:tcPr marL="0" marR="0" marT="0" marB="0" anchor="ctr" anchorCtr="0"/>
                </a:tc>
                <a:tc>
                  <a:txBody>
                    <a:bodyPr/>
                    <a:p>
                      <a:pPr algn="ctr"/>
                      <a:r>
                        <a:rPr lang="zh-CN" altLang="en-US" sz="1400"/>
                        <a:t>初级交付</a:t>
                      </a:r>
                      <a:r>
                        <a:rPr lang="en-US" altLang="zh-CN" sz="1400"/>
                        <a:t>/</a:t>
                      </a:r>
                      <a:r>
                        <a:rPr lang="zh-CN" altLang="en-US" sz="1400"/>
                        <a:t>业务</a:t>
                      </a:r>
                      <a:r>
                        <a:rPr lang="zh-CN" altLang="en-US" sz="1400"/>
                        <a:t>顾问</a:t>
                      </a:r>
                      <a:endParaRPr lang="en-US" altLang="zh-CN" sz="1400"/>
                    </a:p>
                  </a:txBody>
                  <a:tcPr marL="0" marR="0" marT="0" marB="0" anchor="ctr" anchorCtr="0"/>
                </a:tc>
                <a:tc>
                  <a:txBody>
                    <a:bodyPr/>
                    <a:p>
                      <a:pPr algn="ctr"/>
                      <a:r>
                        <a:rPr lang="zh-CN" altLang="en-US" sz="1400">
                          <a:sym typeface="+mn-ea"/>
                        </a:rPr>
                        <a:t>中级交付</a:t>
                      </a:r>
                      <a:r>
                        <a:rPr lang="en-US" altLang="zh-CN" sz="1400">
                          <a:sym typeface="+mn-ea"/>
                        </a:rPr>
                        <a:t>/</a:t>
                      </a:r>
                      <a:r>
                        <a:rPr lang="zh-CN" altLang="en-US" sz="1400">
                          <a:sym typeface="+mn-ea"/>
                        </a:rPr>
                        <a:t>业务</a:t>
                      </a:r>
                      <a:r>
                        <a:rPr lang="zh-CN" altLang="en-US" sz="1400">
                          <a:sym typeface="+mn-ea"/>
                        </a:rPr>
                        <a:t>顾问</a:t>
                      </a:r>
                      <a:endParaRPr lang="zh-CN" altLang="en-US" sz="1400">
                        <a:sym typeface="+mn-ea"/>
                      </a:endParaRPr>
                    </a:p>
                  </a:txBody>
                  <a:tcPr marL="0" marR="0" marT="0" marB="0" anchor="ctr" anchorCtr="0"/>
                </a:tc>
                <a:tc>
                  <a:txBody>
                    <a:bodyPr/>
                    <a:p>
                      <a:pPr algn="ctr"/>
                      <a:r>
                        <a:rPr lang="zh-CN" altLang="en-US" sz="1400">
                          <a:sym typeface="+mn-ea"/>
                        </a:rPr>
                        <a:t>高级交付</a:t>
                      </a:r>
                      <a:r>
                        <a:rPr lang="en-US" altLang="zh-CN" sz="1400">
                          <a:sym typeface="+mn-ea"/>
                        </a:rPr>
                        <a:t>/</a:t>
                      </a:r>
                      <a:r>
                        <a:rPr lang="zh-CN" altLang="en-US" sz="1400">
                          <a:sym typeface="+mn-ea"/>
                        </a:rPr>
                        <a:t>业务</a:t>
                      </a:r>
                      <a:r>
                        <a:rPr lang="zh-CN" altLang="en-US" sz="1400">
                          <a:sym typeface="+mn-ea"/>
                        </a:rPr>
                        <a:t>顾问</a:t>
                      </a:r>
                      <a:endParaRPr lang="zh-CN" altLang="en-US" sz="1400">
                        <a:sym typeface="+mn-ea"/>
                      </a:endParaRPr>
                    </a:p>
                  </a:txBody>
                  <a:tcPr marL="0" marR="0" marT="0" marB="0" anchor="ctr" anchorCtr="0"/>
                </a:tc>
              </a:tr>
              <a:tr h="552450">
                <a:tc>
                  <a:txBody>
                    <a:bodyPr/>
                    <a:p>
                      <a:r>
                        <a:rPr lang="zh-CN" altLang="en-US" sz="1200"/>
                        <a:t>核心定位</a:t>
                      </a:r>
                      <a:endParaRPr lang="zh-CN" altLang="en-US" sz="1200"/>
                    </a:p>
                  </a:txBody>
                  <a:tcPr marL="0" marR="0" marT="0" marB="0" anchor="ctr" anchorCtr="0"/>
                </a:tc>
                <a:tc>
                  <a:txBody>
                    <a:bodyPr/>
                    <a:p>
                      <a:r>
                        <a:rPr lang="zh-CN" altLang="en-US" sz="1200"/>
                        <a:t>知识完备的执行者</a:t>
                      </a:r>
                      <a:endParaRPr lang="zh-CN" altLang="en-US" sz="1200"/>
                    </a:p>
                  </a:txBody>
                  <a:tcPr marL="0" marR="0" marT="0" marB="0" anchor="ctr" anchorCtr="0"/>
                </a:tc>
                <a:tc>
                  <a:txBody>
                    <a:bodyPr/>
                    <a:p>
                      <a:r>
                        <a:rPr lang="zh-CN" altLang="en-US" sz="1200"/>
                        <a:t>独立的项目交付者</a:t>
                      </a:r>
                      <a:endParaRPr lang="zh-CN" altLang="en-US" sz="1200"/>
                    </a:p>
                  </a:txBody>
                  <a:tcPr marL="0" marR="0" marT="0" marB="0" anchor="ctr" anchorCtr="0"/>
                </a:tc>
                <a:tc>
                  <a:txBody>
                    <a:bodyPr/>
                    <a:p>
                      <a:r>
                        <a:rPr lang="zh-CN" altLang="en-US" sz="1200"/>
                        <a:t>复杂的项目领导者</a:t>
                      </a:r>
                      <a:endParaRPr lang="zh-CN" altLang="en-US" sz="1200"/>
                    </a:p>
                  </a:txBody>
                  <a:tcPr marL="0" marR="0" marT="0" marB="0" anchor="ctr" anchorCtr="0"/>
                </a:tc>
              </a:tr>
              <a:tr h="594360">
                <a:tc>
                  <a:txBody>
                    <a:bodyPr/>
                    <a:p>
                      <a:r>
                        <a:rPr lang="zh-CN" altLang="en-US" sz="1200"/>
                        <a:t>核心任务</a:t>
                      </a:r>
                      <a:endParaRPr lang="zh-CN" altLang="en-US" sz="1200"/>
                    </a:p>
                  </a:txBody>
                  <a:tcPr marL="0" marR="0" marT="0" marB="0" anchor="ctr" anchorCtr="0"/>
                </a:tc>
                <a:tc>
                  <a:txBody>
                    <a:bodyPr/>
                    <a:p>
                      <a:r>
                        <a:rPr lang="zh-CN" altLang="en-US" sz="1200"/>
                        <a:t>在指导下，确保项目流程的规范执行和信息准确传递，完成具体管理任务。</a:t>
                      </a:r>
                      <a:endParaRPr lang="zh-CN" altLang="en-US" sz="1200"/>
                    </a:p>
                  </a:txBody>
                  <a:tcPr marL="0" marR="0" marT="0" marB="0" anchor="ctr" anchorCtr="0"/>
                </a:tc>
                <a:tc>
                  <a:txBody>
                    <a:bodyPr/>
                    <a:p>
                      <a:r>
                        <a:rPr lang="zh-CN" altLang="en-US" sz="1200"/>
                        <a:t>独立负责中低复杂度项目的端到端交付，确保项目目标的达成</a:t>
                      </a:r>
                      <a:endParaRPr lang="zh-CN" altLang="en-US" sz="1200"/>
                    </a:p>
                  </a:txBody>
                  <a:tcPr marL="0" marR="0" marT="0" marB="0" anchor="ctr" anchorCtr="0"/>
                </a:tc>
                <a:tc>
                  <a:txBody>
                    <a:bodyPr/>
                    <a:p>
                      <a:r>
                        <a:rPr lang="zh-CN" altLang="en-US" sz="1200"/>
                        <a:t>领导高复杂度、高风险或战略性的项目</a:t>
                      </a:r>
                      <a:r>
                        <a:rPr lang="en-US" altLang="zh-CN" sz="1200"/>
                        <a:t>/</a:t>
                      </a:r>
                      <a:r>
                        <a:rPr lang="zh-CN" altLang="en-US" sz="1200"/>
                        <a:t>项目群，管理模糊性，并指导他人</a:t>
                      </a:r>
                      <a:endParaRPr lang="zh-CN" altLang="en-US" sz="1200"/>
                    </a:p>
                  </a:txBody>
                  <a:tcPr marL="0" marR="0" marT="0" marB="0" anchor="ctr" anchorCtr="0"/>
                </a:tc>
              </a:tr>
              <a:tr h="964565">
                <a:tc>
                  <a:txBody>
                    <a:bodyPr/>
                    <a:p>
                      <a:r>
                        <a:rPr lang="zh-CN" altLang="en-US" sz="1200"/>
                        <a:t>主要职责</a:t>
                      </a:r>
                      <a:endParaRPr lang="zh-CN" altLang="en-US" sz="1200"/>
                    </a:p>
                  </a:txBody>
                  <a:tcPr marL="0" marR="0" marT="0" marB="0" anchor="ctr" anchorCtr="0"/>
                </a:tc>
                <a:tc>
                  <a:txBody>
                    <a:bodyPr/>
                    <a:p>
                      <a:endParaRPr lang="zh-CN" altLang="en-US" sz="1200"/>
                    </a:p>
                    <a:p>
                      <a:pPr marL="171450" indent="-171450">
                        <a:buFont typeface="Arial" panose="020B0604020202090204" pitchFamily="34" charset="0"/>
                        <a:buChar char="•"/>
                      </a:pPr>
                      <a:r>
                        <a:rPr lang="zh-CN" altLang="en-US" sz="1200"/>
                        <a:t>跟踪任务进度，收集数据</a:t>
                      </a:r>
                      <a:endParaRPr lang="en-US" altLang="zh-CN" sz="1200"/>
                    </a:p>
                    <a:p>
                      <a:pPr marL="171450" indent="-171450">
                        <a:buFont typeface="Arial" panose="020B0604020202090204" pitchFamily="34" charset="0"/>
                        <a:buChar char="•"/>
                      </a:pPr>
                      <a:r>
                        <a:rPr lang="zh-CN" altLang="en-US" sz="1200">
                          <a:sym typeface="+mn-ea"/>
                        </a:rPr>
                        <a:t>维护项目文档（如风险、问题日志）</a:t>
                      </a:r>
                      <a:endParaRPr lang="zh-CN" altLang="en-US" sz="1200"/>
                    </a:p>
                    <a:p>
                      <a:pPr marL="171450" indent="-171450">
                        <a:buFont typeface="Arial" panose="020B0604020202090204" pitchFamily="34" charset="0"/>
                        <a:buChar char="•"/>
                      </a:pPr>
                      <a:r>
                        <a:rPr lang="zh-CN" altLang="en-US" sz="1200"/>
                        <a:t>安排会议，编写会议纪要</a:t>
                      </a:r>
                      <a:endParaRPr lang="zh-CN" altLang="en-US" sz="1200"/>
                    </a:p>
                    <a:p>
                      <a:pPr marL="171450" indent="-171450">
                        <a:buFont typeface="Arial" panose="020B0604020202090204" pitchFamily="34" charset="0"/>
                        <a:buChar char="•"/>
                      </a:pPr>
                      <a:r>
                        <a:rPr lang="zh-CN" altLang="en-US" sz="1200"/>
                        <a:t>协助项目经理进行沟通</a:t>
                      </a:r>
                      <a:endParaRPr lang="zh-CN" altLang="en-US" sz="1200"/>
                    </a:p>
                  </a:txBody>
                  <a:tcPr marL="0" marR="0" marT="0" marB="0" anchor="ctr" anchorCtr="0"/>
                </a:tc>
                <a:tc>
                  <a:txBody>
                    <a:bodyPr/>
                    <a:p>
                      <a:pPr marL="171450" indent="-171450">
                        <a:buFont typeface="Arial" panose="020B0604020202090204" pitchFamily="34" charset="0"/>
                        <a:buChar char="•"/>
                      </a:pPr>
                      <a:r>
                        <a:rPr lang="zh-CN" altLang="en-US" sz="1200"/>
                        <a:t>制定详细的项目计划（范围、进度、预算）</a:t>
                      </a:r>
                      <a:endParaRPr lang="zh-CN" altLang="en-US" sz="1200"/>
                    </a:p>
                    <a:p>
                      <a:pPr marL="171450" indent="-171450">
                        <a:buFont typeface="Arial" panose="020B0604020202090204" pitchFamily="34" charset="0"/>
                        <a:buChar char="•"/>
                      </a:pPr>
                      <a:r>
                        <a:rPr lang="zh-CN" altLang="en-US" sz="1200"/>
                        <a:t>领导项目团队，分配任务</a:t>
                      </a:r>
                      <a:endParaRPr lang="zh-CN" altLang="en-US" sz="1200"/>
                    </a:p>
                    <a:p>
                      <a:pPr marL="171450" indent="-171450">
                        <a:buFont typeface="Arial" panose="020B0604020202090204" pitchFamily="34" charset="0"/>
                        <a:buChar char="•"/>
                      </a:pPr>
                      <a:r>
                        <a:rPr lang="zh-CN" altLang="en-US" sz="1200"/>
                        <a:t>管理项目风险、问题和变更</a:t>
                      </a:r>
                      <a:endParaRPr lang="zh-CN" altLang="en-US" sz="1200"/>
                    </a:p>
                    <a:p>
                      <a:pPr marL="171450" indent="-171450">
                        <a:buFont typeface="Arial" panose="020B0604020202090204" pitchFamily="34" charset="0"/>
                        <a:buChar char="•"/>
                      </a:pPr>
                      <a:r>
                        <a:rPr lang="zh-CN" altLang="en-US" sz="1200"/>
                        <a:t>与干系人沟通，汇报项目状态</a:t>
                      </a:r>
                      <a:endParaRPr lang="zh-CN" altLang="en-US" sz="1200"/>
                    </a:p>
                    <a:p>
                      <a:pPr marL="171450" indent="-171450">
                        <a:buFont typeface="Arial" panose="020B0604020202090204" pitchFamily="34" charset="0"/>
                        <a:buChar char="•"/>
                      </a:pPr>
                      <a:r>
                        <a:rPr lang="zh-CN" altLang="en-US" sz="1200"/>
                        <a:t>负责项目收尾和复盘</a:t>
                      </a:r>
                      <a:endParaRPr lang="zh-CN" altLang="en-US" sz="1200"/>
                    </a:p>
                  </a:txBody>
                  <a:tcPr marL="0" marR="0" marT="0" marB="0" anchor="ctr" anchorCtr="0"/>
                </a:tc>
                <a:tc>
                  <a:txBody>
                    <a:bodyPr/>
                    <a:p>
                      <a:pPr marL="171450" indent="-171450">
                        <a:buFont typeface="Arial" panose="020B0604020202090204" pitchFamily="34" charset="0"/>
                        <a:buChar char="•"/>
                      </a:pPr>
                      <a:r>
                        <a:rPr lang="zh-CN" altLang="en-US" sz="1200"/>
                        <a:t>管理需求模糊或多变的项目</a:t>
                      </a:r>
                      <a:endParaRPr lang="zh-CN" altLang="en-US" sz="1200"/>
                    </a:p>
                    <a:p>
                      <a:pPr marL="171450" indent="-171450">
                        <a:buFont typeface="Arial" panose="020B0604020202090204" pitchFamily="34" charset="0"/>
                        <a:buChar char="•"/>
                      </a:pPr>
                      <a:r>
                        <a:rPr lang="zh-CN" altLang="en-US" sz="1200"/>
                        <a:t>处理复杂的干系人关系（特别是高层）</a:t>
                      </a:r>
                      <a:endParaRPr lang="zh-CN" altLang="en-US" sz="1200"/>
                    </a:p>
                    <a:p>
                      <a:pPr marL="171450" indent="-171450">
                        <a:buFont typeface="Arial" panose="020B0604020202090204" pitchFamily="34" charset="0"/>
                        <a:buChar char="•"/>
                      </a:pPr>
                      <a:r>
                        <a:rPr lang="zh-CN" altLang="en-US" sz="1200"/>
                        <a:t>管理项目间的依赖关系（项目群管理）</a:t>
                      </a:r>
                      <a:endParaRPr lang="zh-CN" altLang="en-US" sz="1200"/>
                    </a:p>
                    <a:p>
                      <a:pPr marL="171450" indent="-171450">
                        <a:buFont typeface="Arial" panose="020B0604020202090204" pitchFamily="34" charset="0"/>
                        <a:buChar char="•"/>
                      </a:pPr>
                      <a:r>
                        <a:rPr lang="zh-CN" altLang="en-US" sz="1200"/>
                        <a:t>指导和培养初、中级项目经理</a:t>
                      </a:r>
                      <a:endParaRPr lang="zh-CN" altLang="en-US" sz="1200"/>
                    </a:p>
                    <a:p>
                      <a:pPr marL="171450" indent="-171450">
                        <a:buFont typeface="Arial" panose="020B0604020202090204" pitchFamily="34" charset="0"/>
                        <a:buChar char="•"/>
                      </a:pPr>
                      <a:r>
                        <a:rPr lang="zh-CN" altLang="en-US" sz="1200"/>
                        <a:t>参与或优化组织级项目管理流程</a:t>
                      </a:r>
                      <a:endParaRPr lang="zh-CN" altLang="en-US" sz="1200"/>
                    </a:p>
                  </a:txBody>
                  <a:tcPr marL="0" marR="0" marT="0" marB="0" anchor="ctr" anchorCtr="0"/>
                </a:tc>
              </a:tr>
              <a:tr h="524510">
                <a:tc>
                  <a:txBody>
                    <a:bodyPr/>
                    <a:p>
                      <a:r>
                        <a:rPr lang="zh-CN" altLang="en-US" sz="1200"/>
                        <a:t>项目复杂度</a:t>
                      </a:r>
                      <a:endParaRPr lang="zh-CN" altLang="en-US" sz="1200"/>
                    </a:p>
                  </a:txBody>
                  <a:tcPr marL="0" marR="0" marT="0" marB="0" anchor="ctr" anchorCtr="0"/>
                </a:tc>
                <a:tc>
                  <a:txBody>
                    <a:bodyPr/>
                    <a:p>
                      <a:r>
                        <a:rPr lang="zh-CN" altLang="en-US" sz="1200"/>
                        <a:t>低复杂度：作为项目中的一员，负责明确的任务</a:t>
                      </a:r>
                      <a:endParaRPr lang="zh-CN" altLang="en-US" sz="1200"/>
                    </a:p>
                  </a:txBody>
                  <a:tcPr marL="0" marR="0" marT="0" marB="0" anchor="ctr" anchorCtr="0"/>
                </a:tc>
                <a:tc>
                  <a:txBody>
                    <a:bodyPr/>
                    <a:p>
                      <a:r>
                        <a:rPr lang="zh-CN" altLang="en-US" sz="1200"/>
                        <a:t>中低复杂度：目标明确，干系人数量可控，技术和环境相对稳定</a:t>
                      </a:r>
                      <a:endParaRPr lang="zh-CN" altLang="en-US" sz="1200"/>
                    </a:p>
                  </a:txBody>
                  <a:tcPr marL="0" marR="0" marT="0" marB="0" anchor="ctr" anchorCtr="0"/>
                </a:tc>
                <a:tc>
                  <a:txBody>
                    <a:bodyPr/>
                    <a:p>
                      <a:r>
                        <a:rPr lang="zh-CN" altLang="en-US" sz="1200"/>
                        <a:t>高复杂度：目标存在模糊性，干系人众多且利益冲突，风险和不确定性高</a:t>
                      </a:r>
                      <a:endParaRPr lang="zh-CN" altLang="en-US" sz="1200"/>
                    </a:p>
                  </a:txBody>
                  <a:tcPr marL="0" marR="0" marT="0" marB="0" anchor="ctr" anchorCtr="0"/>
                </a:tc>
              </a:tr>
              <a:tr h="524510">
                <a:tc>
                  <a:txBody>
                    <a:bodyPr/>
                    <a:p>
                      <a:r>
                        <a:rPr lang="zh-CN" altLang="en-US" sz="1200"/>
                        <a:t>自主权</a:t>
                      </a:r>
                      <a:endParaRPr lang="zh-CN" altLang="en-US" sz="1200"/>
                    </a:p>
                  </a:txBody>
                  <a:tcPr marL="0" marR="0" marT="0" marB="0" anchor="ctr" anchorCtr="0"/>
                </a:tc>
                <a:tc>
                  <a:txBody>
                    <a:bodyPr/>
                    <a:p>
                      <a:r>
                        <a:rPr lang="zh-CN" altLang="en-US" sz="1200"/>
                        <a:t>低：在项目经理的直接监督和指导下工作</a:t>
                      </a:r>
                      <a:endParaRPr lang="zh-CN" altLang="en-US" sz="1200"/>
                    </a:p>
                  </a:txBody>
                  <a:tcPr marL="0" marR="0" marT="0" marB="0" anchor="ctr" anchorCtr="0"/>
                </a:tc>
                <a:tc>
                  <a:txBody>
                    <a:bodyPr/>
                    <a:p>
                      <a:r>
                        <a:rPr lang="zh-CN" altLang="en-US" sz="1200"/>
                        <a:t>中：在既定的授权（如容许偏差）内，拥有项目的日常决策权</a:t>
                      </a:r>
                      <a:endParaRPr lang="zh-CN" altLang="en-US" sz="1200"/>
                    </a:p>
                  </a:txBody>
                  <a:tcPr marL="0" marR="0" marT="0" marB="0" anchor="ctr" anchorCtr="0"/>
                </a:tc>
                <a:tc>
                  <a:txBody>
                    <a:bodyPr/>
                    <a:p>
                      <a:r>
                        <a:rPr lang="zh-CN" altLang="en-US" sz="1200"/>
                        <a:t>高：拥有较大的决策自主权，直接向项目发起人或高级管理层汇报</a:t>
                      </a:r>
                      <a:endParaRPr lang="zh-CN" altLang="en-US" sz="1200"/>
                    </a:p>
                  </a:txBody>
                  <a:tcPr marL="0" marR="0" marT="0" marB="0" anchor="ctr" anchorCtr="0"/>
                </a:tc>
              </a:tr>
            </a:tbl>
          </a:graphicData>
        </a:graphic>
      </p:graphicFrame>
      <p:sp>
        <p:nvSpPr>
          <p:cNvPr id="6"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岗位三层任务和</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角色框架</a:t>
            </a:r>
            <a:endPar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7" name="文本框 6"/>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 </a:t>
            </a:r>
            <a:r>
              <a:rPr kumimoji="1" lang="zh-CN" altLang="en-US" sz="2000" b="1" dirty="0">
                <a:latin typeface="STZhongsong" panose="02010600040101010101" pitchFamily="2" charset="-122"/>
                <a:ea typeface="STZhongsong" panose="02010600040101010101" pitchFamily="2" charset="-122"/>
                <a:sym typeface="+mn-ea"/>
              </a:rPr>
              <a:t>关于体系</a:t>
            </a:r>
            <a:r>
              <a:rPr kumimoji="1" lang="zh-CN" altLang="en-US" sz="2000" b="1" dirty="0">
                <a:latin typeface="STZhongsong" panose="02010600040101010101" pitchFamily="2" charset="-122"/>
                <a:ea typeface="STZhongsong" panose="02010600040101010101" pitchFamily="2" charset="-122"/>
                <a:sym typeface="+mn-ea"/>
              </a:rPr>
              <a:t>化我们可以向谁学习</a:t>
            </a:r>
            <a:r>
              <a:rPr kumimoji="1" lang="en-US" altLang="zh-CN" sz="2000" b="1" dirty="0">
                <a:latin typeface="STZhongsong" panose="02010600040101010101" pitchFamily="2" charset="-122"/>
                <a:ea typeface="STZhongsong" panose="02010600040101010101" pitchFamily="2" charset="-122"/>
                <a:sym typeface="+mn-ea"/>
              </a:rPr>
              <a:t>？</a:t>
            </a:r>
            <a:endParaRPr kumimoji="1" lang="en-US" altLang="zh-CN" sz="2000" b="1" dirty="0">
              <a:latin typeface="STZhongsong" panose="02010600040101010101" pitchFamily="2" charset="-122"/>
              <a:ea typeface="STZhongsong" panose="0201060004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IBM</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员工学习体验中</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聚焦学习内容和技能</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以数字徽章为</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中心</a:t>
            </a:r>
            <a:endPar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7" name="文本框 6"/>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III IBM</a:t>
            </a:r>
            <a:r>
              <a:rPr kumimoji="1" lang="zh-CN" altLang="en-US" sz="2000" b="1" dirty="0">
                <a:latin typeface="STZhongsong" panose="02010600040101010101" pitchFamily="2" charset="-122"/>
                <a:ea typeface="STZhongsong" panose="02010600040101010101" pitchFamily="2" charset="-122"/>
                <a:sym typeface="+mn-ea"/>
              </a:rPr>
              <a:t>数字徽章</a:t>
            </a:r>
            <a:endParaRPr kumimoji="1" lang="zh-CN" altLang="en-US" sz="2000" b="1" dirty="0">
              <a:latin typeface="STZhongsong" panose="02010600040101010101" pitchFamily="2" charset="-122"/>
              <a:ea typeface="STZhongsong" panose="02010600040101010101" pitchFamily="2" charset="-122"/>
              <a:sym typeface="+mn-ea"/>
            </a:endParaRPr>
          </a:p>
        </p:txBody>
      </p:sp>
      <p:pic>
        <p:nvPicPr>
          <p:cNvPr id="2" name="图片 1" descr="/Users/kjonekong/Library/Containers/com.kingsoft.wpsoffice.mac/Data/tmp/picturecompress_20251028161620/output_1.pngoutput_1"/>
          <p:cNvPicPr>
            <a:picLocks noChangeAspect="1"/>
          </p:cNvPicPr>
          <p:nvPr/>
        </p:nvPicPr>
        <p:blipFill>
          <a:blip r:embed="rId1"/>
          <a:stretch>
            <a:fillRect/>
          </a:stretch>
        </p:blipFill>
        <p:spPr>
          <a:xfrm>
            <a:off x="1939925" y="1884680"/>
            <a:ext cx="9833610" cy="4624705"/>
          </a:xfrm>
          <a:prstGeom prst="rect">
            <a:avLst/>
          </a:prstGeom>
        </p:spPr>
      </p:pic>
      <p:pic>
        <p:nvPicPr>
          <p:cNvPr id="8" name="图片 7"/>
          <p:cNvPicPr>
            <a:picLocks noChangeAspect="1"/>
          </p:cNvPicPr>
          <p:nvPr/>
        </p:nvPicPr>
        <p:blipFill>
          <a:blip r:embed="rId2"/>
          <a:stretch>
            <a:fillRect/>
          </a:stretch>
        </p:blipFill>
        <p:spPr>
          <a:xfrm>
            <a:off x="210820" y="1884680"/>
            <a:ext cx="1729105" cy="4267835"/>
          </a:xfrm>
          <a:prstGeom prst="rect">
            <a:avLst/>
          </a:prstGeom>
        </p:spPr>
      </p:pic>
      <p:pic>
        <p:nvPicPr>
          <p:cNvPr id="9" name="图片 8"/>
          <p:cNvPicPr>
            <a:picLocks noChangeAspect="1"/>
          </p:cNvPicPr>
          <p:nvPr/>
        </p:nvPicPr>
        <p:blipFill>
          <a:blip r:embed="rId2"/>
          <a:srcRect t="74855" b="16783"/>
          <a:stretch>
            <a:fillRect/>
          </a:stretch>
        </p:blipFill>
        <p:spPr>
          <a:xfrm>
            <a:off x="210820" y="6152515"/>
            <a:ext cx="1729105" cy="3568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IBMAI</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赋能的人才与学习认证体系</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核心理念与战略：从</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“HR+AI”</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到</a:t>
            </a:r>
            <a:r>
              <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rPr>
              <a:t>“AI+HR”</a:t>
            </a:r>
            <a:endParaRPr kumimoji="1" lang="en-US" altLang="zh-CN"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7" name="文本框 6"/>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III IBM</a:t>
            </a:r>
            <a:r>
              <a:rPr kumimoji="1" lang="zh-CN" altLang="en-US" sz="2000" b="1" dirty="0">
                <a:latin typeface="STZhongsong" panose="02010600040101010101" pitchFamily="2" charset="-122"/>
                <a:ea typeface="STZhongsong" panose="02010600040101010101" pitchFamily="2" charset="-122"/>
                <a:sym typeface="+mn-ea"/>
              </a:rPr>
              <a:t>数字徽章</a:t>
            </a:r>
            <a:endParaRPr kumimoji="1" lang="zh-CN" altLang="en-US" sz="2000" b="1" dirty="0">
              <a:latin typeface="STZhongsong" panose="02010600040101010101" pitchFamily="2" charset="-122"/>
              <a:ea typeface="STZhongsong" panose="02010600040101010101" pitchFamily="2" charset="-122"/>
              <a:sym typeface="+mn-ea"/>
            </a:endParaRPr>
          </a:p>
        </p:txBody>
      </p:sp>
      <p:sp>
        <p:nvSpPr>
          <p:cNvPr id="3" name="文本框 2"/>
          <p:cNvSpPr txBox="1"/>
          <p:nvPr/>
        </p:nvSpPr>
        <p:spPr>
          <a:xfrm>
            <a:off x="1235710" y="1964690"/>
            <a:ext cx="9758045" cy="398145"/>
          </a:xfrm>
          <a:prstGeom prst="rect">
            <a:avLst/>
          </a:prstGeom>
        </p:spPr>
        <p:txBody>
          <a:bodyPr wrap="square">
            <a:noAutofit/>
          </a:bodyPr>
          <a:p>
            <a:pPr algn="ctr">
              <a:spcAft>
                <a:spcPct val="60000"/>
              </a:spcAft>
            </a:pPr>
            <a:r>
              <a:rPr lang="en-US" altLang="zh-CN"/>
              <a:t>IBM</a:t>
            </a:r>
            <a:r>
              <a:rPr lang="zh-CN" altLang="en-US"/>
              <a:t>的整个人才管理体系正在经历从“辅助”到“核心驱动”的深刻变革，其底层逻辑是</a:t>
            </a:r>
            <a:r>
              <a:rPr lang="en-US" altLang="zh-CN"/>
              <a:t>——</a:t>
            </a:r>
            <a:endParaRPr lang="en-US" altLang="zh-CN"/>
          </a:p>
        </p:txBody>
      </p:sp>
      <p:sp>
        <p:nvSpPr>
          <p:cNvPr id="49" name="任意多边形 48"/>
          <p:cNvSpPr/>
          <p:nvPr>
            <p:custDataLst>
              <p:tags r:id="rId1"/>
            </p:custDataLst>
          </p:nvPr>
        </p:nvSpPr>
        <p:spPr>
          <a:xfrm>
            <a:off x="6340475" y="3620135"/>
            <a:ext cx="2491105" cy="2986405"/>
          </a:xfrm>
          <a:custGeom>
            <a:avLst/>
            <a:gdLst>
              <a:gd name="adj" fmla="val 272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23" h="5431">
                <a:moveTo>
                  <a:pt x="1159" y="0"/>
                </a:moveTo>
                <a:lnTo>
                  <a:pt x="1607" y="630"/>
                </a:lnTo>
                <a:lnTo>
                  <a:pt x="3816" y="630"/>
                </a:lnTo>
                <a:cubicBezTo>
                  <a:pt x="3875" y="630"/>
                  <a:pt x="3923" y="678"/>
                  <a:pt x="3923" y="737"/>
                </a:cubicBezTo>
                <a:lnTo>
                  <a:pt x="3923" y="5324"/>
                </a:lnTo>
                <a:cubicBezTo>
                  <a:pt x="3923" y="5383"/>
                  <a:pt x="3875" y="5431"/>
                  <a:pt x="3816" y="5431"/>
                </a:cubicBezTo>
                <a:lnTo>
                  <a:pt x="107" y="5431"/>
                </a:lnTo>
                <a:cubicBezTo>
                  <a:pt x="48" y="5431"/>
                  <a:pt x="0" y="5383"/>
                  <a:pt x="0" y="5324"/>
                </a:cubicBezTo>
                <a:lnTo>
                  <a:pt x="0" y="737"/>
                </a:lnTo>
                <a:cubicBezTo>
                  <a:pt x="0" y="678"/>
                  <a:pt x="48" y="630"/>
                  <a:pt x="107" y="630"/>
                </a:cubicBezTo>
                <a:lnTo>
                  <a:pt x="711" y="630"/>
                </a:lnTo>
                <a:lnTo>
                  <a:pt x="1159" y="0"/>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 name="任意多边形 3"/>
          <p:cNvSpPr/>
          <p:nvPr>
            <p:custDataLst>
              <p:tags r:id="rId2"/>
            </p:custDataLst>
          </p:nvPr>
        </p:nvSpPr>
        <p:spPr>
          <a:xfrm>
            <a:off x="9059545" y="3620135"/>
            <a:ext cx="2491105" cy="2986405"/>
          </a:xfrm>
          <a:custGeom>
            <a:avLst/>
            <a:gdLst>
              <a:gd name="adj" fmla="val 272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23" h="5431">
                <a:moveTo>
                  <a:pt x="1159" y="0"/>
                </a:moveTo>
                <a:lnTo>
                  <a:pt x="1607" y="630"/>
                </a:lnTo>
                <a:lnTo>
                  <a:pt x="3816" y="630"/>
                </a:lnTo>
                <a:cubicBezTo>
                  <a:pt x="3875" y="630"/>
                  <a:pt x="3923" y="678"/>
                  <a:pt x="3923" y="737"/>
                </a:cubicBezTo>
                <a:lnTo>
                  <a:pt x="3923" y="5324"/>
                </a:lnTo>
                <a:cubicBezTo>
                  <a:pt x="3923" y="5383"/>
                  <a:pt x="3875" y="5431"/>
                  <a:pt x="3816" y="5431"/>
                </a:cubicBezTo>
                <a:lnTo>
                  <a:pt x="107" y="5431"/>
                </a:lnTo>
                <a:cubicBezTo>
                  <a:pt x="48" y="5431"/>
                  <a:pt x="0" y="5383"/>
                  <a:pt x="0" y="5324"/>
                </a:cubicBezTo>
                <a:lnTo>
                  <a:pt x="0" y="737"/>
                </a:lnTo>
                <a:cubicBezTo>
                  <a:pt x="0" y="678"/>
                  <a:pt x="48" y="630"/>
                  <a:pt x="107" y="630"/>
                </a:cubicBezTo>
                <a:lnTo>
                  <a:pt x="711" y="630"/>
                </a:lnTo>
                <a:lnTo>
                  <a:pt x="1159" y="0"/>
                </a:lnTo>
                <a:close/>
              </a:path>
            </a:pathLst>
          </a:custGeom>
          <a:solidFill>
            <a:schemeClr val="tx1">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5" name="任意多边形 4"/>
          <p:cNvSpPr/>
          <p:nvPr>
            <p:custDataLst>
              <p:tags r:id="rId3"/>
            </p:custDataLst>
          </p:nvPr>
        </p:nvSpPr>
        <p:spPr>
          <a:xfrm>
            <a:off x="3620770" y="3618230"/>
            <a:ext cx="2491105" cy="2986405"/>
          </a:xfrm>
          <a:custGeom>
            <a:avLst/>
            <a:gdLst>
              <a:gd name="adj" fmla="val 272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23" h="5431">
                <a:moveTo>
                  <a:pt x="1159" y="0"/>
                </a:moveTo>
                <a:lnTo>
                  <a:pt x="1607" y="630"/>
                </a:lnTo>
                <a:lnTo>
                  <a:pt x="3816" y="630"/>
                </a:lnTo>
                <a:cubicBezTo>
                  <a:pt x="3875" y="630"/>
                  <a:pt x="3923" y="678"/>
                  <a:pt x="3923" y="737"/>
                </a:cubicBezTo>
                <a:lnTo>
                  <a:pt x="3923" y="5324"/>
                </a:lnTo>
                <a:cubicBezTo>
                  <a:pt x="3923" y="5383"/>
                  <a:pt x="3875" y="5431"/>
                  <a:pt x="3816" y="5431"/>
                </a:cubicBezTo>
                <a:lnTo>
                  <a:pt x="107" y="5431"/>
                </a:lnTo>
                <a:cubicBezTo>
                  <a:pt x="48" y="5431"/>
                  <a:pt x="0" y="5383"/>
                  <a:pt x="0" y="5324"/>
                </a:cubicBezTo>
                <a:lnTo>
                  <a:pt x="0" y="737"/>
                </a:lnTo>
                <a:cubicBezTo>
                  <a:pt x="0" y="678"/>
                  <a:pt x="48" y="630"/>
                  <a:pt x="107" y="630"/>
                </a:cubicBezTo>
                <a:lnTo>
                  <a:pt x="711" y="630"/>
                </a:lnTo>
                <a:lnTo>
                  <a:pt x="1159" y="0"/>
                </a:lnTo>
                <a:close/>
              </a:path>
            </a:pathLst>
          </a:custGeom>
          <a:solidFill>
            <a:schemeClr val="tx1">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10" name="任意多边形 9"/>
          <p:cNvSpPr/>
          <p:nvPr>
            <p:custDataLst>
              <p:tags r:id="rId4"/>
            </p:custDataLst>
          </p:nvPr>
        </p:nvSpPr>
        <p:spPr>
          <a:xfrm>
            <a:off x="902335" y="3620135"/>
            <a:ext cx="2491105" cy="2986405"/>
          </a:xfrm>
          <a:custGeom>
            <a:avLst/>
            <a:gdLst>
              <a:gd name="adj" fmla="val 272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23" h="5431">
                <a:moveTo>
                  <a:pt x="1159" y="0"/>
                </a:moveTo>
                <a:lnTo>
                  <a:pt x="1607" y="630"/>
                </a:lnTo>
                <a:lnTo>
                  <a:pt x="3816" y="630"/>
                </a:lnTo>
                <a:cubicBezTo>
                  <a:pt x="3875" y="630"/>
                  <a:pt x="3923" y="678"/>
                  <a:pt x="3923" y="737"/>
                </a:cubicBezTo>
                <a:lnTo>
                  <a:pt x="3923" y="5324"/>
                </a:lnTo>
                <a:cubicBezTo>
                  <a:pt x="3923" y="5383"/>
                  <a:pt x="3875" y="5431"/>
                  <a:pt x="3816" y="5431"/>
                </a:cubicBezTo>
                <a:lnTo>
                  <a:pt x="107" y="5431"/>
                </a:lnTo>
                <a:cubicBezTo>
                  <a:pt x="48" y="5431"/>
                  <a:pt x="0" y="5383"/>
                  <a:pt x="0" y="5324"/>
                </a:cubicBezTo>
                <a:lnTo>
                  <a:pt x="0" y="737"/>
                </a:lnTo>
                <a:cubicBezTo>
                  <a:pt x="0" y="678"/>
                  <a:pt x="48" y="630"/>
                  <a:pt x="107" y="630"/>
                </a:cubicBezTo>
                <a:lnTo>
                  <a:pt x="711" y="630"/>
                </a:lnTo>
                <a:lnTo>
                  <a:pt x="1159" y="0"/>
                </a:lnTo>
                <a:close/>
              </a:path>
            </a:pathLst>
          </a:custGeom>
          <a:solidFill>
            <a:schemeClr val="tx1">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pic>
        <p:nvPicPr>
          <p:cNvPr id="136" name="图片 135" descr="D:/工作文件/单页/用图/肖像/VCG211370232913.jpgVCG211370232913"/>
          <p:cNvPicPr>
            <a:picLocks noChangeAspect="1"/>
          </p:cNvPicPr>
          <p:nvPr>
            <p:custDataLst>
              <p:tags r:id="rId5"/>
            </p:custDataLst>
          </p:nvPr>
        </p:nvPicPr>
        <p:blipFill>
          <a:blip r:embed="rId6"/>
          <a:srcRect/>
          <a:stretch>
            <a:fillRect/>
          </a:stretch>
        </p:blipFill>
        <p:spPr>
          <a:xfrm>
            <a:off x="9421178" y="2526348"/>
            <a:ext cx="717550" cy="717550"/>
          </a:xfrm>
          <a:custGeom>
            <a:avLst/>
            <a:gdLst/>
            <a:ahLst/>
            <a:cxnLst>
              <a:cxn ang="3">
                <a:pos x="hc" y="t"/>
              </a:cxn>
              <a:cxn ang="cd2">
                <a:pos x="l" y="vc"/>
              </a:cxn>
              <a:cxn ang="cd4">
                <a:pos x="hc" y="b"/>
              </a:cxn>
              <a:cxn ang="0">
                <a:pos x="r" y="vc"/>
              </a:cxn>
            </a:cxnLst>
            <a:rect l="l" t="t" r="r" b="b"/>
            <a:pathLst>
              <a:path w="1216" h="1216">
                <a:moveTo>
                  <a:pt x="608" y="0"/>
                </a:moveTo>
                <a:cubicBezTo>
                  <a:pt x="944" y="0"/>
                  <a:pt x="1216" y="272"/>
                  <a:pt x="1216" y="608"/>
                </a:cubicBezTo>
                <a:cubicBezTo>
                  <a:pt x="1216" y="944"/>
                  <a:pt x="944" y="1216"/>
                  <a:pt x="608" y="1216"/>
                </a:cubicBezTo>
                <a:cubicBezTo>
                  <a:pt x="272" y="1216"/>
                  <a:pt x="0" y="944"/>
                  <a:pt x="0" y="608"/>
                </a:cubicBezTo>
                <a:cubicBezTo>
                  <a:pt x="0" y="272"/>
                  <a:pt x="272" y="0"/>
                  <a:pt x="608" y="0"/>
                </a:cubicBezTo>
                <a:close/>
              </a:path>
            </a:pathLst>
          </a:custGeom>
          <a:solidFill>
            <a:schemeClr val="bg1">
              <a:lumMod val="65000"/>
            </a:schemeClr>
          </a:solidFill>
          <a:ln w="7620">
            <a:solidFill>
              <a:schemeClr val="bg1">
                <a:lumMod val="65000"/>
                <a:alpha val="10000"/>
              </a:schemeClr>
            </a:solidFill>
          </a:ln>
          <a:effectLst>
            <a:outerShdw blurRad="63500" dist="38100" dir="2700000" algn="tl" rotWithShape="0">
              <a:prstClr val="black">
                <a:alpha val="12000"/>
              </a:prstClr>
            </a:outerShdw>
          </a:effectLst>
        </p:spPr>
      </p:pic>
      <p:pic>
        <p:nvPicPr>
          <p:cNvPr id="137" name="图片 136" descr="D:/工作文件/单页/用图/肖像/VCG211321899846.jpgVCG211321899846"/>
          <p:cNvPicPr>
            <a:picLocks noChangeAspect="1"/>
          </p:cNvPicPr>
          <p:nvPr>
            <p:custDataLst>
              <p:tags r:id="rId7"/>
            </p:custDataLst>
          </p:nvPr>
        </p:nvPicPr>
        <p:blipFill>
          <a:blip r:embed="rId8"/>
          <a:srcRect/>
          <a:stretch>
            <a:fillRect/>
          </a:stretch>
        </p:blipFill>
        <p:spPr>
          <a:xfrm>
            <a:off x="6707188" y="2526348"/>
            <a:ext cx="717550" cy="717550"/>
          </a:xfrm>
          <a:custGeom>
            <a:avLst/>
            <a:gdLst/>
            <a:ahLst/>
            <a:cxnLst>
              <a:cxn ang="3">
                <a:pos x="hc" y="t"/>
              </a:cxn>
              <a:cxn ang="cd2">
                <a:pos x="l" y="vc"/>
              </a:cxn>
              <a:cxn ang="cd4">
                <a:pos x="hc" y="b"/>
              </a:cxn>
              <a:cxn ang="0">
                <a:pos x="r" y="vc"/>
              </a:cxn>
            </a:cxnLst>
            <a:rect l="l" t="t" r="r" b="b"/>
            <a:pathLst>
              <a:path w="1216" h="1216">
                <a:moveTo>
                  <a:pt x="608" y="0"/>
                </a:moveTo>
                <a:cubicBezTo>
                  <a:pt x="944" y="0"/>
                  <a:pt x="1216" y="272"/>
                  <a:pt x="1216" y="608"/>
                </a:cubicBezTo>
                <a:cubicBezTo>
                  <a:pt x="1216" y="944"/>
                  <a:pt x="944" y="1216"/>
                  <a:pt x="608" y="1216"/>
                </a:cubicBezTo>
                <a:cubicBezTo>
                  <a:pt x="272" y="1216"/>
                  <a:pt x="0" y="944"/>
                  <a:pt x="0" y="608"/>
                </a:cubicBezTo>
                <a:cubicBezTo>
                  <a:pt x="0" y="272"/>
                  <a:pt x="272" y="0"/>
                  <a:pt x="608" y="0"/>
                </a:cubicBezTo>
                <a:close/>
              </a:path>
            </a:pathLst>
          </a:custGeom>
          <a:solidFill>
            <a:schemeClr val="bg1">
              <a:lumMod val="65000"/>
            </a:schemeClr>
          </a:solidFill>
          <a:ln w="7620">
            <a:solidFill>
              <a:schemeClr val="bg1">
                <a:lumMod val="65000"/>
                <a:alpha val="10000"/>
              </a:schemeClr>
            </a:solidFill>
          </a:ln>
          <a:effectLst>
            <a:outerShdw blurRad="63500" dist="38100" dir="2700000" algn="tl" rotWithShape="0">
              <a:schemeClr val="accent1">
                <a:alpha val="12000"/>
              </a:schemeClr>
            </a:outerShdw>
          </a:effectLst>
        </p:spPr>
      </p:pic>
      <p:pic>
        <p:nvPicPr>
          <p:cNvPr id="138" name="图片 137" descr="D:/工作文件/单页/用图/肖像/VCG211386261101.jpgVCG211386261101"/>
          <p:cNvPicPr>
            <a:picLocks noChangeAspect="1"/>
          </p:cNvPicPr>
          <p:nvPr>
            <p:custDataLst>
              <p:tags r:id="rId9"/>
            </p:custDataLst>
          </p:nvPr>
        </p:nvPicPr>
        <p:blipFill>
          <a:blip r:embed="rId10"/>
          <a:srcRect/>
          <a:stretch>
            <a:fillRect/>
          </a:stretch>
        </p:blipFill>
        <p:spPr>
          <a:xfrm>
            <a:off x="1279208" y="2526348"/>
            <a:ext cx="717550" cy="717550"/>
          </a:xfrm>
          <a:custGeom>
            <a:avLst/>
            <a:gdLst/>
            <a:ahLst/>
            <a:cxnLst>
              <a:cxn ang="3">
                <a:pos x="hc" y="t"/>
              </a:cxn>
              <a:cxn ang="cd2">
                <a:pos x="l" y="vc"/>
              </a:cxn>
              <a:cxn ang="cd4">
                <a:pos x="hc" y="b"/>
              </a:cxn>
              <a:cxn ang="0">
                <a:pos x="r" y="vc"/>
              </a:cxn>
            </a:cxnLst>
            <a:rect l="l" t="t" r="r" b="b"/>
            <a:pathLst>
              <a:path w="1216" h="1216">
                <a:moveTo>
                  <a:pt x="608" y="0"/>
                </a:moveTo>
                <a:cubicBezTo>
                  <a:pt x="944" y="0"/>
                  <a:pt x="1216" y="272"/>
                  <a:pt x="1216" y="608"/>
                </a:cubicBezTo>
                <a:cubicBezTo>
                  <a:pt x="1216" y="944"/>
                  <a:pt x="944" y="1216"/>
                  <a:pt x="608" y="1216"/>
                </a:cubicBezTo>
                <a:cubicBezTo>
                  <a:pt x="272" y="1216"/>
                  <a:pt x="0" y="944"/>
                  <a:pt x="0" y="608"/>
                </a:cubicBezTo>
                <a:cubicBezTo>
                  <a:pt x="0" y="272"/>
                  <a:pt x="272" y="0"/>
                  <a:pt x="608" y="0"/>
                </a:cubicBezTo>
                <a:close/>
              </a:path>
            </a:pathLst>
          </a:custGeom>
          <a:solidFill>
            <a:schemeClr val="bg1">
              <a:lumMod val="65000"/>
            </a:schemeClr>
          </a:solidFill>
          <a:ln w="7620">
            <a:solidFill>
              <a:schemeClr val="bg1">
                <a:lumMod val="65000"/>
                <a:alpha val="10000"/>
              </a:schemeClr>
            </a:solidFill>
          </a:ln>
          <a:effectLst>
            <a:outerShdw blurRad="63500" dist="38100" dir="2700000" algn="tl" rotWithShape="0">
              <a:prstClr val="black">
                <a:alpha val="12000"/>
              </a:prstClr>
            </a:outerShdw>
          </a:effectLst>
        </p:spPr>
      </p:pic>
      <p:pic>
        <p:nvPicPr>
          <p:cNvPr id="139" name="图片 138" descr="D:/工作文件/单页/用图/肖像/VCG41N1217008996.jpgVCG41N1217008996"/>
          <p:cNvPicPr>
            <a:picLocks noChangeAspect="1"/>
          </p:cNvPicPr>
          <p:nvPr>
            <p:custDataLst>
              <p:tags r:id="rId11"/>
            </p:custDataLst>
          </p:nvPr>
        </p:nvPicPr>
        <p:blipFill>
          <a:blip r:embed="rId12"/>
          <a:srcRect/>
          <a:stretch>
            <a:fillRect/>
          </a:stretch>
        </p:blipFill>
        <p:spPr>
          <a:xfrm>
            <a:off x="3993198" y="2526348"/>
            <a:ext cx="717550" cy="717550"/>
          </a:xfrm>
          <a:custGeom>
            <a:avLst/>
            <a:gdLst/>
            <a:ahLst/>
            <a:cxnLst>
              <a:cxn ang="3">
                <a:pos x="hc" y="t"/>
              </a:cxn>
              <a:cxn ang="cd2">
                <a:pos x="l" y="vc"/>
              </a:cxn>
              <a:cxn ang="cd4">
                <a:pos x="hc" y="b"/>
              </a:cxn>
              <a:cxn ang="0">
                <a:pos x="r" y="vc"/>
              </a:cxn>
            </a:cxnLst>
            <a:rect l="l" t="t" r="r" b="b"/>
            <a:pathLst>
              <a:path w="1216" h="1216">
                <a:moveTo>
                  <a:pt x="608" y="0"/>
                </a:moveTo>
                <a:cubicBezTo>
                  <a:pt x="944" y="0"/>
                  <a:pt x="1216" y="272"/>
                  <a:pt x="1216" y="608"/>
                </a:cubicBezTo>
                <a:cubicBezTo>
                  <a:pt x="1216" y="944"/>
                  <a:pt x="944" y="1216"/>
                  <a:pt x="608" y="1216"/>
                </a:cubicBezTo>
                <a:cubicBezTo>
                  <a:pt x="272" y="1216"/>
                  <a:pt x="0" y="944"/>
                  <a:pt x="0" y="608"/>
                </a:cubicBezTo>
                <a:cubicBezTo>
                  <a:pt x="0" y="272"/>
                  <a:pt x="272" y="0"/>
                  <a:pt x="608" y="0"/>
                </a:cubicBezTo>
                <a:close/>
              </a:path>
            </a:pathLst>
          </a:custGeom>
          <a:solidFill>
            <a:schemeClr val="bg1">
              <a:lumMod val="65000"/>
            </a:schemeClr>
          </a:solidFill>
          <a:ln w="7620">
            <a:solidFill>
              <a:schemeClr val="bg1">
                <a:lumMod val="65000"/>
                <a:alpha val="10000"/>
              </a:schemeClr>
            </a:solidFill>
          </a:ln>
          <a:effectLst>
            <a:outerShdw blurRad="63500" dist="38100" dir="2700000" algn="tl" rotWithShape="0">
              <a:prstClr val="black">
                <a:alpha val="12000"/>
              </a:prstClr>
            </a:outerShdw>
          </a:effectLst>
        </p:spPr>
      </p:pic>
      <p:cxnSp>
        <p:nvCxnSpPr>
          <p:cNvPr id="123" name="直接连接符 122"/>
          <p:cNvCxnSpPr/>
          <p:nvPr>
            <p:custDataLst>
              <p:tags r:id="rId13"/>
            </p:custDataLst>
          </p:nvPr>
        </p:nvCxnSpPr>
        <p:spPr>
          <a:xfrm>
            <a:off x="1652588" y="3465513"/>
            <a:ext cx="8125460" cy="0"/>
          </a:xfrm>
          <a:prstGeom prst="line">
            <a:avLst/>
          </a:prstGeom>
          <a:ln w="19050">
            <a:solidFill>
              <a:schemeClr val="tx1">
                <a:alpha val="15000"/>
              </a:schemeClr>
            </a:solidFill>
          </a:ln>
        </p:spPr>
        <p:style>
          <a:lnRef idx="2">
            <a:schemeClr val="accent1"/>
          </a:lnRef>
          <a:fillRef idx="0">
            <a:srgbClr val="FFFFFF"/>
          </a:fillRef>
          <a:effectRef idx="0">
            <a:srgbClr val="FFFFFF"/>
          </a:effectRef>
          <a:fontRef idx="minor">
            <a:schemeClr val="tx1"/>
          </a:fontRef>
        </p:style>
      </p:cxnSp>
      <p:sp>
        <p:nvSpPr>
          <p:cNvPr id="124" name="椭圆 123"/>
          <p:cNvSpPr/>
          <p:nvPr>
            <p:custDataLst>
              <p:tags r:id="rId14"/>
            </p:custDataLst>
          </p:nvPr>
        </p:nvSpPr>
        <p:spPr>
          <a:xfrm>
            <a:off x="1580198" y="3407728"/>
            <a:ext cx="115570" cy="115570"/>
          </a:xfrm>
          <a:prstGeom prst="ellipse">
            <a:avLst/>
          </a:prstGeom>
          <a:solidFill>
            <a:srgbClr val="80808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25" name="椭圆 124"/>
          <p:cNvSpPr/>
          <p:nvPr>
            <p:custDataLst>
              <p:tags r:id="rId15"/>
            </p:custDataLst>
          </p:nvPr>
        </p:nvSpPr>
        <p:spPr>
          <a:xfrm>
            <a:off x="4294188" y="3407728"/>
            <a:ext cx="115570" cy="115570"/>
          </a:xfrm>
          <a:prstGeom prst="ellipse">
            <a:avLst/>
          </a:prstGeom>
          <a:solidFill>
            <a:srgbClr val="80808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26" name="椭圆 125"/>
          <p:cNvSpPr/>
          <p:nvPr>
            <p:custDataLst>
              <p:tags r:id="rId16"/>
            </p:custDataLst>
          </p:nvPr>
        </p:nvSpPr>
        <p:spPr>
          <a:xfrm>
            <a:off x="7008178" y="3417888"/>
            <a:ext cx="115570" cy="115570"/>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27" name="椭圆 126"/>
          <p:cNvSpPr/>
          <p:nvPr>
            <p:custDataLst>
              <p:tags r:id="rId17"/>
            </p:custDataLst>
          </p:nvPr>
        </p:nvSpPr>
        <p:spPr>
          <a:xfrm>
            <a:off x="9722168" y="3407728"/>
            <a:ext cx="115570" cy="115570"/>
          </a:xfrm>
          <a:prstGeom prst="ellipse">
            <a:avLst/>
          </a:prstGeom>
          <a:solidFill>
            <a:srgbClr val="80808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cxnSp>
        <p:nvCxnSpPr>
          <p:cNvPr id="144" name="直接连接符 143"/>
          <p:cNvCxnSpPr/>
          <p:nvPr>
            <p:custDataLst>
              <p:tags r:id="rId18"/>
            </p:custDataLst>
          </p:nvPr>
        </p:nvCxnSpPr>
        <p:spPr>
          <a:xfrm>
            <a:off x="1039178" y="4830128"/>
            <a:ext cx="2180590" cy="0"/>
          </a:xfrm>
          <a:prstGeom prst="line">
            <a:avLst/>
          </a:prstGeom>
          <a:ln w="19050">
            <a:solidFill>
              <a:srgbClr val="FFFFFF"/>
            </a:solidFill>
          </a:ln>
        </p:spPr>
        <p:style>
          <a:lnRef idx="2">
            <a:schemeClr val="accent1"/>
          </a:lnRef>
          <a:fillRef idx="0">
            <a:srgbClr val="FFFFFF"/>
          </a:fillRef>
          <a:effectRef idx="0">
            <a:srgbClr val="FFFFFF"/>
          </a:effectRef>
          <a:fontRef idx="minor">
            <a:schemeClr val="tx1"/>
          </a:fontRef>
        </p:style>
      </p:cxnSp>
      <p:sp>
        <p:nvSpPr>
          <p:cNvPr id="11" name="矩形 10"/>
          <p:cNvSpPr/>
          <p:nvPr>
            <p:custDataLst>
              <p:tags r:id="rId19"/>
            </p:custDataLst>
          </p:nvPr>
        </p:nvSpPr>
        <p:spPr>
          <a:xfrm>
            <a:off x="1039178" y="4995863"/>
            <a:ext cx="2208530" cy="1886903"/>
          </a:xfrm>
          <a:prstGeom prst="rect">
            <a:avLst/>
          </a:prstGeom>
          <a:noFill/>
        </p:spPr>
        <p:txBody>
          <a:bodyPr wrap="square" lIns="0" tIns="0" rIns="0" bIns="0" rtlCol="0" anchor="t" anchorCtr="0">
            <a:noAutofit/>
          </a:bodyPr>
          <a:p>
            <a:pPr>
              <a:lnSpc>
                <a:spcPct val="140000"/>
              </a:lnSpc>
              <a:spcBef>
                <a:spcPct val="0"/>
              </a:spcBef>
              <a:spcAft>
                <a:spcPct val="0"/>
              </a:spcAft>
            </a:pPr>
            <a:r>
              <a:rPr lang="zh-CN" altLang="en-US" sz="1400">
                <a:sym typeface="+mn-ea"/>
              </a:rPr>
              <a:t>技能（</a:t>
            </a:r>
            <a:r>
              <a:rPr lang="en-US" altLang="zh-CN" sz="1400">
                <a:sym typeface="+mn-ea"/>
              </a:rPr>
              <a:t>Skills</a:t>
            </a:r>
            <a:r>
              <a:rPr lang="zh-CN" altLang="en-US" sz="1400">
                <a:sym typeface="+mn-ea"/>
              </a:rPr>
              <a:t>）被置于员工全生命周期的中心，贯穿于吸引、招聘、发展、部署、留任等所有环节</a:t>
            </a:r>
            <a:r>
              <a:rPr lang="en-US" altLang="zh-CN" sz="1400">
                <a:sym typeface="+mn-ea"/>
              </a:rPr>
              <a:t>。</a:t>
            </a:r>
            <a:endParaRPr lang="en-US" altLang="zh-CN" sz="1400">
              <a:solidFill>
                <a:schemeClr val="tx1">
                  <a:lumMod val="85000"/>
                  <a:lumOff val="15000"/>
                </a:schemeClr>
              </a:solidFill>
              <a:latin typeface="+mn-ea"/>
              <a:cs typeface="+mn-ea"/>
              <a:sym typeface="+mn-ea"/>
            </a:endParaRPr>
          </a:p>
        </p:txBody>
      </p:sp>
      <p:sp>
        <p:nvSpPr>
          <p:cNvPr id="12" name="矩形 11"/>
          <p:cNvSpPr/>
          <p:nvPr>
            <p:custDataLst>
              <p:tags r:id="rId20"/>
            </p:custDataLst>
          </p:nvPr>
        </p:nvSpPr>
        <p:spPr>
          <a:xfrm>
            <a:off x="1039178" y="4209098"/>
            <a:ext cx="2208530" cy="419100"/>
          </a:xfrm>
          <a:prstGeom prst="rect">
            <a:avLst/>
          </a:prstGeom>
          <a:noFill/>
        </p:spPr>
        <p:txBody>
          <a:bodyPr wrap="square" lIns="0" tIns="0" rIns="0" bIns="0" rtlCol="0" anchor="ctr" anchorCtr="0">
            <a:noAutofit/>
          </a:bodyPr>
          <a:p>
            <a:pPr algn="ctr">
              <a:spcBef>
                <a:spcPct val="0"/>
              </a:spcBef>
              <a:spcAft>
                <a:spcPct val="0"/>
              </a:spcAft>
            </a:pPr>
            <a:r>
              <a:rPr lang="zh-CN" altLang="en-US" sz="2000">
                <a:sym typeface="+mn-ea"/>
              </a:rPr>
              <a:t>技能是核心资产</a:t>
            </a:r>
            <a:endParaRPr lang="zh-CN" altLang="en-US" sz="2000" b="1" kern="0">
              <a:solidFill>
                <a:schemeClr val="tx1"/>
              </a:solidFill>
              <a:latin typeface="+mn-ea"/>
              <a:cs typeface="+mn-ea"/>
            </a:endParaRPr>
          </a:p>
        </p:txBody>
      </p:sp>
      <p:cxnSp>
        <p:nvCxnSpPr>
          <p:cNvPr id="147" name="直接连接符 146"/>
          <p:cNvCxnSpPr/>
          <p:nvPr>
            <p:custDataLst>
              <p:tags r:id="rId21"/>
            </p:custDataLst>
          </p:nvPr>
        </p:nvCxnSpPr>
        <p:spPr>
          <a:xfrm>
            <a:off x="3760153" y="4830128"/>
            <a:ext cx="2180590" cy="0"/>
          </a:xfrm>
          <a:prstGeom prst="line">
            <a:avLst/>
          </a:prstGeom>
          <a:ln w="19050">
            <a:solidFill>
              <a:srgbClr val="FFFFFF"/>
            </a:solidFill>
          </a:ln>
        </p:spPr>
        <p:style>
          <a:lnRef idx="2">
            <a:schemeClr val="accent1"/>
          </a:lnRef>
          <a:fillRef idx="0">
            <a:srgbClr val="FFFFFF"/>
          </a:fillRef>
          <a:effectRef idx="0">
            <a:srgbClr val="FFFFFF"/>
          </a:effectRef>
          <a:fontRef idx="minor">
            <a:schemeClr val="tx1"/>
          </a:fontRef>
        </p:style>
      </p:cxnSp>
      <p:sp>
        <p:nvSpPr>
          <p:cNvPr id="13" name="矩形 12"/>
          <p:cNvSpPr/>
          <p:nvPr>
            <p:custDataLst>
              <p:tags r:id="rId22"/>
            </p:custDataLst>
          </p:nvPr>
        </p:nvSpPr>
        <p:spPr>
          <a:xfrm>
            <a:off x="3760153" y="4995863"/>
            <a:ext cx="2208530" cy="1886903"/>
          </a:xfrm>
          <a:prstGeom prst="rect">
            <a:avLst/>
          </a:prstGeom>
          <a:noFill/>
        </p:spPr>
        <p:txBody>
          <a:bodyPr wrap="square" lIns="0" tIns="0" rIns="0" bIns="0" rtlCol="0" anchor="t" anchorCtr="0">
            <a:noAutofit/>
          </a:bodyPr>
          <a:p>
            <a:pPr>
              <a:lnSpc>
                <a:spcPct val="140000"/>
              </a:lnSpc>
              <a:spcBef>
                <a:spcPct val="0"/>
              </a:spcBef>
              <a:spcAft>
                <a:spcPct val="0"/>
              </a:spcAft>
            </a:pPr>
            <a:r>
              <a:rPr lang="en-US" altLang="zh-CN" sz="1400">
                <a:sym typeface="+mn-ea"/>
              </a:rPr>
              <a:t>AI</a:t>
            </a:r>
            <a:r>
              <a:rPr lang="zh-CN" altLang="en-US" sz="1400">
                <a:sym typeface="+mn-ea"/>
              </a:rPr>
              <a:t>不再是</a:t>
            </a:r>
            <a:r>
              <a:rPr lang="en-US" altLang="zh-CN" sz="1400">
                <a:sym typeface="+mn-ea"/>
              </a:rPr>
              <a:t>HR</a:t>
            </a:r>
            <a:r>
              <a:rPr lang="zh-CN" altLang="en-US" sz="1400">
                <a:sym typeface="+mn-ea"/>
              </a:rPr>
              <a:t>的点缀工具，而是重塑工作流程、人才技能、工作场所和工作技术的核心引擎，实现了从“</a:t>
            </a:r>
            <a:r>
              <a:rPr lang="en-US" altLang="zh-CN" sz="1400">
                <a:sym typeface="+mn-ea"/>
              </a:rPr>
              <a:t>HR+AI”</a:t>
            </a:r>
            <a:r>
              <a:rPr lang="zh-CN" altLang="en-US" sz="1400">
                <a:sym typeface="+mn-ea"/>
              </a:rPr>
              <a:t>到“</a:t>
            </a:r>
            <a:r>
              <a:rPr lang="en-US" altLang="zh-CN" sz="1400">
                <a:sym typeface="+mn-ea"/>
              </a:rPr>
              <a:t>AI+HR”</a:t>
            </a:r>
            <a:r>
              <a:rPr lang="zh-CN" altLang="en-US" sz="1400">
                <a:sym typeface="+mn-ea"/>
              </a:rPr>
              <a:t>的进化</a:t>
            </a:r>
            <a:r>
              <a:rPr lang="en-US" altLang="zh-CN" sz="1400">
                <a:sym typeface="+mn-ea"/>
              </a:rPr>
              <a:t>。</a:t>
            </a:r>
            <a:endParaRPr lang="en-US" altLang="zh-CN" sz="1400">
              <a:solidFill>
                <a:schemeClr val="tx1">
                  <a:lumMod val="85000"/>
                  <a:lumOff val="15000"/>
                </a:schemeClr>
              </a:solidFill>
              <a:latin typeface="+mn-ea"/>
              <a:cs typeface="+mn-ea"/>
              <a:sym typeface="+mn-ea"/>
            </a:endParaRPr>
          </a:p>
        </p:txBody>
      </p:sp>
      <p:sp>
        <p:nvSpPr>
          <p:cNvPr id="14" name="矩形 13"/>
          <p:cNvSpPr/>
          <p:nvPr>
            <p:custDataLst>
              <p:tags r:id="rId23"/>
            </p:custDataLst>
          </p:nvPr>
        </p:nvSpPr>
        <p:spPr>
          <a:xfrm>
            <a:off x="3760153" y="4209098"/>
            <a:ext cx="2208530" cy="419100"/>
          </a:xfrm>
          <a:prstGeom prst="rect">
            <a:avLst/>
          </a:prstGeom>
          <a:noFill/>
        </p:spPr>
        <p:txBody>
          <a:bodyPr wrap="square" lIns="0" tIns="0" rIns="0" bIns="0" rtlCol="0" anchor="ctr" anchorCtr="0">
            <a:noAutofit/>
          </a:bodyPr>
          <a:p>
            <a:pPr algn="ctr">
              <a:spcBef>
                <a:spcPct val="0"/>
              </a:spcBef>
              <a:spcAft>
                <a:spcPct val="0"/>
              </a:spcAft>
            </a:pPr>
            <a:r>
              <a:rPr lang="en-US" altLang="zh-CN" sz="2000">
                <a:sym typeface="+mn-ea"/>
              </a:rPr>
              <a:t>AI</a:t>
            </a:r>
            <a:r>
              <a:rPr lang="zh-CN" altLang="en-US" sz="2000">
                <a:sym typeface="+mn-ea"/>
              </a:rPr>
              <a:t>是新质生产力</a:t>
            </a:r>
            <a:endParaRPr lang="zh-CN" altLang="en-US" sz="2000" b="1" kern="0">
              <a:solidFill>
                <a:schemeClr val="tx1"/>
              </a:solidFill>
              <a:latin typeface="+mn-ea"/>
              <a:cs typeface="+mn-ea"/>
            </a:endParaRPr>
          </a:p>
        </p:txBody>
      </p:sp>
      <p:cxnSp>
        <p:nvCxnSpPr>
          <p:cNvPr id="150" name="直接连接符 149"/>
          <p:cNvCxnSpPr/>
          <p:nvPr>
            <p:custDataLst>
              <p:tags r:id="rId24"/>
            </p:custDataLst>
          </p:nvPr>
        </p:nvCxnSpPr>
        <p:spPr>
          <a:xfrm>
            <a:off x="9202103" y="4830128"/>
            <a:ext cx="2180590" cy="0"/>
          </a:xfrm>
          <a:prstGeom prst="line">
            <a:avLst/>
          </a:prstGeom>
          <a:ln w="19050">
            <a:solidFill>
              <a:srgbClr val="FFFFFF"/>
            </a:solidFill>
          </a:ln>
        </p:spPr>
        <p:style>
          <a:lnRef idx="2">
            <a:schemeClr val="accent1"/>
          </a:lnRef>
          <a:fillRef idx="0">
            <a:srgbClr val="FFFFFF"/>
          </a:fillRef>
          <a:effectRef idx="0">
            <a:srgbClr val="FFFFFF"/>
          </a:effectRef>
          <a:fontRef idx="minor">
            <a:schemeClr val="tx1"/>
          </a:fontRef>
        </p:style>
      </p:cxnSp>
      <p:sp>
        <p:nvSpPr>
          <p:cNvPr id="15" name="矩形 14"/>
          <p:cNvSpPr/>
          <p:nvPr>
            <p:custDataLst>
              <p:tags r:id="rId25"/>
            </p:custDataLst>
          </p:nvPr>
        </p:nvSpPr>
        <p:spPr>
          <a:xfrm>
            <a:off x="9202103" y="4995863"/>
            <a:ext cx="2208530" cy="1886903"/>
          </a:xfrm>
          <a:prstGeom prst="rect">
            <a:avLst/>
          </a:prstGeom>
          <a:noFill/>
        </p:spPr>
        <p:txBody>
          <a:bodyPr wrap="square" lIns="0" tIns="0" rIns="0" bIns="0" rtlCol="0" anchor="t" anchorCtr="0">
            <a:noAutofit/>
          </a:bodyPr>
          <a:p>
            <a:pPr>
              <a:lnSpc>
                <a:spcPct val="140000"/>
              </a:lnSpc>
              <a:spcBef>
                <a:spcPct val="0"/>
              </a:spcBef>
              <a:spcAft>
                <a:spcPct val="0"/>
              </a:spcAft>
            </a:pPr>
            <a:r>
              <a:rPr lang="zh-CN" altLang="en-US" sz="1400">
                <a:sym typeface="+mn-ea"/>
              </a:rPr>
              <a:t>调研显示，随着</a:t>
            </a:r>
            <a:r>
              <a:rPr lang="en-US" altLang="zh-CN" sz="1400">
                <a:sym typeface="+mn-ea"/>
              </a:rPr>
              <a:t>AI</a:t>
            </a:r>
            <a:r>
              <a:rPr lang="zh-CN" altLang="en-US" sz="1400">
                <a:sym typeface="+mn-ea"/>
              </a:rPr>
              <a:t>的普及，对员工最关键的技能已从传统的</a:t>
            </a:r>
            <a:r>
              <a:rPr lang="en-US" altLang="zh-CN" sz="1400">
                <a:sym typeface="+mn-ea"/>
              </a:rPr>
              <a:t>STEM</a:t>
            </a:r>
            <a:r>
              <a:rPr lang="zh-CN" altLang="en-US" sz="1400">
                <a:sym typeface="+mn-ea"/>
              </a:rPr>
              <a:t>技能，转向团队协作、有效沟通、适应性等人际关系技能</a:t>
            </a:r>
            <a:r>
              <a:rPr lang="en-US" altLang="zh-CN" sz="1400">
                <a:sym typeface="+mn-ea"/>
              </a:rPr>
              <a:t>。</a:t>
            </a:r>
            <a:endParaRPr lang="en-US" altLang="zh-CN" sz="1400">
              <a:solidFill>
                <a:schemeClr val="tx1">
                  <a:lumMod val="85000"/>
                  <a:lumOff val="15000"/>
                </a:schemeClr>
              </a:solidFill>
              <a:latin typeface="+mn-ea"/>
              <a:cs typeface="+mn-ea"/>
              <a:sym typeface="+mn-ea"/>
            </a:endParaRPr>
          </a:p>
        </p:txBody>
      </p:sp>
      <p:sp>
        <p:nvSpPr>
          <p:cNvPr id="16" name="矩形 15"/>
          <p:cNvSpPr/>
          <p:nvPr>
            <p:custDataLst>
              <p:tags r:id="rId26"/>
            </p:custDataLst>
          </p:nvPr>
        </p:nvSpPr>
        <p:spPr>
          <a:xfrm>
            <a:off x="9202103" y="4209098"/>
            <a:ext cx="2208530" cy="419100"/>
          </a:xfrm>
          <a:prstGeom prst="rect">
            <a:avLst/>
          </a:prstGeom>
          <a:noFill/>
        </p:spPr>
        <p:txBody>
          <a:bodyPr wrap="square" lIns="0" tIns="0" rIns="0" bIns="0" rtlCol="0" anchor="ctr" anchorCtr="0">
            <a:noAutofit/>
          </a:bodyPr>
          <a:p>
            <a:pPr algn="ctr">
              <a:spcBef>
                <a:spcPct val="0"/>
              </a:spcBef>
              <a:spcAft>
                <a:spcPct val="0"/>
              </a:spcAft>
            </a:pPr>
            <a:r>
              <a:rPr lang="zh-CN" altLang="en-US" sz="2000">
                <a:sym typeface="+mn-ea"/>
              </a:rPr>
              <a:t>软技能价值凸显</a:t>
            </a:r>
            <a:endParaRPr lang="zh-CN" altLang="en-US" sz="2000" b="1" kern="0">
              <a:solidFill>
                <a:schemeClr val="tx1"/>
              </a:solidFill>
              <a:latin typeface="+mn-ea"/>
              <a:cs typeface="+mn-ea"/>
            </a:endParaRPr>
          </a:p>
        </p:txBody>
      </p:sp>
      <p:cxnSp>
        <p:nvCxnSpPr>
          <p:cNvPr id="153" name="直接连接符 152"/>
          <p:cNvCxnSpPr/>
          <p:nvPr>
            <p:custDataLst>
              <p:tags r:id="rId27"/>
            </p:custDataLst>
          </p:nvPr>
        </p:nvCxnSpPr>
        <p:spPr>
          <a:xfrm>
            <a:off x="6481128" y="4830128"/>
            <a:ext cx="2180590" cy="0"/>
          </a:xfrm>
          <a:prstGeom prst="line">
            <a:avLst/>
          </a:prstGeom>
          <a:ln w="19050">
            <a:solidFill>
              <a:srgbClr val="FFFFFF"/>
            </a:solidFill>
          </a:ln>
        </p:spPr>
        <p:style>
          <a:lnRef idx="2">
            <a:schemeClr val="accent1"/>
          </a:lnRef>
          <a:fillRef idx="0">
            <a:srgbClr val="FFFFFF"/>
          </a:fillRef>
          <a:effectRef idx="0">
            <a:srgbClr val="FFFFFF"/>
          </a:effectRef>
          <a:fontRef idx="minor">
            <a:schemeClr val="tx1"/>
          </a:fontRef>
        </p:style>
      </p:cxnSp>
      <p:sp>
        <p:nvSpPr>
          <p:cNvPr id="17" name="矩形 16"/>
          <p:cNvSpPr/>
          <p:nvPr>
            <p:custDataLst>
              <p:tags r:id="rId28"/>
            </p:custDataLst>
          </p:nvPr>
        </p:nvSpPr>
        <p:spPr>
          <a:xfrm>
            <a:off x="6481128" y="4995863"/>
            <a:ext cx="2208530" cy="1886903"/>
          </a:xfrm>
          <a:prstGeom prst="rect">
            <a:avLst/>
          </a:prstGeom>
          <a:noFill/>
        </p:spPr>
        <p:txBody>
          <a:bodyPr wrap="square" lIns="0" tIns="0" rIns="0" bIns="0" rtlCol="0" anchor="t" anchorCtr="0">
            <a:noAutofit/>
          </a:bodyPr>
          <a:p>
            <a:pPr>
              <a:lnSpc>
                <a:spcPct val="140000"/>
              </a:lnSpc>
              <a:spcBef>
                <a:spcPct val="0"/>
              </a:spcBef>
              <a:spcAft>
                <a:spcPct val="0"/>
              </a:spcAft>
            </a:pPr>
            <a:r>
              <a:rPr lang="en-US" altLang="zh-CN" sz="1400">
                <a:solidFill>
                  <a:srgbClr val="FFFFFF"/>
                </a:solidFill>
                <a:latin typeface="+mn-ea"/>
                <a:cs typeface="+mn-ea"/>
              </a:rPr>
              <a:t>AI</a:t>
            </a:r>
            <a:r>
              <a:rPr lang="zh-CN" altLang="en-US" sz="1400">
                <a:solidFill>
                  <a:srgbClr val="FFFFFF"/>
                </a:solidFill>
                <a:latin typeface="+mn-ea"/>
                <a:cs typeface="+mn-ea"/>
              </a:rPr>
              <a:t>在人才管理中的应用目标，正从早期的</a:t>
            </a:r>
            <a:r>
              <a:rPr lang="en-US" altLang="zh-CN" sz="1400">
                <a:solidFill>
                  <a:srgbClr val="FFFFFF"/>
                </a:solidFill>
                <a:latin typeface="+mn-ea"/>
                <a:cs typeface="+mn-ea"/>
              </a:rPr>
              <a:t>“</a:t>
            </a:r>
            <a:r>
              <a:rPr lang="zh-CN" altLang="en-US" sz="1400">
                <a:solidFill>
                  <a:srgbClr val="FFFFFF"/>
                </a:solidFill>
                <a:latin typeface="+mn-ea"/>
                <a:cs typeface="+mn-ea"/>
              </a:rPr>
              <a:t>效率与降本</a:t>
            </a:r>
            <a:r>
              <a:rPr lang="en-US" altLang="zh-CN" sz="1400">
                <a:solidFill>
                  <a:srgbClr val="FFFFFF"/>
                </a:solidFill>
                <a:latin typeface="+mn-ea"/>
                <a:cs typeface="+mn-ea"/>
              </a:rPr>
              <a:t>”</a:t>
            </a:r>
            <a:r>
              <a:rPr lang="zh-CN" altLang="en-US" sz="1400">
                <a:solidFill>
                  <a:srgbClr val="FFFFFF"/>
                </a:solidFill>
                <a:latin typeface="+mn-ea"/>
                <a:cs typeface="+mn-ea"/>
              </a:rPr>
              <a:t>，快速转向</a:t>
            </a:r>
            <a:r>
              <a:rPr lang="en-US" altLang="zh-CN" sz="1400">
                <a:solidFill>
                  <a:srgbClr val="FFFFFF"/>
                </a:solidFill>
                <a:latin typeface="+mn-ea"/>
                <a:cs typeface="+mn-ea"/>
              </a:rPr>
              <a:t>“</a:t>
            </a:r>
            <a:r>
              <a:rPr lang="zh-CN" altLang="en-US" sz="1400">
                <a:solidFill>
                  <a:srgbClr val="FFFFFF"/>
                </a:solidFill>
                <a:latin typeface="+mn-ea"/>
                <a:cs typeface="+mn-ea"/>
              </a:rPr>
              <a:t>推动业务增长</a:t>
            </a:r>
            <a:r>
              <a:rPr lang="en-US" altLang="zh-CN" sz="1400">
                <a:solidFill>
                  <a:srgbClr val="FFFFFF"/>
                </a:solidFill>
                <a:latin typeface="+mn-ea"/>
                <a:cs typeface="+mn-ea"/>
              </a:rPr>
              <a:t>”。</a:t>
            </a:r>
            <a:endParaRPr lang="en-US" altLang="zh-CN" sz="1400">
              <a:solidFill>
                <a:srgbClr val="FFFFFF"/>
              </a:solidFill>
              <a:latin typeface="+mn-ea"/>
              <a:cs typeface="+mn-ea"/>
            </a:endParaRPr>
          </a:p>
        </p:txBody>
      </p:sp>
      <p:sp>
        <p:nvSpPr>
          <p:cNvPr id="18" name="矩形 17"/>
          <p:cNvSpPr/>
          <p:nvPr>
            <p:custDataLst>
              <p:tags r:id="rId29"/>
            </p:custDataLst>
          </p:nvPr>
        </p:nvSpPr>
        <p:spPr>
          <a:xfrm>
            <a:off x="6481128" y="4209098"/>
            <a:ext cx="2208530" cy="419100"/>
          </a:xfrm>
          <a:prstGeom prst="rect">
            <a:avLst/>
          </a:prstGeom>
          <a:noFill/>
        </p:spPr>
        <p:txBody>
          <a:bodyPr wrap="square" lIns="0" tIns="0" rIns="0" bIns="0" rtlCol="0" anchor="ctr" anchorCtr="0">
            <a:noAutofit/>
          </a:bodyPr>
          <a:p>
            <a:pPr algn="ctr">
              <a:spcBef>
                <a:spcPct val="0"/>
              </a:spcBef>
              <a:spcAft>
                <a:spcPct val="0"/>
              </a:spcAft>
            </a:pPr>
            <a:r>
              <a:rPr lang="zh-CN" altLang="en-US" sz="1600" b="1" kern="0">
                <a:solidFill>
                  <a:srgbClr val="FFFFFF"/>
                </a:solidFill>
                <a:latin typeface="+mn-ea"/>
                <a:cs typeface="+mn-ea"/>
              </a:rPr>
              <a:t>从降本增效到业务增长</a:t>
            </a:r>
            <a:endParaRPr lang="zh-CN" altLang="en-US" sz="1600" b="1" kern="0">
              <a:solidFill>
                <a:srgbClr val="FFFFFF"/>
              </a:solidFill>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 name="矩形 42"/>
          <p:cNvSpPr/>
          <p:nvPr/>
        </p:nvSpPr>
        <p:spPr>
          <a:xfrm>
            <a:off x="541020" y="1855470"/>
            <a:ext cx="11139805" cy="975995"/>
          </a:xfrm>
          <a:prstGeom prst="rect">
            <a:avLst/>
          </a:prstGeom>
          <a:solidFill>
            <a:schemeClr val="accent4">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数字徽章是整个体系的核心载体，它将员工无形的技能和成就，转化为可视、可信、可传播的数字化凭证</a:t>
            </a:r>
            <a:endPar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7" name="文本框 6"/>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III IBM</a:t>
            </a:r>
            <a:r>
              <a:rPr kumimoji="1" lang="zh-CN" altLang="en-US" sz="2000" b="1" dirty="0">
                <a:latin typeface="STZhongsong" panose="02010600040101010101" pitchFamily="2" charset="-122"/>
                <a:ea typeface="STZhongsong" panose="02010600040101010101" pitchFamily="2" charset="-122"/>
                <a:sym typeface="+mn-ea"/>
              </a:rPr>
              <a:t>数字徽章</a:t>
            </a:r>
            <a:endParaRPr kumimoji="1" lang="zh-CN" altLang="en-US" sz="2000" b="1" dirty="0">
              <a:latin typeface="STZhongsong" panose="02010600040101010101" pitchFamily="2" charset="-122"/>
              <a:ea typeface="STZhongsong" panose="02010600040101010101" pitchFamily="2" charset="-122"/>
              <a:sym typeface="+mn-ea"/>
            </a:endParaRPr>
          </a:p>
        </p:txBody>
      </p:sp>
      <p:sp>
        <p:nvSpPr>
          <p:cNvPr id="17" name="矩形 16"/>
          <p:cNvSpPr/>
          <p:nvPr>
            <p:custDataLst>
              <p:tags r:id="rId1"/>
            </p:custDataLst>
          </p:nvPr>
        </p:nvSpPr>
        <p:spPr>
          <a:xfrm>
            <a:off x="6481128" y="4995863"/>
            <a:ext cx="2208530" cy="1886903"/>
          </a:xfrm>
          <a:prstGeom prst="rect">
            <a:avLst/>
          </a:prstGeom>
          <a:noFill/>
        </p:spPr>
        <p:txBody>
          <a:bodyPr wrap="square" lIns="0" tIns="0" rIns="0" bIns="0" rtlCol="0" anchor="t" anchorCtr="0">
            <a:noAutofit/>
          </a:bodyPr>
          <a:p>
            <a:pPr>
              <a:lnSpc>
                <a:spcPct val="140000"/>
              </a:lnSpc>
              <a:spcBef>
                <a:spcPct val="0"/>
              </a:spcBef>
              <a:spcAft>
                <a:spcPct val="0"/>
              </a:spcAft>
            </a:pPr>
            <a:r>
              <a:rPr lang="en-US" altLang="zh-CN" sz="1400">
                <a:solidFill>
                  <a:srgbClr val="FFFFFF"/>
                </a:solidFill>
                <a:latin typeface="+mn-ea"/>
                <a:cs typeface="+mn-ea"/>
              </a:rPr>
              <a:t>AI</a:t>
            </a:r>
            <a:r>
              <a:rPr lang="zh-CN" altLang="en-US" sz="1400">
                <a:solidFill>
                  <a:srgbClr val="FFFFFF"/>
                </a:solidFill>
                <a:latin typeface="+mn-ea"/>
                <a:cs typeface="+mn-ea"/>
              </a:rPr>
              <a:t>在人才管理中的应用目标，正从早期的</a:t>
            </a:r>
            <a:r>
              <a:rPr lang="en-US" altLang="zh-CN" sz="1400">
                <a:solidFill>
                  <a:srgbClr val="FFFFFF"/>
                </a:solidFill>
                <a:latin typeface="+mn-ea"/>
                <a:cs typeface="+mn-ea"/>
              </a:rPr>
              <a:t>“</a:t>
            </a:r>
            <a:r>
              <a:rPr lang="zh-CN" altLang="en-US" sz="1400">
                <a:solidFill>
                  <a:srgbClr val="FFFFFF"/>
                </a:solidFill>
                <a:latin typeface="+mn-ea"/>
                <a:cs typeface="+mn-ea"/>
              </a:rPr>
              <a:t>效率与降本</a:t>
            </a:r>
            <a:r>
              <a:rPr lang="en-US" altLang="zh-CN" sz="1400">
                <a:solidFill>
                  <a:srgbClr val="FFFFFF"/>
                </a:solidFill>
                <a:latin typeface="+mn-ea"/>
                <a:cs typeface="+mn-ea"/>
              </a:rPr>
              <a:t>”</a:t>
            </a:r>
            <a:r>
              <a:rPr lang="zh-CN" altLang="en-US" sz="1400">
                <a:solidFill>
                  <a:srgbClr val="FFFFFF"/>
                </a:solidFill>
                <a:latin typeface="+mn-ea"/>
                <a:cs typeface="+mn-ea"/>
              </a:rPr>
              <a:t>，快速转向</a:t>
            </a:r>
            <a:r>
              <a:rPr lang="en-US" altLang="zh-CN" sz="1400">
                <a:solidFill>
                  <a:srgbClr val="FFFFFF"/>
                </a:solidFill>
                <a:latin typeface="+mn-ea"/>
                <a:cs typeface="+mn-ea"/>
              </a:rPr>
              <a:t>“</a:t>
            </a:r>
            <a:r>
              <a:rPr lang="zh-CN" altLang="en-US" sz="1400">
                <a:solidFill>
                  <a:srgbClr val="FFFFFF"/>
                </a:solidFill>
                <a:latin typeface="+mn-ea"/>
                <a:cs typeface="+mn-ea"/>
              </a:rPr>
              <a:t>推动业务增长</a:t>
            </a:r>
            <a:r>
              <a:rPr lang="en-US" altLang="zh-CN" sz="1400">
                <a:solidFill>
                  <a:srgbClr val="FFFFFF"/>
                </a:solidFill>
                <a:latin typeface="+mn-ea"/>
                <a:cs typeface="+mn-ea"/>
              </a:rPr>
              <a:t>”。</a:t>
            </a:r>
            <a:endParaRPr lang="en-US" altLang="zh-CN" sz="1400">
              <a:solidFill>
                <a:srgbClr val="FFFFFF"/>
              </a:solidFill>
              <a:latin typeface="+mn-ea"/>
              <a:cs typeface="+mn-ea"/>
            </a:endParaRPr>
          </a:p>
        </p:txBody>
      </p:sp>
      <p:sp>
        <p:nvSpPr>
          <p:cNvPr id="14297" name="任意多边形: 形状 14296"/>
          <p:cNvSpPr/>
          <p:nvPr>
            <p:custDataLst>
              <p:tags r:id="rId2"/>
            </p:custDataLst>
          </p:nvPr>
        </p:nvSpPr>
        <p:spPr>
          <a:xfrm rot="1800000">
            <a:off x="4422776" y="3270568"/>
            <a:ext cx="400050" cy="337185"/>
          </a:xfrm>
          <a:custGeom>
            <a:avLst/>
            <a:gdLst>
              <a:gd name="connsiteX0" fmla="*/ 950601 w 3475650"/>
              <a:gd name="connsiteY0" fmla="*/ 3082645 h 3082645"/>
              <a:gd name="connsiteX1" fmla="*/ 2525075 w 3475650"/>
              <a:gd name="connsiteY1" fmla="*/ 3082645 h 3082645"/>
              <a:gd name="connsiteX2" fmla="*/ 2679028 w 3475650"/>
              <a:gd name="connsiteY2" fmla="*/ 2993745 h 3082645"/>
              <a:gd name="connsiteX3" fmla="*/ 3466261 w 3475650"/>
              <a:gd name="connsiteY3" fmla="*/ 1630209 h 3082645"/>
              <a:gd name="connsiteX4" fmla="*/ 3466254 w 3475650"/>
              <a:gd name="connsiteY4" fmla="*/ 1452423 h 3082645"/>
              <a:gd name="connsiteX5" fmla="*/ 2679021 w 3475650"/>
              <a:gd name="connsiteY5" fmla="*/ 88887 h 3082645"/>
              <a:gd name="connsiteX6" fmla="*/ 2525051 w 3475650"/>
              <a:gd name="connsiteY6" fmla="*/ 0 h 3082645"/>
              <a:gd name="connsiteX7" fmla="*/ 950576 w 3475650"/>
              <a:gd name="connsiteY7" fmla="*/ 0 h 3082645"/>
              <a:gd name="connsiteX8" fmla="*/ 796623 w 3475650"/>
              <a:gd name="connsiteY8" fmla="*/ 88900 h 3082645"/>
              <a:gd name="connsiteX9" fmla="*/ 9390 w 3475650"/>
              <a:gd name="connsiteY9" fmla="*/ 1452436 h 3082645"/>
              <a:gd name="connsiteX10" fmla="*/ 9398 w 3475650"/>
              <a:gd name="connsiteY10" fmla="*/ 1630223 h 3082645"/>
              <a:gd name="connsiteX11" fmla="*/ 796631 w 3475650"/>
              <a:gd name="connsiteY11" fmla="*/ 2993759 h 3082645"/>
              <a:gd name="connsiteX12" fmla="*/ 950601 w 3475650"/>
              <a:gd name="connsiteY12" fmla="*/ 3082645 h 3082645"/>
              <a:gd name="connsiteX0-1" fmla="*/ 950601 w 3475650"/>
              <a:gd name="connsiteY0-2" fmla="*/ 3082645 h 3082645"/>
              <a:gd name="connsiteX1-3" fmla="*/ 2525075 w 3475650"/>
              <a:gd name="connsiteY1-4" fmla="*/ 3082645 h 3082645"/>
              <a:gd name="connsiteX2-5" fmla="*/ 2679028 w 3475650"/>
              <a:gd name="connsiteY2-6" fmla="*/ 2993745 h 3082645"/>
              <a:gd name="connsiteX3-7" fmla="*/ 3466261 w 3475650"/>
              <a:gd name="connsiteY3-8" fmla="*/ 1630209 h 3082645"/>
              <a:gd name="connsiteX4-9" fmla="*/ 3466254 w 3475650"/>
              <a:gd name="connsiteY4-10" fmla="*/ 1452423 h 3082645"/>
              <a:gd name="connsiteX5-11" fmla="*/ 2679021 w 3475650"/>
              <a:gd name="connsiteY5-12" fmla="*/ 88887 h 3082645"/>
              <a:gd name="connsiteX6-13" fmla="*/ 2525051 w 3475650"/>
              <a:gd name="connsiteY6-14" fmla="*/ 0 h 3082645"/>
              <a:gd name="connsiteX7-15" fmla="*/ 950576 w 3475650"/>
              <a:gd name="connsiteY7-16" fmla="*/ 0 h 3082645"/>
              <a:gd name="connsiteX8-17" fmla="*/ 796623 w 3475650"/>
              <a:gd name="connsiteY8-18" fmla="*/ 88900 h 3082645"/>
              <a:gd name="connsiteX9-19" fmla="*/ 9390 w 3475650"/>
              <a:gd name="connsiteY9-20" fmla="*/ 1452436 h 3082645"/>
              <a:gd name="connsiteX10-21" fmla="*/ 9398 w 3475650"/>
              <a:gd name="connsiteY10-22" fmla="*/ 1630223 h 3082645"/>
              <a:gd name="connsiteX11-23" fmla="*/ 796631 w 3475650"/>
              <a:gd name="connsiteY11-24" fmla="*/ 2993759 h 3082645"/>
              <a:gd name="connsiteX12-25" fmla="*/ 950601 w 3475650"/>
              <a:gd name="connsiteY12-26" fmla="*/ 3082645 h 3082645"/>
              <a:gd name="connsiteX0-27" fmla="*/ 950601 w 3475650"/>
              <a:gd name="connsiteY0-28" fmla="*/ 3082645 h 3082645"/>
              <a:gd name="connsiteX1-29" fmla="*/ 2525075 w 3475650"/>
              <a:gd name="connsiteY1-30" fmla="*/ 3082645 h 3082645"/>
              <a:gd name="connsiteX2-31" fmla="*/ 2679028 w 3475650"/>
              <a:gd name="connsiteY2-32" fmla="*/ 2993745 h 3082645"/>
              <a:gd name="connsiteX3-33" fmla="*/ 3466261 w 3475650"/>
              <a:gd name="connsiteY3-34" fmla="*/ 1630209 h 3082645"/>
              <a:gd name="connsiteX4-35" fmla="*/ 3466254 w 3475650"/>
              <a:gd name="connsiteY4-36" fmla="*/ 1452423 h 3082645"/>
              <a:gd name="connsiteX5-37" fmla="*/ 2679021 w 3475650"/>
              <a:gd name="connsiteY5-38" fmla="*/ 88887 h 3082645"/>
              <a:gd name="connsiteX6-39" fmla="*/ 2525051 w 3475650"/>
              <a:gd name="connsiteY6-40" fmla="*/ 0 h 3082645"/>
              <a:gd name="connsiteX7-41" fmla="*/ 950576 w 3475650"/>
              <a:gd name="connsiteY7-42" fmla="*/ 0 h 3082645"/>
              <a:gd name="connsiteX8-43" fmla="*/ 796623 w 3475650"/>
              <a:gd name="connsiteY8-44" fmla="*/ 88900 h 3082645"/>
              <a:gd name="connsiteX9-45" fmla="*/ 9390 w 3475650"/>
              <a:gd name="connsiteY9-46" fmla="*/ 1452436 h 3082645"/>
              <a:gd name="connsiteX10-47" fmla="*/ 9398 w 3475650"/>
              <a:gd name="connsiteY10-48" fmla="*/ 1630223 h 3082645"/>
              <a:gd name="connsiteX11-49" fmla="*/ 796631 w 3475650"/>
              <a:gd name="connsiteY11-50" fmla="*/ 2993759 h 3082645"/>
              <a:gd name="connsiteX12-51" fmla="*/ 950601 w 3475650"/>
              <a:gd name="connsiteY12-52" fmla="*/ 3082645 h 3082645"/>
              <a:gd name="connsiteX0-53" fmla="*/ 950601 w 3475650"/>
              <a:gd name="connsiteY0-54" fmla="*/ 3082645 h 3082645"/>
              <a:gd name="connsiteX1-55" fmla="*/ 2525075 w 3475650"/>
              <a:gd name="connsiteY1-56" fmla="*/ 3082645 h 3082645"/>
              <a:gd name="connsiteX2-57" fmla="*/ 2679028 w 3475650"/>
              <a:gd name="connsiteY2-58" fmla="*/ 2993745 h 3082645"/>
              <a:gd name="connsiteX3-59" fmla="*/ 3466261 w 3475650"/>
              <a:gd name="connsiteY3-60" fmla="*/ 1630209 h 3082645"/>
              <a:gd name="connsiteX4-61" fmla="*/ 3466254 w 3475650"/>
              <a:gd name="connsiteY4-62" fmla="*/ 1452423 h 3082645"/>
              <a:gd name="connsiteX5-63" fmla="*/ 2679021 w 3475650"/>
              <a:gd name="connsiteY5-64" fmla="*/ 88887 h 3082645"/>
              <a:gd name="connsiteX6-65" fmla="*/ 2525051 w 3475650"/>
              <a:gd name="connsiteY6-66" fmla="*/ 0 h 3082645"/>
              <a:gd name="connsiteX7-67" fmla="*/ 950576 w 3475650"/>
              <a:gd name="connsiteY7-68" fmla="*/ 0 h 3082645"/>
              <a:gd name="connsiteX8-69" fmla="*/ 796623 w 3475650"/>
              <a:gd name="connsiteY8-70" fmla="*/ 88900 h 3082645"/>
              <a:gd name="connsiteX9-71" fmla="*/ 9390 w 3475650"/>
              <a:gd name="connsiteY9-72" fmla="*/ 1452436 h 3082645"/>
              <a:gd name="connsiteX10-73" fmla="*/ 9398 w 3475650"/>
              <a:gd name="connsiteY10-74" fmla="*/ 1630223 h 3082645"/>
              <a:gd name="connsiteX11-75" fmla="*/ 796631 w 3475650"/>
              <a:gd name="connsiteY11-76" fmla="*/ 2993759 h 3082645"/>
              <a:gd name="connsiteX12-77" fmla="*/ 950601 w 3475650"/>
              <a:gd name="connsiteY12-78" fmla="*/ 3082645 h 3082645"/>
              <a:gd name="connsiteX0-79" fmla="*/ 950601 w 3475650"/>
              <a:gd name="connsiteY0-80" fmla="*/ 3082645 h 3082645"/>
              <a:gd name="connsiteX1-81" fmla="*/ 2525075 w 3475650"/>
              <a:gd name="connsiteY1-82" fmla="*/ 3082645 h 3082645"/>
              <a:gd name="connsiteX2-83" fmla="*/ 2679028 w 3475650"/>
              <a:gd name="connsiteY2-84" fmla="*/ 2993745 h 3082645"/>
              <a:gd name="connsiteX3-85" fmla="*/ 3466261 w 3475650"/>
              <a:gd name="connsiteY3-86" fmla="*/ 1630209 h 3082645"/>
              <a:gd name="connsiteX4-87" fmla="*/ 3466254 w 3475650"/>
              <a:gd name="connsiteY4-88" fmla="*/ 1452423 h 3082645"/>
              <a:gd name="connsiteX5-89" fmla="*/ 2679021 w 3475650"/>
              <a:gd name="connsiteY5-90" fmla="*/ 88887 h 3082645"/>
              <a:gd name="connsiteX6-91" fmla="*/ 2525051 w 3475650"/>
              <a:gd name="connsiteY6-92" fmla="*/ 0 h 3082645"/>
              <a:gd name="connsiteX7-93" fmla="*/ 950576 w 3475650"/>
              <a:gd name="connsiteY7-94" fmla="*/ 0 h 3082645"/>
              <a:gd name="connsiteX8-95" fmla="*/ 796623 w 3475650"/>
              <a:gd name="connsiteY8-96" fmla="*/ 88900 h 3082645"/>
              <a:gd name="connsiteX9-97" fmla="*/ 9390 w 3475650"/>
              <a:gd name="connsiteY9-98" fmla="*/ 1452436 h 3082645"/>
              <a:gd name="connsiteX10-99" fmla="*/ 9398 w 3475650"/>
              <a:gd name="connsiteY10-100" fmla="*/ 1630223 h 3082645"/>
              <a:gd name="connsiteX11-101" fmla="*/ 796631 w 3475650"/>
              <a:gd name="connsiteY11-102" fmla="*/ 2993759 h 3082645"/>
              <a:gd name="connsiteX12-103" fmla="*/ 950601 w 3475650"/>
              <a:gd name="connsiteY12-104" fmla="*/ 3082645 h 3082645"/>
              <a:gd name="connsiteX0-105" fmla="*/ 950601 w 3475650"/>
              <a:gd name="connsiteY0-106" fmla="*/ 3082645 h 3082645"/>
              <a:gd name="connsiteX1-107" fmla="*/ 2525075 w 3475650"/>
              <a:gd name="connsiteY1-108" fmla="*/ 3082645 h 3082645"/>
              <a:gd name="connsiteX2-109" fmla="*/ 2679028 w 3475650"/>
              <a:gd name="connsiteY2-110" fmla="*/ 2993745 h 3082645"/>
              <a:gd name="connsiteX3-111" fmla="*/ 3466261 w 3475650"/>
              <a:gd name="connsiteY3-112" fmla="*/ 1630209 h 3082645"/>
              <a:gd name="connsiteX4-113" fmla="*/ 3466254 w 3475650"/>
              <a:gd name="connsiteY4-114" fmla="*/ 1452423 h 3082645"/>
              <a:gd name="connsiteX5-115" fmla="*/ 2679021 w 3475650"/>
              <a:gd name="connsiteY5-116" fmla="*/ 88887 h 3082645"/>
              <a:gd name="connsiteX6-117" fmla="*/ 2525051 w 3475650"/>
              <a:gd name="connsiteY6-118" fmla="*/ 0 h 3082645"/>
              <a:gd name="connsiteX7-119" fmla="*/ 950576 w 3475650"/>
              <a:gd name="connsiteY7-120" fmla="*/ 0 h 3082645"/>
              <a:gd name="connsiteX8-121" fmla="*/ 796623 w 3475650"/>
              <a:gd name="connsiteY8-122" fmla="*/ 88900 h 3082645"/>
              <a:gd name="connsiteX9-123" fmla="*/ 9390 w 3475650"/>
              <a:gd name="connsiteY9-124" fmla="*/ 1452436 h 3082645"/>
              <a:gd name="connsiteX10-125" fmla="*/ 9398 w 3475650"/>
              <a:gd name="connsiteY10-126" fmla="*/ 1630223 h 3082645"/>
              <a:gd name="connsiteX11-127" fmla="*/ 796631 w 3475650"/>
              <a:gd name="connsiteY11-128" fmla="*/ 2993759 h 3082645"/>
              <a:gd name="connsiteX12-129" fmla="*/ 950601 w 3475650"/>
              <a:gd name="connsiteY12-130" fmla="*/ 3082645 h 3082645"/>
              <a:gd name="connsiteX0-131" fmla="*/ 950601 w 3475653"/>
              <a:gd name="connsiteY0-132" fmla="*/ 3082645 h 3082645"/>
              <a:gd name="connsiteX1-133" fmla="*/ 2525075 w 3475653"/>
              <a:gd name="connsiteY1-134" fmla="*/ 3082645 h 3082645"/>
              <a:gd name="connsiteX2-135" fmla="*/ 2679028 w 3475653"/>
              <a:gd name="connsiteY2-136" fmla="*/ 2993745 h 3082645"/>
              <a:gd name="connsiteX3-137" fmla="*/ 3466261 w 3475653"/>
              <a:gd name="connsiteY3-138" fmla="*/ 1630209 h 3082645"/>
              <a:gd name="connsiteX4-139" fmla="*/ 3466254 w 3475653"/>
              <a:gd name="connsiteY4-140" fmla="*/ 1452423 h 3082645"/>
              <a:gd name="connsiteX5-141" fmla="*/ 2679021 w 3475653"/>
              <a:gd name="connsiteY5-142" fmla="*/ 88887 h 3082645"/>
              <a:gd name="connsiteX6-143" fmla="*/ 2525051 w 3475653"/>
              <a:gd name="connsiteY6-144" fmla="*/ 0 h 3082645"/>
              <a:gd name="connsiteX7-145" fmla="*/ 950576 w 3475653"/>
              <a:gd name="connsiteY7-146" fmla="*/ 0 h 3082645"/>
              <a:gd name="connsiteX8-147" fmla="*/ 796623 w 3475653"/>
              <a:gd name="connsiteY8-148" fmla="*/ 88900 h 3082645"/>
              <a:gd name="connsiteX9-149" fmla="*/ 9390 w 3475653"/>
              <a:gd name="connsiteY9-150" fmla="*/ 1452436 h 3082645"/>
              <a:gd name="connsiteX10-151" fmla="*/ 9398 w 3475653"/>
              <a:gd name="connsiteY10-152" fmla="*/ 1630223 h 3082645"/>
              <a:gd name="connsiteX11-153" fmla="*/ 796631 w 3475653"/>
              <a:gd name="connsiteY11-154" fmla="*/ 2993759 h 3082645"/>
              <a:gd name="connsiteX12-155" fmla="*/ 950601 w 3475653"/>
              <a:gd name="connsiteY12-156" fmla="*/ 3082645 h 3082645"/>
              <a:gd name="connsiteX0-157" fmla="*/ 950601 w 3490661"/>
              <a:gd name="connsiteY0-158" fmla="*/ 3082645 h 3082645"/>
              <a:gd name="connsiteX1-159" fmla="*/ 2525075 w 3490661"/>
              <a:gd name="connsiteY1-160" fmla="*/ 3082645 h 3082645"/>
              <a:gd name="connsiteX2-161" fmla="*/ 2679028 w 3490661"/>
              <a:gd name="connsiteY2-162" fmla="*/ 2993745 h 3082645"/>
              <a:gd name="connsiteX3-163" fmla="*/ 3466261 w 3490661"/>
              <a:gd name="connsiteY3-164" fmla="*/ 1630209 h 3082645"/>
              <a:gd name="connsiteX4-165" fmla="*/ 3466254 w 3490661"/>
              <a:gd name="connsiteY4-166" fmla="*/ 1452423 h 3082645"/>
              <a:gd name="connsiteX5-167" fmla="*/ 2679021 w 3490661"/>
              <a:gd name="connsiteY5-168" fmla="*/ 88887 h 3082645"/>
              <a:gd name="connsiteX6-169" fmla="*/ 2525051 w 3490661"/>
              <a:gd name="connsiteY6-170" fmla="*/ 0 h 3082645"/>
              <a:gd name="connsiteX7-171" fmla="*/ 950576 w 3490661"/>
              <a:gd name="connsiteY7-172" fmla="*/ 0 h 3082645"/>
              <a:gd name="connsiteX8-173" fmla="*/ 796623 w 3490661"/>
              <a:gd name="connsiteY8-174" fmla="*/ 88900 h 3082645"/>
              <a:gd name="connsiteX9-175" fmla="*/ 9390 w 3490661"/>
              <a:gd name="connsiteY9-176" fmla="*/ 1452436 h 3082645"/>
              <a:gd name="connsiteX10-177" fmla="*/ 9398 w 3490661"/>
              <a:gd name="connsiteY10-178" fmla="*/ 1630223 h 3082645"/>
              <a:gd name="connsiteX11-179" fmla="*/ 796631 w 3490661"/>
              <a:gd name="connsiteY11-180" fmla="*/ 2993759 h 3082645"/>
              <a:gd name="connsiteX12-181" fmla="*/ 950601 w 3490661"/>
              <a:gd name="connsiteY12-182" fmla="*/ 3082645 h 3082645"/>
              <a:gd name="connsiteX0-183" fmla="*/ 950601 w 3490661"/>
              <a:gd name="connsiteY0-184" fmla="*/ 3082645 h 3082645"/>
              <a:gd name="connsiteX1-185" fmla="*/ 2525075 w 3490661"/>
              <a:gd name="connsiteY1-186" fmla="*/ 3082645 h 3082645"/>
              <a:gd name="connsiteX2-187" fmla="*/ 2679028 w 3490661"/>
              <a:gd name="connsiteY2-188" fmla="*/ 2993745 h 3082645"/>
              <a:gd name="connsiteX3-189" fmla="*/ 3466261 w 3490661"/>
              <a:gd name="connsiteY3-190" fmla="*/ 1630209 h 3082645"/>
              <a:gd name="connsiteX4-191" fmla="*/ 3466254 w 3490661"/>
              <a:gd name="connsiteY4-192" fmla="*/ 1452423 h 3082645"/>
              <a:gd name="connsiteX5-193" fmla="*/ 2679021 w 3490661"/>
              <a:gd name="connsiteY5-194" fmla="*/ 88887 h 3082645"/>
              <a:gd name="connsiteX6-195" fmla="*/ 2525051 w 3490661"/>
              <a:gd name="connsiteY6-196" fmla="*/ 0 h 3082645"/>
              <a:gd name="connsiteX7-197" fmla="*/ 950576 w 3490661"/>
              <a:gd name="connsiteY7-198" fmla="*/ 0 h 3082645"/>
              <a:gd name="connsiteX8-199" fmla="*/ 796623 w 3490661"/>
              <a:gd name="connsiteY8-200" fmla="*/ 88900 h 3082645"/>
              <a:gd name="connsiteX9-201" fmla="*/ 9390 w 3490661"/>
              <a:gd name="connsiteY9-202" fmla="*/ 1452436 h 3082645"/>
              <a:gd name="connsiteX10-203" fmla="*/ 9398 w 3490661"/>
              <a:gd name="connsiteY10-204" fmla="*/ 1630223 h 3082645"/>
              <a:gd name="connsiteX11-205" fmla="*/ 796631 w 3490661"/>
              <a:gd name="connsiteY11-206" fmla="*/ 2993759 h 3082645"/>
              <a:gd name="connsiteX12-207" fmla="*/ 950601 w 3490661"/>
              <a:gd name="connsiteY12-208" fmla="*/ 3082645 h 3082645"/>
              <a:gd name="connsiteX0-209" fmla="*/ 950601 w 3490661"/>
              <a:gd name="connsiteY0-210" fmla="*/ 3082645 h 3082645"/>
              <a:gd name="connsiteX1-211" fmla="*/ 2525075 w 3490661"/>
              <a:gd name="connsiteY1-212" fmla="*/ 3082645 h 3082645"/>
              <a:gd name="connsiteX2-213" fmla="*/ 2679028 w 3490661"/>
              <a:gd name="connsiteY2-214" fmla="*/ 2993745 h 3082645"/>
              <a:gd name="connsiteX3-215" fmla="*/ 3466261 w 3490661"/>
              <a:gd name="connsiteY3-216" fmla="*/ 1630209 h 3082645"/>
              <a:gd name="connsiteX4-217" fmla="*/ 3466254 w 3490661"/>
              <a:gd name="connsiteY4-218" fmla="*/ 1452423 h 3082645"/>
              <a:gd name="connsiteX5-219" fmla="*/ 2679021 w 3490661"/>
              <a:gd name="connsiteY5-220" fmla="*/ 88887 h 3082645"/>
              <a:gd name="connsiteX6-221" fmla="*/ 2525051 w 3490661"/>
              <a:gd name="connsiteY6-222" fmla="*/ 0 h 3082645"/>
              <a:gd name="connsiteX7-223" fmla="*/ 950576 w 3490661"/>
              <a:gd name="connsiteY7-224" fmla="*/ 0 h 3082645"/>
              <a:gd name="connsiteX8-225" fmla="*/ 796623 w 3490661"/>
              <a:gd name="connsiteY8-226" fmla="*/ 88900 h 3082645"/>
              <a:gd name="connsiteX9-227" fmla="*/ 9390 w 3490661"/>
              <a:gd name="connsiteY9-228" fmla="*/ 1452436 h 3082645"/>
              <a:gd name="connsiteX10-229" fmla="*/ 9398 w 3490661"/>
              <a:gd name="connsiteY10-230" fmla="*/ 1630223 h 3082645"/>
              <a:gd name="connsiteX11-231" fmla="*/ 796631 w 3490661"/>
              <a:gd name="connsiteY11-232" fmla="*/ 2993759 h 3082645"/>
              <a:gd name="connsiteX12-233" fmla="*/ 950601 w 3490661"/>
              <a:gd name="connsiteY12-234" fmla="*/ 3082645 h 3082645"/>
              <a:gd name="connsiteX0-235" fmla="*/ 950601 w 3490661"/>
              <a:gd name="connsiteY0-236" fmla="*/ 3082645 h 3082645"/>
              <a:gd name="connsiteX1-237" fmla="*/ 2525075 w 3490661"/>
              <a:gd name="connsiteY1-238" fmla="*/ 3082645 h 3082645"/>
              <a:gd name="connsiteX2-239" fmla="*/ 2679028 w 3490661"/>
              <a:gd name="connsiteY2-240" fmla="*/ 2993745 h 3082645"/>
              <a:gd name="connsiteX3-241" fmla="*/ 3466261 w 3490661"/>
              <a:gd name="connsiteY3-242" fmla="*/ 1630209 h 3082645"/>
              <a:gd name="connsiteX4-243" fmla="*/ 3466254 w 3490661"/>
              <a:gd name="connsiteY4-244" fmla="*/ 1452423 h 3082645"/>
              <a:gd name="connsiteX5-245" fmla="*/ 2679021 w 3490661"/>
              <a:gd name="connsiteY5-246" fmla="*/ 88887 h 3082645"/>
              <a:gd name="connsiteX6-247" fmla="*/ 2525051 w 3490661"/>
              <a:gd name="connsiteY6-248" fmla="*/ 0 h 3082645"/>
              <a:gd name="connsiteX7-249" fmla="*/ 950576 w 3490661"/>
              <a:gd name="connsiteY7-250" fmla="*/ 0 h 3082645"/>
              <a:gd name="connsiteX8-251" fmla="*/ 796623 w 3490661"/>
              <a:gd name="connsiteY8-252" fmla="*/ 88900 h 3082645"/>
              <a:gd name="connsiteX9-253" fmla="*/ 9390 w 3490661"/>
              <a:gd name="connsiteY9-254" fmla="*/ 1452436 h 3082645"/>
              <a:gd name="connsiteX10-255" fmla="*/ 9398 w 3490661"/>
              <a:gd name="connsiteY10-256" fmla="*/ 1630223 h 3082645"/>
              <a:gd name="connsiteX11-257" fmla="*/ 796631 w 3490661"/>
              <a:gd name="connsiteY11-258" fmla="*/ 2993759 h 3082645"/>
              <a:gd name="connsiteX12-259" fmla="*/ 950601 w 3490661"/>
              <a:gd name="connsiteY12-260" fmla="*/ 3082645 h 3082645"/>
              <a:gd name="connsiteX0-261" fmla="*/ 950601 w 3490661"/>
              <a:gd name="connsiteY0-262" fmla="*/ 3082645 h 3082645"/>
              <a:gd name="connsiteX1-263" fmla="*/ 2525075 w 3490661"/>
              <a:gd name="connsiteY1-264" fmla="*/ 3082645 h 3082645"/>
              <a:gd name="connsiteX2-265" fmla="*/ 2679028 w 3490661"/>
              <a:gd name="connsiteY2-266" fmla="*/ 2993745 h 3082645"/>
              <a:gd name="connsiteX3-267" fmla="*/ 3466261 w 3490661"/>
              <a:gd name="connsiteY3-268" fmla="*/ 1630209 h 3082645"/>
              <a:gd name="connsiteX4-269" fmla="*/ 3466254 w 3490661"/>
              <a:gd name="connsiteY4-270" fmla="*/ 1452423 h 3082645"/>
              <a:gd name="connsiteX5-271" fmla="*/ 2679021 w 3490661"/>
              <a:gd name="connsiteY5-272" fmla="*/ 88887 h 3082645"/>
              <a:gd name="connsiteX6-273" fmla="*/ 2525051 w 3490661"/>
              <a:gd name="connsiteY6-274" fmla="*/ 0 h 3082645"/>
              <a:gd name="connsiteX7-275" fmla="*/ 950576 w 3490661"/>
              <a:gd name="connsiteY7-276" fmla="*/ 0 h 3082645"/>
              <a:gd name="connsiteX8-277" fmla="*/ 796623 w 3490661"/>
              <a:gd name="connsiteY8-278" fmla="*/ 88900 h 3082645"/>
              <a:gd name="connsiteX9-279" fmla="*/ 9390 w 3490661"/>
              <a:gd name="connsiteY9-280" fmla="*/ 1452436 h 3082645"/>
              <a:gd name="connsiteX10-281" fmla="*/ 9398 w 3490661"/>
              <a:gd name="connsiteY10-282" fmla="*/ 1630223 h 3082645"/>
              <a:gd name="connsiteX11-283" fmla="*/ 796631 w 3490661"/>
              <a:gd name="connsiteY11-284" fmla="*/ 2993759 h 3082645"/>
              <a:gd name="connsiteX12-285" fmla="*/ 950601 w 3490661"/>
              <a:gd name="connsiteY12-286" fmla="*/ 3082645 h 3082645"/>
              <a:gd name="connsiteX0-287" fmla="*/ 950601 w 3490661"/>
              <a:gd name="connsiteY0-288" fmla="*/ 3082645 h 3082645"/>
              <a:gd name="connsiteX1-289" fmla="*/ 2525075 w 3490661"/>
              <a:gd name="connsiteY1-290" fmla="*/ 3082645 h 3082645"/>
              <a:gd name="connsiteX2-291" fmla="*/ 2679028 w 3490661"/>
              <a:gd name="connsiteY2-292" fmla="*/ 2993745 h 3082645"/>
              <a:gd name="connsiteX3-293" fmla="*/ 3466261 w 3490661"/>
              <a:gd name="connsiteY3-294" fmla="*/ 1630209 h 3082645"/>
              <a:gd name="connsiteX4-295" fmla="*/ 3466254 w 3490661"/>
              <a:gd name="connsiteY4-296" fmla="*/ 1452423 h 3082645"/>
              <a:gd name="connsiteX5-297" fmla="*/ 2679021 w 3490661"/>
              <a:gd name="connsiteY5-298" fmla="*/ 88887 h 3082645"/>
              <a:gd name="connsiteX6-299" fmla="*/ 2525051 w 3490661"/>
              <a:gd name="connsiteY6-300" fmla="*/ 0 h 3082645"/>
              <a:gd name="connsiteX7-301" fmla="*/ 950576 w 3490661"/>
              <a:gd name="connsiteY7-302" fmla="*/ 0 h 3082645"/>
              <a:gd name="connsiteX8-303" fmla="*/ 796623 w 3490661"/>
              <a:gd name="connsiteY8-304" fmla="*/ 88900 h 3082645"/>
              <a:gd name="connsiteX9-305" fmla="*/ 9390 w 3490661"/>
              <a:gd name="connsiteY9-306" fmla="*/ 1452436 h 3082645"/>
              <a:gd name="connsiteX10-307" fmla="*/ 9398 w 3490661"/>
              <a:gd name="connsiteY10-308" fmla="*/ 1630223 h 3082645"/>
              <a:gd name="connsiteX11-309" fmla="*/ 796631 w 3490661"/>
              <a:gd name="connsiteY11-310" fmla="*/ 2993759 h 3082645"/>
              <a:gd name="connsiteX12-311" fmla="*/ 950601 w 3490661"/>
              <a:gd name="connsiteY12-312" fmla="*/ 3082645 h 3082645"/>
              <a:gd name="connsiteX0-313" fmla="*/ 950601 w 3490661"/>
              <a:gd name="connsiteY0-314" fmla="*/ 3082645 h 3082645"/>
              <a:gd name="connsiteX1-315" fmla="*/ 2525075 w 3490661"/>
              <a:gd name="connsiteY1-316" fmla="*/ 3082645 h 3082645"/>
              <a:gd name="connsiteX2-317" fmla="*/ 2679028 w 3490661"/>
              <a:gd name="connsiteY2-318" fmla="*/ 2993745 h 3082645"/>
              <a:gd name="connsiteX3-319" fmla="*/ 3466261 w 3490661"/>
              <a:gd name="connsiteY3-320" fmla="*/ 1630209 h 3082645"/>
              <a:gd name="connsiteX4-321" fmla="*/ 3466254 w 3490661"/>
              <a:gd name="connsiteY4-322" fmla="*/ 1452423 h 3082645"/>
              <a:gd name="connsiteX5-323" fmla="*/ 2679021 w 3490661"/>
              <a:gd name="connsiteY5-324" fmla="*/ 88887 h 3082645"/>
              <a:gd name="connsiteX6-325" fmla="*/ 2525051 w 3490661"/>
              <a:gd name="connsiteY6-326" fmla="*/ 0 h 3082645"/>
              <a:gd name="connsiteX7-327" fmla="*/ 950576 w 3490661"/>
              <a:gd name="connsiteY7-328" fmla="*/ 0 h 3082645"/>
              <a:gd name="connsiteX8-329" fmla="*/ 796623 w 3490661"/>
              <a:gd name="connsiteY8-330" fmla="*/ 88900 h 3082645"/>
              <a:gd name="connsiteX9-331" fmla="*/ 9390 w 3490661"/>
              <a:gd name="connsiteY9-332" fmla="*/ 1452436 h 3082645"/>
              <a:gd name="connsiteX10-333" fmla="*/ 9398 w 3490661"/>
              <a:gd name="connsiteY10-334" fmla="*/ 1630223 h 3082645"/>
              <a:gd name="connsiteX11-335" fmla="*/ 796631 w 3490661"/>
              <a:gd name="connsiteY11-336" fmla="*/ 2993759 h 3082645"/>
              <a:gd name="connsiteX12-337" fmla="*/ 950601 w 3490661"/>
              <a:gd name="connsiteY12-338" fmla="*/ 3082645 h 3082645"/>
              <a:gd name="connsiteX0-339" fmla="*/ 950601 w 3490661"/>
              <a:gd name="connsiteY0-340" fmla="*/ 3082645 h 3082645"/>
              <a:gd name="connsiteX1-341" fmla="*/ 2525075 w 3490661"/>
              <a:gd name="connsiteY1-342" fmla="*/ 3082645 h 3082645"/>
              <a:gd name="connsiteX2-343" fmla="*/ 2679028 w 3490661"/>
              <a:gd name="connsiteY2-344" fmla="*/ 2993745 h 3082645"/>
              <a:gd name="connsiteX3-345" fmla="*/ 3466261 w 3490661"/>
              <a:gd name="connsiteY3-346" fmla="*/ 1630209 h 3082645"/>
              <a:gd name="connsiteX4-347" fmla="*/ 3466254 w 3490661"/>
              <a:gd name="connsiteY4-348" fmla="*/ 1452423 h 3082645"/>
              <a:gd name="connsiteX5-349" fmla="*/ 2679021 w 3490661"/>
              <a:gd name="connsiteY5-350" fmla="*/ 88887 h 3082645"/>
              <a:gd name="connsiteX6-351" fmla="*/ 2525051 w 3490661"/>
              <a:gd name="connsiteY6-352" fmla="*/ 0 h 3082645"/>
              <a:gd name="connsiteX7-353" fmla="*/ 950576 w 3490661"/>
              <a:gd name="connsiteY7-354" fmla="*/ 0 h 3082645"/>
              <a:gd name="connsiteX8-355" fmla="*/ 796623 w 3490661"/>
              <a:gd name="connsiteY8-356" fmla="*/ 88900 h 3082645"/>
              <a:gd name="connsiteX9-357" fmla="*/ 9390 w 3490661"/>
              <a:gd name="connsiteY9-358" fmla="*/ 1452436 h 3082645"/>
              <a:gd name="connsiteX10-359" fmla="*/ 9398 w 3490661"/>
              <a:gd name="connsiteY10-360" fmla="*/ 1630223 h 3082645"/>
              <a:gd name="connsiteX11-361" fmla="*/ 796631 w 3490661"/>
              <a:gd name="connsiteY11-362" fmla="*/ 2993759 h 3082645"/>
              <a:gd name="connsiteX12-363" fmla="*/ 950601 w 3490661"/>
              <a:gd name="connsiteY12-364" fmla="*/ 3082645 h 3082645"/>
              <a:gd name="connsiteX0-365" fmla="*/ 950601 w 3490661"/>
              <a:gd name="connsiteY0-366" fmla="*/ 3082645 h 3082645"/>
              <a:gd name="connsiteX1-367" fmla="*/ 2525075 w 3490661"/>
              <a:gd name="connsiteY1-368" fmla="*/ 3082645 h 3082645"/>
              <a:gd name="connsiteX2-369" fmla="*/ 2679028 w 3490661"/>
              <a:gd name="connsiteY2-370" fmla="*/ 2993745 h 3082645"/>
              <a:gd name="connsiteX3-371" fmla="*/ 3466261 w 3490661"/>
              <a:gd name="connsiteY3-372" fmla="*/ 1630209 h 3082645"/>
              <a:gd name="connsiteX4-373" fmla="*/ 3466254 w 3490661"/>
              <a:gd name="connsiteY4-374" fmla="*/ 1452423 h 3082645"/>
              <a:gd name="connsiteX5-375" fmla="*/ 2679021 w 3490661"/>
              <a:gd name="connsiteY5-376" fmla="*/ 88887 h 3082645"/>
              <a:gd name="connsiteX6-377" fmla="*/ 2525051 w 3490661"/>
              <a:gd name="connsiteY6-378" fmla="*/ 0 h 3082645"/>
              <a:gd name="connsiteX7-379" fmla="*/ 950576 w 3490661"/>
              <a:gd name="connsiteY7-380" fmla="*/ 0 h 3082645"/>
              <a:gd name="connsiteX8-381" fmla="*/ 796623 w 3490661"/>
              <a:gd name="connsiteY8-382" fmla="*/ 88900 h 3082645"/>
              <a:gd name="connsiteX9-383" fmla="*/ 9390 w 3490661"/>
              <a:gd name="connsiteY9-384" fmla="*/ 1452436 h 3082645"/>
              <a:gd name="connsiteX10-385" fmla="*/ 9398 w 3490661"/>
              <a:gd name="connsiteY10-386" fmla="*/ 1630223 h 3082645"/>
              <a:gd name="connsiteX11-387" fmla="*/ 796631 w 3490661"/>
              <a:gd name="connsiteY11-388" fmla="*/ 2993759 h 3082645"/>
              <a:gd name="connsiteX12-389" fmla="*/ 950601 w 3490661"/>
              <a:gd name="connsiteY12-390" fmla="*/ 3082645 h 3082645"/>
              <a:gd name="connsiteX0-391" fmla="*/ 950601 w 3490661"/>
              <a:gd name="connsiteY0-392" fmla="*/ 3082645 h 3082645"/>
              <a:gd name="connsiteX1-393" fmla="*/ 2525075 w 3490661"/>
              <a:gd name="connsiteY1-394" fmla="*/ 3082645 h 3082645"/>
              <a:gd name="connsiteX2-395" fmla="*/ 2679028 w 3490661"/>
              <a:gd name="connsiteY2-396" fmla="*/ 2993745 h 3082645"/>
              <a:gd name="connsiteX3-397" fmla="*/ 3466261 w 3490661"/>
              <a:gd name="connsiteY3-398" fmla="*/ 1630209 h 3082645"/>
              <a:gd name="connsiteX4-399" fmla="*/ 3466254 w 3490661"/>
              <a:gd name="connsiteY4-400" fmla="*/ 1452423 h 3082645"/>
              <a:gd name="connsiteX5-401" fmla="*/ 2679021 w 3490661"/>
              <a:gd name="connsiteY5-402" fmla="*/ 88887 h 3082645"/>
              <a:gd name="connsiteX6-403" fmla="*/ 2525051 w 3490661"/>
              <a:gd name="connsiteY6-404" fmla="*/ 0 h 3082645"/>
              <a:gd name="connsiteX7-405" fmla="*/ 950576 w 3490661"/>
              <a:gd name="connsiteY7-406" fmla="*/ 0 h 3082645"/>
              <a:gd name="connsiteX8-407" fmla="*/ 796623 w 3490661"/>
              <a:gd name="connsiteY8-408" fmla="*/ 88900 h 3082645"/>
              <a:gd name="connsiteX9-409" fmla="*/ 9390 w 3490661"/>
              <a:gd name="connsiteY9-410" fmla="*/ 1452436 h 3082645"/>
              <a:gd name="connsiteX10-411" fmla="*/ 9398 w 3490661"/>
              <a:gd name="connsiteY10-412" fmla="*/ 1630223 h 3082645"/>
              <a:gd name="connsiteX11-413" fmla="*/ 796631 w 3490661"/>
              <a:gd name="connsiteY11-414" fmla="*/ 2993759 h 3082645"/>
              <a:gd name="connsiteX12-415" fmla="*/ 950601 w 3490661"/>
              <a:gd name="connsiteY12-416" fmla="*/ 3082645 h 3082645"/>
              <a:gd name="connsiteX0-417" fmla="*/ 950601 w 3490661"/>
              <a:gd name="connsiteY0-418" fmla="*/ 3082645 h 3082645"/>
              <a:gd name="connsiteX1-419" fmla="*/ 2525075 w 3490661"/>
              <a:gd name="connsiteY1-420" fmla="*/ 3082645 h 3082645"/>
              <a:gd name="connsiteX2-421" fmla="*/ 2679028 w 3490661"/>
              <a:gd name="connsiteY2-422" fmla="*/ 2993745 h 3082645"/>
              <a:gd name="connsiteX3-423" fmla="*/ 3466261 w 3490661"/>
              <a:gd name="connsiteY3-424" fmla="*/ 1630209 h 3082645"/>
              <a:gd name="connsiteX4-425" fmla="*/ 3466254 w 3490661"/>
              <a:gd name="connsiteY4-426" fmla="*/ 1452423 h 3082645"/>
              <a:gd name="connsiteX5-427" fmla="*/ 2679021 w 3490661"/>
              <a:gd name="connsiteY5-428" fmla="*/ 88887 h 3082645"/>
              <a:gd name="connsiteX6-429" fmla="*/ 2525051 w 3490661"/>
              <a:gd name="connsiteY6-430" fmla="*/ 0 h 3082645"/>
              <a:gd name="connsiteX7-431" fmla="*/ 950576 w 3490661"/>
              <a:gd name="connsiteY7-432" fmla="*/ 0 h 3082645"/>
              <a:gd name="connsiteX8-433" fmla="*/ 796623 w 3490661"/>
              <a:gd name="connsiteY8-434" fmla="*/ 88900 h 3082645"/>
              <a:gd name="connsiteX9-435" fmla="*/ 9390 w 3490661"/>
              <a:gd name="connsiteY9-436" fmla="*/ 1452436 h 3082645"/>
              <a:gd name="connsiteX10-437" fmla="*/ 9398 w 3490661"/>
              <a:gd name="connsiteY10-438" fmla="*/ 1630223 h 3082645"/>
              <a:gd name="connsiteX11-439" fmla="*/ 796631 w 3490661"/>
              <a:gd name="connsiteY11-440" fmla="*/ 2993759 h 3082645"/>
              <a:gd name="connsiteX12-441" fmla="*/ 950601 w 3490661"/>
              <a:gd name="connsiteY12-442" fmla="*/ 3082645 h 3082645"/>
              <a:gd name="connsiteX0-443" fmla="*/ 950603 w 3490663"/>
              <a:gd name="connsiteY0-444" fmla="*/ 3082645 h 3082645"/>
              <a:gd name="connsiteX1-445" fmla="*/ 2525077 w 3490663"/>
              <a:gd name="connsiteY1-446" fmla="*/ 3082645 h 3082645"/>
              <a:gd name="connsiteX2-447" fmla="*/ 2679030 w 3490663"/>
              <a:gd name="connsiteY2-448" fmla="*/ 2993745 h 3082645"/>
              <a:gd name="connsiteX3-449" fmla="*/ 3466263 w 3490663"/>
              <a:gd name="connsiteY3-450" fmla="*/ 1630209 h 3082645"/>
              <a:gd name="connsiteX4-451" fmla="*/ 3466256 w 3490663"/>
              <a:gd name="connsiteY4-452" fmla="*/ 1452423 h 3082645"/>
              <a:gd name="connsiteX5-453" fmla="*/ 2679023 w 3490663"/>
              <a:gd name="connsiteY5-454" fmla="*/ 88887 h 3082645"/>
              <a:gd name="connsiteX6-455" fmla="*/ 2525053 w 3490663"/>
              <a:gd name="connsiteY6-456" fmla="*/ 0 h 3082645"/>
              <a:gd name="connsiteX7-457" fmla="*/ 950578 w 3490663"/>
              <a:gd name="connsiteY7-458" fmla="*/ 0 h 3082645"/>
              <a:gd name="connsiteX8-459" fmla="*/ 796625 w 3490663"/>
              <a:gd name="connsiteY8-460" fmla="*/ 88900 h 3082645"/>
              <a:gd name="connsiteX9-461" fmla="*/ 9392 w 3490663"/>
              <a:gd name="connsiteY9-462" fmla="*/ 1452436 h 3082645"/>
              <a:gd name="connsiteX10-463" fmla="*/ 9400 w 3490663"/>
              <a:gd name="connsiteY10-464" fmla="*/ 1630223 h 3082645"/>
              <a:gd name="connsiteX11-465" fmla="*/ 796633 w 3490663"/>
              <a:gd name="connsiteY11-466" fmla="*/ 2993759 h 3082645"/>
              <a:gd name="connsiteX12-467" fmla="*/ 950603 w 3490663"/>
              <a:gd name="connsiteY12-468" fmla="*/ 3082645 h 3082645"/>
              <a:gd name="connsiteX0-469" fmla="*/ 965611 w 3505671"/>
              <a:gd name="connsiteY0-470" fmla="*/ 3082645 h 3082645"/>
              <a:gd name="connsiteX1-471" fmla="*/ 2540085 w 3505671"/>
              <a:gd name="connsiteY1-472" fmla="*/ 3082645 h 3082645"/>
              <a:gd name="connsiteX2-473" fmla="*/ 2694038 w 3505671"/>
              <a:gd name="connsiteY2-474" fmla="*/ 2993745 h 3082645"/>
              <a:gd name="connsiteX3-475" fmla="*/ 3481271 w 3505671"/>
              <a:gd name="connsiteY3-476" fmla="*/ 1630209 h 3082645"/>
              <a:gd name="connsiteX4-477" fmla="*/ 3481264 w 3505671"/>
              <a:gd name="connsiteY4-478" fmla="*/ 1452423 h 3082645"/>
              <a:gd name="connsiteX5-479" fmla="*/ 2694031 w 3505671"/>
              <a:gd name="connsiteY5-480" fmla="*/ 88887 h 3082645"/>
              <a:gd name="connsiteX6-481" fmla="*/ 2540061 w 3505671"/>
              <a:gd name="connsiteY6-482" fmla="*/ 0 h 3082645"/>
              <a:gd name="connsiteX7-483" fmla="*/ 965586 w 3505671"/>
              <a:gd name="connsiteY7-484" fmla="*/ 0 h 3082645"/>
              <a:gd name="connsiteX8-485" fmla="*/ 811633 w 3505671"/>
              <a:gd name="connsiteY8-486" fmla="*/ 88900 h 3082645"/>
              <a:gd name="connsiteX9-487" fmla="*/ 24400 w 3505671"/>
              <a:gd name="connsiteY9-488" fmla="*/ 1452436 h 3082645"/>
              <a:gd name="connsiteX10-489" fmla="*/ 24408 w 3505671"/>
              <a:gd name="connsiteY10-490" fmla="*/ 1630223 h 3082645"/>
              <a:gd name="connsiteX11-491" fmla="*/ 811641 w 3505671"/>
              <a:gd name="connsiteY11-492" fmla="*/ 2993759 h 3082645"/>
              <a:gd name="connsiteX12-493" fmla="*/ 965611 w 3505671"/>
              <a:gd name="connsiteY12-494" fmla="*/ 3082645 h 3082645"/>
              <a:gd name="connsiteX0-495" fmla="*/ 965611 w 3505671"/>
              <a:gd name="connsiteY0-496" fmla="*/ 3082645 h 3082645"/>
              <a:gd name="connsiteX1-497" fmla="*/ 2540085 w 3505671"/>
              <a:gd name="connsiteY1-498" fmla="*/ 3082645 h 3082645"/>
              <a:gd name="connsiteX2-499" fmla="*/ 2694038 w 3505671"/>
              <a:gd name="connsiteY2-500" fmla="*/ 2993745 h 3082645"/>
              <a:gd name="connsiteX3-501" fmla="*/ 3481271 w 3505671"/>
              <a:gd name="connsiteY3-502" fmla="*/ 1630209 h 3082645"/>
              <a:gd name="connsiteX4-503" fmla="*/ 3481264 w 3505671"/>
              <a:gd name="connsiteY4-504" fmla="*/ 1452423 h 3082645"/>
              <a:gd name="connsiteX5-505" fmla="*/ 2694031 w 3505671"/>
              <a:gd name="connsiteY5-506" fmla="*/ 88887 h 3082645"/>
              <a:gd name="connsiteX6-507" fmla="*/ 2540061 w 3505671"/>
              <a:gd name="connsiteY6-508" fmla="*/ 0 h 3082645"/>
              <a:gd name="connsiteX7-509" fmla="*/ 965586 w 3505671"/>
              <a:gd name="connsiteY7-510" fmla="*/ 0 h 3082645"/>
              <a:gd name="connsiteX8-511" fmla="*/ 811633 w 3505671"/>
              <a:gd name="connsiteY8-512" fmla="*/ 88900 h 3082645"/>
              <a:gd name="connsiteX9-513" fmla="*/ 24400 w 3505671"/>
              <a:gd name="connsiteY9-514" fmla="*/ 1452436 h 3082645"/>
              <a:gd name="connsiteX10-515" fmla="*/ 24408 w 3505671"/>
              <a:gd name="connsiteY10-516" fmla="*/ 1630223 h 3082645"/>
              <a:gd name="connsiteX11-517" fmla="*/ 811641 w 3505671"/>
              <a:gd name="connsiteY11-518" fmla="*/ 2993759 h 3082645"/>
              <a:gd name="connsiteX12-519" fmla="*/ 965611 w 3505671"/>
              <a:gd name="connsiteY12-520" fmla="*/ 3082645 h 3082645"/>
              <a:gd name="connsiteX0-521" fmla="*/ 965611 w 3505671"/>
              <a:gd name="connsiteY0-522" fmla="*/ 3082645 h 3082645"/>
              <a:gd name="connsiteX1-523" fmla="*/ 2540085 w 3505671"/>
              <a:gd name="connsiteY1-524" fmla="*/ 3082645 h 3082645"/>
              <a:gd name="connsiteX2-525" fmla="*/ 2694038 w 3505671"/>
              <a:gd name="connsiteY2-526" fmla="*/ 2993745 h 3082645"/>
              <a:gd name="connsiteX3-527" fmla="*/ 3481271 w 3505671"/>
              <a:gd name="connsiteY3-528" fmla="*/ 1630209 h 3082645"/>
              <a:gd name="connsiteX4-529" fmla="*/ 3481264 w 3505671"/>
              <a:gd name="connsiteY4-530" fmla="*/ 1452423 h 3082645"/>
              <a:gd name="connsiteX5-531" fmla="*/ 2694031 w 3505671"/>
              <a:gd name="connsiteY5-532" fmla="*/ 88887 h 3082645"/>
              <a:gd name="connsiteX6-533" fmla="*/ 2540061 w 3505671"/>
              <a:gd name="connsiteY6-534" fmla="*/ 0 h 3082645"/>
              <a:gd name="connsiteX7-535" fmla="*/ 965586 w 3505671"/>
              <a:gd name="connsiteY7-536" fmla="*/ 0 h 3082645"/>
              <a:gd name="connsiteX8-537" fmla="*/ 811633 w 3505671"/>
              <a:gd name="connsiteY8-538" fmla="*/ 88900 h 3082645"/>
              <a:gd name="connsiteX9-539" fmla="*/ 24400 w 3505671"/>
              <a:gd name="connsiteY9-540" fmla="*/ 1452436 h 3082645"/>
              <a:gd name="connsiteX10-541" fmla="*/ 24408 w 3505671"/>
              <a:gd name="connsiteY10-542" fmla="*/ 1630223 h 3082645"/>
              <a:gd name="connsiteX11-543" fmla="*/ 811641 w 3505671"/>
              <a:gd name="connsiteY11-544" fmla="*/ 2993759 h 3082645"/>
              <a:gd name="connsiteX12-545" fmla="*/ 965611 w 3505671"/>
              <a:gd name="connsiteY12-546" fmla="*/ 3082645 h 3082645"/>
              <a:gd name="connsiteX0-547" fmla="*/ 965611 w 3505671"/>
              <a:gd name="connsiteY0-548" fmla="*/ 3082645 h 3082645"/>
              <a:gd name="connsiteX1-549" fmla="*/ 2540085 w 3505671"/>
              <a:gd name="connsiteY1-550" fmla="*/ 3082645 h 3082645"/>
              <a:gd name="connsiteX2-551" fmla="*/ 2694038 w 3505671"/>
              <a:gd name="connsiteY2-552" fmla="*/ 2993745 h 3082645"/>
              <a:gd name="connsiteX3-553" fmla="*/ 3481271 w 3505671"/>
              <a:gd name="connsiteY3-554" fmla="*/ 1630209 h 3082645"/>
              <a:gd name="connsiteX4-555" fmla="*/ 3481264 w 3505671"/>
              <a:gd name="connsiteY4-556" fmla="*/ 1452423 h 3082645"/>
              <a:gd name="connsiteX5-557" fmla="*/ 2694031 w 3505671"/>
              <a:gd name="connsiteY5-558" fmla="*/ 88887 h 3082645"/>
              <a:gd name="connsiteX6-559" fmla="*/ 2540061 w 3505671"/>
              <a:gd name="connsiteY6-560" fmla="*/ 0 h 3082645"/>
              <a:gd name="connsiteX7-561" fmla="*/ 965586 w 3505671"/>
              <a:gd name="connsiteY7-562" fmla="*/ 0 h 3082645"/>
              <a:gd name="connsiteX8-563" fmla="*/ 811633 w 3505671"/>
              <a:gd name="connsiteY8-564" fmla="*/ 88900 h 3082645"/>
              <a:gd name="connsiteX9-565" fmla="*/ 24400 w 3505671"/>
              <a:gd name="connsiteY9-566" fmla="*/ 1452436 h 3082645"/>
              <a:gd name="connsiteX10-567" fmla="*/ 24408 w 3505671"/>
              <a:gd name="connsiteY10-568" fmla="*/ 1630223 h 3082645"/>
              <a:gd name="connsiteX11-569" fmla="*/ 811641 w 3505671"/>
              <a:gd name="connsiteY11-570" fmla="*/ 2993759 h 3082645"/>
              <a:gd name="connsiteX12-571" fmla="*/ 965611 w 3505671"/>
              <a:gd name="connsiteY12-572" fmla="*/ 3082645 h 30826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05671" h="3082645">
                <a:moveTo>
                  <a:pt x="965611" y="3082645"/>
                </a:moveTo>
                <a:cubicBezTo>
                  <a:pt x="1030690" y="3082645"/>
                  <a:pt x="2475006" y="3082646"/>
                  <a:pt x="2540085" y="3082645"/>
                </a:cubicBezTo>
                <a:cubicBezTo>
                  <a:pt x="2605164" y="3082646"/>
                  <a:pt x="2661499" y="3050107"/>
                  <a:pt x="2694038" y="2993745"/>
                </a:cubicBezTo>
                <a:cubicBezTo>
                  <a:pt x="2726578" y="2937386"/>
                  <a:pt x="3448731" y="1686570"/>
                  <a:pt x="3481271" y="1630209"/>
                </a:cubicBezTo>
                <a:cubicBezTo>
                  <a:pt x="3513810" y="1573850"/>
                  <a:pt x="3513803" y="1508784"/>
                  <a:pt x="3481264" y="1452423"/>
                </a:cubicBezTo>
                <a:cubicBezTo>
                  <a:pt x="3448724" y="1396064"/>
                  <a:pt x="2726570" y="145248"/>
                  <a:pt x="2694031" y="88887"/>
                </a:cubicBezTo>
                <a:cubicBezTo>
                  <a:pt x="2661492" y="32528"/>
                  <a:pt x="2605139" y="1"/>
                  <a:pt x="2540061" y="0"/>
                </a:cubicBezTo>
                <a:cubicBezTo>
                  <a:pt x="2474982" y="1"/>
                  <a:pt x="1030665" y="1"/>
                  <a:pt x="965586" y="0"/>
                </a:cubicBezTo>
                <a:cubicBezTo>
                  <a:pt x="900507" y="1"/>
                  <a:pt x="844173" y="32540"/>
                  <a:pt x="811633" y="88900"/>
                </a:cubicBezTo>
                <a:cubicBezTo>
                  <a:pt x="779094" y="145261"/>
                  <a:pt x="56940" y="1396077"/>
                  <a:pt x="24400" y="1452436"/>
                </a:cubicBezTo>
                <a:cubicBezTo>
                  <a:pt x="-8139" y="1508797"/>
                  <a:pt x="-8132" y="1573863"/>
                  <a:pt x="24408" y="1630223"/>
                </a:cubicBezTo>
                <a:cubicBezTo>
                  <a:pt x="56947" y="1686584"/>
                  <a:pt x="779101" y="2937400"/>
                  <a:pt x="811641" y="2993759"/>
                </a:cubicBezTo>
                <a:cubicBezTo>
                  <a:pt x="844180" y="3050120"/>
                  <a:pt x="900532" y="3082645"/>
                  <a:pt x="965611" y="3082645"/>
                </a:cubicBezTo>
                <a:close/>
              </a:path>
            </a:pathLst>
          </a:custGeom>
          <a:gradFill>
            <a:gsLst>
              <a:gs pos="100000">
                <a:schemeClr val="accent1">
                  <a:alpha val="100000"/>
                </a:schemeClr>
              </a:gs>
              <a:gs pos="0">
                <a:schemeClr val="accent1">
                  <a:lumMod val="60000"/>
                  <a:lumOff val="40000"/>
                  <a:alpha val="100000"/>
                </a:schemeClr>
              </a:gs>
            </a:gsLst>
            <a:lin ang="54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9017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600" b="1">
              <a:solidFill>
                <a:schemeClr val="lt1"/>
              </a:solidFill>
              <a:sym typeface="+mn-ea"/>
            </a:endParaRPr>
          </a:p>
        </p:txBody>
      </p:sp>
      <p:sp>
        <p:nvSpPr>
          <p:cNvPr id="9" name="任意多边形: 形状 14296"/>
          <p:cNvSpPr/>
          <p:nvPr>
            <p:custDataLst>
              <p:tags r:id="rId3"/>
            </p:custDataLst>
          </p:nvPr>
        </p:nvSpPr>
        <p:spPr>
          <a:xfrm rot="1800000">
            <a:off x="4382771" y="3228023"/>
            <a:ext cx="480060" cy="422275"/>
          </a:xfrm>
          <a:custGeom>
            <a:avLst/>
            <a:gdLst>
              <a:gd name="connsiteX0" fmla="*/ 950601 w 3475650"/>
              <a:gd name="connsiteY0" fmla="*/ 3082645 h 3082645"/>
              <a:gd name="connsiteX1" fmla="*/ 2525075 w 3475650"/>
              <a:gd name="connsiteY1" fmla="*/ 3082645 h 3082645"/>
              <a:gd name="connsiteX2" fmla="*/ 2679028 w 3475650"/>
              <a:gd name="connsiteY2" fmla="*/ 2993745 h 3082645"/>
              <a:gd name="connsiteX3" fmla="*/ 3466261 w 3475650"/>
              <a:gd name="connsiteY3" fmla="*/ 1630209 h 3082645"/>
              <a:gd name="connsiteX4" fmla="*/ 3466254 w 3475650"/>
              <a:gd name="connsiteY4" fmla="*/ 1452423 h 3082645"/>
              <a:gd name="connsiteX5" fmla="*/ 2679021 w 3475650"/>
              <a:gd name="connsiteY5" fmla="*/ 88887 h 3082645"/>
              <a:gd name="connsiteX6" fmla="*/ 2525051 w 3475650"/>
              <a:gd name="connsiteY6" fmla="*/ 0 h 3082645"/>
              <a:gd name="connsiteX7" fmla="*/ 950576 w 3475650"/>
              <a:gd name="connsiteY7" fmla="*/ 0 h 3082645"/>
              <a:gd name="connsiteX8" fmla="*/ 796623 w 3475650"/>
              <a:gd name="connsiteY8" fmla="*/ 88900 h 3082645"/>
              <a:gd name="connsiteX9" fmla="*/ 9390 w 3475650"/>
              <a:gd name="connsiteY9" fmla="*/ 1452436 h 3082645"/>
              <a:gd name="connsiteX10" fmla="*/ 9398 w 3475650"/>
              <a:gd name="connsiteY10" fmla="*/ 1630223 h 3082645"/>
              <a:gd name="connsiteX11" fmla="*/ 796631 w 3475650"/>
              <a:gd name="connsiteY11" fmla="*/ 2993759 h 3082645"/>
              <a:gd name="connsiteX12" fmla="*/ 950601 w 3475650"/>
              <a:gd name="connsiteY12" fmla="*/ 3082645 h 3082645"/>
              <a:gd name="connsiteX0-1" fmla="*/ 950601 w 3475650"/>
              <a:gd name="connsiteY0-2" fmla="*/ 3082645 h 3082645"/>
              <a:gd name="connsiteX1-3" fmla="*/ 2525075 w 3475650"/>
              <a:gd name="connsiteY1-4" fmla="*/ 3082645 h 3082645"/>
              <a:gd name="connsiteX2-5" fmla="*/ 2679028 w 3475650"/>
              <a:gd name="connsiteY2-6" fmla="*/ 2993745 h 3082645"/>
              <a:gd name="connsiteX3-7" fmla="*/ 3466261 w 3475650"/>
              <a:gd name="connsiteY3-8" fmla="*/ 1630209 h 3082645"/>
              <a:gd name="connsiteX4-9" fmla="*/ 3466254 w 3475650"/>
              <a:gd name="connsiteY4-10" fmla="*/ 1452423 h 3082645"/>
              <a:gd name="connsiteX5-11" fmla="*/ 2679021 w 3475650"/>
              <a:gd name="connsiteY5-12" fmla="*/ 88887 h 3082645"/>
              <a:gd name="connsiteX6-13" fmla="*/ 2525051 w 3475650"/>
              <a:gd name="connsiteY6-14" fmla="*/ 0 h 3082645"/>
              <a:gd name="connsiteX7-15" fmla="*/ 950576 w 3475650"/>
              <a:gd name="connsiteY7-16" fmla="*/ 0 h 3082645"/>
              <a:gd name="connsiteX8-17" fmla="*/ 796623 w 3475650"/>
              <a:gd name="connsiteY8-18" fmla="*/ 88900 h 3082645"/>
              <a:gd name="connsiteX9-19" fmla="*/ 9390 w 3475650"/>
              <a:gd name="connsiteY9-20" fmla="*/ 1452436 h 3082645"/>
              <a:gd name="connsiteX10-21" fmla="*/ 9398 w 3475650"/>
              <a:gd name="connsiteY10-22" fmla="*/ 1630223 h 3082645"/>
              <a:gd name="connsiteX11-23" fmla="*/ 796631 w 3475650"/>
              <a:gd name="connsiteY11-24" fmla="*/ 2993759 h 3082645"/>
              <a:gd name="connsiteX12-25" fmla="*/ 950601 w 3475650"/>
              <a:gd name="connsiteY12-26" fmla="*/ 3082645 h 3082645"/>
              <a:gd name="connsiteX0-27" fmla="*/ 950601 w 3475650"/>
              <a:gd name="connsiteY0-28" fmla="*/ 3082645 h 3082645"/>
              <a:gd name="connsiteX1-29" fmla="*/ 2525075 w 3475650"/>
              <a:gd name="connsiteY1-30" fmla="*/ 3082645 h 3082645"/>
              <a:gd name="connsiteX2-31" fmla="*/ 2679028 w 3475650"/>
              <a:gd name="connsiteY2-32" fmla="*/ 2993745 h 3082645"/>
              <a:gd name="connsiteX3-33" fmla="*/ 3466261 w 3475650"/>
              <a:gd name="connsiteY3-34" fmla="*/ 1630209 h 3082645"/>
              <a:gd name="connsiteX4-35" fmla="*/ 3466254 w 3475650"/>
              <a:gd name="connsiteY4-36" fmla="*/ 1452423 h 3082645"/>
              <a:gd name="connsiteX5-37" fmla="*/ 2679021 w 3475650"/>
              <a:gd name="connsiteY5-38" fmla="*/ 88887 h 3082645"/>
              <a:gd name="connsiteX6-39" fmla="*/ 2525051 w 3475650"/>
              <a:gd name="connsiteY6-40" fmla="*/ 0 h 3082645"/>
              <a:gd name="connsiteX7-41" fmla="*/ 950576 w 3475650"/>
              <a:gd name="connsiteY7-42" fmla="*/ 0 h 3082645"/>
              <a:gd name="connsiteX8-43" fmla="*/ 796623 w 3475650"/>
              <a:gd name="connsiteY8-44" fmla="*/ 88900 h 3082645"/>
              <a:gd name="connsiteX9-45" fmla="*/ 9390 w 3475650"/>
              <a:gd name="connsiteY9-46" fmla="*/ 1452436 h 3082645"/>
              <a:gd name="connsiteX10-47" fmla="*/ 9398 w 3475650"/>
              <a:gd name="connsiteY10-48" fmla="*/ 1630223 h 3082645"/>
              <a:gd name="connsiteX11-49" fmla="*/ 796631 w 3475650"/>
              <a:gd name="connsiteY11-50" fmla="*/ 2993759 h 3082645"/>
              <a:gd name="connsiteX12-51" fmla="*/ 950601 w 3475650"/>
              <a:gd name="connsiteY12-52" fmla="*/ 3082645 h 3082645"/>
              <a:gd name="connsiteX0-53" fmla="*/ 950601 w 3475650"/>
              <a:gd name="connsiteY0-54" fmla="*/ 3082645 h 3082645"/>
              <a:gd name="connsiteX1-55" fmla="*/ 2525075 w 3475650"/>
              <a:gd name="connsiteY1-56" fmla="*/ 3082645 h 3082645"/>
              <a:gd name="connsiteX2-57" fmla="*/ 2679028 w 3475650"/>
              <a:gd name="connsiteY2-58" fmla="*/ 2993745 h 3082645"/>
              <a:gd name="connsiteX3-59" fmla="*/ 3466261 w 3475650"/>
              <a:gd name="connsiteY3-60" fmla="*/ 1630209 h 3082645"/>
              <a:gd name="connsiteX4-61" fmla="*/ 3466254 w 3475650"/>
              <a:gd name="connsiteY4-62" fmla="*/ 1452423 h 3082645"/>
              <a:gd name="connsiteX5-63" fmla="*/ 2679021 w 3475650"/>
              <a:gd name="connsiteY5-64" fmla="*/ 88887 h 3082645"/>
              <a:gd name="connsiteX6-65" fmla="*/ 2525051 w 3475650"/>
              <a:gd name="connsiteY6-66" fmla="*/ 0 h 3082645"/>
              <a:gd name="connsiteX7-67" fmla="*/ 950576 w 3475650"/>
              <a:gd name="connsiteY7-68" fmla="*/ 0 h 3082645"/>
              <a:gd name="connsiteX8-69" fmla="*/ 796623 w 3475650"/>
              <a:gd name="connsiteY8-70" fmla="*/ 88900 h 3082645"/>
              <a:gd name="connsiteX9-71" fmla="*/ 9390 w 3475650"/>
              <a:gd name="connsiteY9-72" fmla="*/ 1452436 h 3082645"/>
              <a:gd name="connsiteX10-73" fmla="*/ 9398 w 3475650"/>
              <a:gd name="connsiteY10-74" fmla="*/ 1630223 h 3082645"/>
              <a:gd name="connsiteX11-75" fmla="*/ 796631 w 3475650"/>
              <a:gd name="connsiteY11-76" fmla="*/ 2993759 h 3082645"/>
              <a:gd name="connsiteX12-77" fmla="*/ 950601 w 3475650"/>
              <a:gd name="connsiteY12-78" fmla="*/ 3082645 h 3082645"/>
              <a:gd name="connsiteX0-79" fmla="*/ 950601 w 3475650"/>
              <a:gd name="connsiteY0-80" fmla="*/ 3082645 h 3082645"/>
              <a:gd name="connsiteX1-81" fmla="*/ 2525075 w 3475650"/>
              <a:gd name="connsiteY1-82" fmla="*/ 3082645 h 3082645"/>
              <a:gd name="connsiteX2-83" fmla="*/ 2679028 w 3475650"/>
              <a:gd name="connsiteY2-84" fmla="*/ 2993745 h 3082645"/>
              <a:gd name="connsiteX3-85" fmla="*/ 3466261 w 3475650"/>
              <a:gd name="connsiteY3-86" fmla="*/ 1630209 h 3082645"/>
              <a:gd name="connsiteX4-87" fmla="*/ 3466254 w 3475650"/>
              <a:gd name="connsiteY4-88" fmla="*/ 1452423 h 3082645"/>
              <a:gd name="connsiteX5-89" fmla="*/ 2679021 w 3475650"/>
              <a:gd name="connsiteY5-90" fmla="*/ 88887 h 3082645"/>
              <a:gd name="connsiteX6-91" fmla="*/ 2525051 w 3475650"/>
              <a:gd name="connsiteY6-92" fmla="*/ 0 h 3082645"/>
              <a:gd name="connsiteX7-93" fmla="*/ 950576 w 3475650"/>
              <a:gd name="connsiteY7-94" fmla="*/ 0 h 3082645"/>
              <a:gd name="connsiteX8-95" fmla="*/ 796623 w 3475650"/>
              <a:gd name="connsiteY8-96" fmla="*/ 88900 h 3082645"/>
              <a:gd name="connsiteX9-97" fmla="*/ 9390 w 3475650"/>
              <a:gd name="connsiteY9-98" fmla="*/ 1452436 h 3082645"/>
              <a:gd name="connsiteX10-99" fmla="*/ 9398 w 3475650"/>
              <a:gd name="connsiteY10-100" fmla="*/ 1630223 h 3082645"/>
              <a:gd name="connsiteX11-101" fmla="*/ 796631 w 3475650"/>
              <a:gd name="connsiteY11-102" fmla="*/ 2993759 h 3082645"/>
              <a:gd name="connsiteX12-103" fmla="*/ 950601 w 3475650"/>
              <a:gd name="connsiteY12-104" fmla="*/ 3082645 h 3082645"/>
              <a:gd name="connsiteX0-105" fmla="*/ 950601 w 3475650"/>
              <a:gd name="connsiteY0-106" fmla="*/ 3082645 h 3082645"/>
              <a:gd name="connsiteX1-107" fmla="*/ 2525075 w 3475650"/>
              <a:gd name="connsiteY1-108" fmla="*/ 3082645 h 3082645"/>
              <a:gd name="connsiteX2-109" fmla="*/ 2679028 w 3475650"/>
              <a:gd name="connsiteY2-110" fmla="*/ 2993745 h 3082645"/>
              <a:gd name="connsiteX3-111" fmla="*/ 3466261 w 3475650"/>
              <a:gd name="connsiteY3-112" fmla="*/ 1630209 h 3082645"/>
              <a:gd name="connsiteX4-113" fmla="*/ 3466254 w 3475650"/>
              <a:gd name="connsiteY4-114" fmla="*/ 1452423 h 3082645"/>
              <a:gd name="connsiteX5-115" fmla="*/ 2679021 w 3475650"/>
              <a:gd name="connsiteY5-116" fmla="*/ 88887 h 3082645"/>
              <a:gd name="connsiteX6-117" fmla="*/ 2525051 w 3475650"/>
              <a:gd name="connsiteY6-118" fmla="*/ 0 h 3082645"/>
              <a:gd name="connsiteX7-119" fmla="*/ 950576 w 3475650"/>
              <a:gd name="connsiteY7-120" fmla="*/ 0 h 3082645"/>
              <a:gd name="connsiteX8-121" fmla="*/ 796623 w 3475650"/>
              <a:gd name="connsiteY8-122" fmla="*/ 88900 h 3082645"/>
              <a:gd name="connsiteX9-123" fmla="*/ 9390 w 3475650"/>
              <a:gd name="connsiteY9-124" fmla="*/ 1452436 h 3082645"/>
              <a:gd name="connsiteX10-125" fmla="*/ 9398 w 3475650"/>
              <a:gd name="connsiteY10-126" fmla="*/ 1630223 h 3082645"/>
              <a:gd name="connsiteX11-127" fmla="*/ 796631 w 3475650"/>
              <a:gd name="connsiteY11-128" fmla="*/ 2993759 h 3082645"/>
              <a:gd name="connsiteX12-129" fmla="*/ 950601 w 3475650"/>
              <a:gd name="connsiteY12-130" fmla="*/ 3082645 h 3082645"/>
              <a:gd name="connsiteX0-131" fmla="*/ 950601 w 3475653"/>
              <a:gd name="connsiteY0-132" fmla="*/ 3082645 h 3082645"/>
              <a:gd name="connsiteX1-133" fmla="*/ 2525075 w 3475653"/>
              <a:gd name="connsiteY1-134" fmla="*/ 3082645 h 3082645"/>
              <a:gd name="connsiteX2-135" fmla="*/ 2679028 w 3475653"/>
              <a:gd name="connsiteY2-136" fmla="*/ 2993745 h 3082645"/>
              <a:gd name="connsiteX3-137" fmla="*/ 3466261 w 3475653"/>
              <a:gd name="connsiteY3-138" fmla="*/ 1630209 h 3082645"/>
              <a:gd name="connsiteX4-139" fmla="*/ 3466254 w 3475653"/>
              <a:gd name="connsiteY4-140" fmla="*/ 1452423 h 3082645"/>
              <a:gd name="connsiteX5-141" fmla="*/ 2679021 w 3475653"/>
              <a:gd name="connsiteY5-142" fmla="*/ 88887 h 3082645"/>
              <a:gd name="connsiteX6-143" fmla="*/ 2525051 w 3475653"/>
              <a:gd name="connsiteY6-144" fmla="*/ 0 h 3082645"/>
              <a:gd name="connsiteX7-145" fmla="*/ 950576 w 3475653"/>
              <a:gd name="connsiteY7-146" fmla="*/ 0 h 3082645"/>
              <a:gd name="connsiteX8-147" fmla="*/ 796623 w 3475653"/>
              <a:gd name="connsiteY8-148" fmla="*/ 88900 h 3082645"/>
              <a:gd name="connsiteX9-149" fmla="*/ 9390 w 3475653"/>
              <a:gd name="connsiteY9-150" fmla="*/ 1452436 h 3082645"/>
              <a:gd name="connsiteX10-151" fmla="*/ 9398 w 3475653"/>
              <a:gd name="connsiteY10-152" fmla="*/ 1630223 h 3082645"/>
              <a:gd name="connsiteX11-153" fmla="*/ 796631 w 3475653"/>
              <a:gd name="connsiteY11-154" fmla="*/ 2993759 h 3082645"/>
              <a:gd name="connsiteX12-155" fmla="*/ 950601 w 3475653"/>
              <a:gd name="connsiteY12-156" fmla="*/ 3082645 h 3082645"/>
              <a:gd name="connsiteX0-157" fmla="*/ 950601 w 3490661"/>
              <a:gd name="connsiteY0-158" fmla="*/ 3082645 h 3082645"/>
              <a:gd name="connsiteX1-159" fmla="*/ 2525075 w 3490661"/>
              <a:gd name="connsiteY1-160" fmla="*/ 3082645 h 3082645"/>
              <a:gd name="connsiteX2-161" fmla="*/ 2679028 w 3490661"/>
              <a:gd name="connsiteY2-162" fmla="*/ 2993745 h 3082645"/>
              <a:gd name="connsiteX3-163" fmla="*/ 3466261 w 3490661"/>
              <a:gd name="connsiteY3-164" fmla="*/ 1630209 h 3082645"/>
              <a:gd name="connsiteX4-165" fmla="*/ 3466254 w 3490661"/>
              <a:gd name="connsiteY4-166" fmla="*/ 1452423 h 3082645"/>
              <a:gd name="connsiteX5-167" fmla="*/ 2679021 w 3490661"/>
              <a:gd name="connsiteY5-168" fmla="*/ 88887 h 3082645"/>
              <a:gd name="connsiteX6-169" fmla="*/ 2525051 w 3490661"/>
              <a:gd name="connsiteY6-170" fmla="*/ 0 h 3082645"/>
              <a:gd name="connsiteX7-171" fmla="*/ 950576 w 3490661"/>
              <a:gd name="connsiteY7-172" fmla="*/ 0 h 3082645"/>
              <a:gd name="connsiteX8-173" fmla="*/ 796623 w 3490661"/>
              <a:gd name="connsiteY8-174" fmla="*/ 88900 h 3082645"/>
              <a:gd name="connsiteX9-175" fmla="*/ 9390 w 3490661"/>
              <a:gd name="connsiteY9-176" fmla="*/ 1452436 h 3082645"/>
              <a:gd name="connsiteX10-177" fmla="*/ 9398 w 3490661"/>
              <a:gd name="connsiteY10-178" fmla="*/ 1630223 h 3082645"/>
              <a:gd name="connsiteX11-179" fmla="*/ 796631 w 3490661"/>
              <a:gd name="connsiteY11-180" fmla="*/ 2993759 h 3082645"/>
              <a:gd name="connsiteX12-181" fmla="*/ 950601 w 3490661"/>
              <a:gd name="connsiteY12-182" fmla="*/ 3082645 h 3082645"/>
              <a:gd name="connsiteX0-183" fmla="*/ 950601 w 3490661"/>
              <a:gd name="connsiteY0-184" fmla="*/ 3082645 h 3082645"/>
              <a:gd name="connsiteX1-185" fmla="*/ 2525075 w 3490661"/>
              <a:gd name="connsiteY1-186" fmla="*/ 3082645 h 3082645"/>
              <a:gd name="connsiteX2-187" fmla="*/ 2679028 w 3490661"/>
              <a:gd name="connsiteY2-188" fmla="*/ 2993745 h 3082645"/>
              <a:gd name="connsiteX3-189" fmla="*/ 3466261 w 3490661"/>
              <a:gd name="connsiteY3-190" fmla="*/ 1630209 h 3082645"/>
              <a:gd name="connsiteX4-191" fmla="*/ 3466254 w 3490661"/>
              <a:gd name="connsiteY4-192" fmla="*/ 1452423 h 3082645"/>
              <a:gd name="connsiteX5-193" fmla="*/ 2679021 w 3490661"/>
              <a:gd name="connsiteY5-194" fmla="*/ 88887 h 3082645"/>
              <a:gd name="connsiteX6-195" fmla="*/ 2525051 w 3490661"/>
              <a:gd name="connsiteY6-196" fmla="*/ 0 h 3082645"/>
              <a:gd name="connsiteX7-197" fmla="*/ 950576 w 3490661"/>
              <a:gd name="connsiteY7-198" fmla="*/ 0 h 3082645"/>
              <a:gd name="connsiteX8-199" fmla="*/ 796623 w 3490661"/>
              <a:gd name="connsiteY8-200" fmla="*/ 88900 h 3082645"/>
              <a:gd name="connsiteX9-201" fmla="*/ 9390 w 3490661"/>
              <a:gd name="connsiteY9-202" fmla="*/ 1452436 h 3082645"/>
              <a:gd name="connsiteX10-203" fmla="*/ 9398 w 3490661"/>
              <a:gd name="connsiteY10-204" fmla="*/ 1630223 h 3082645"/>
              <a:gd name="connsiteX11-205" fmla="*/ 796631 w 3490661"/>
              <a:gd name="connsiteY11-206" fmla="*/ 2993759 h 3082645"/>
              <a:gd name="connsiteX12-207" fmla="*/ 950601 w 3490661"/>
              <a:gd name="connsiteY12-208" fmla="*/ 3082645 h 3082645"/>
              <a:gd name="connsiteX0-209" fmla="*/ 950601 w 3490661"/>
              <a:gd name="connsiteY0-210" fmla="*/ 3082645 h 3082645"/>
              <a:gd name="connsiteX1-211" fmla="*/ 2525075 w 3490661"/>
              <a:gd name="connsiteY1-212" fmla="*/ 3082645 h 3082645"/>
              <a:gd name="connsiteX2-213" fmla="*/ 2679028 w 3490661"/>
              <a:gd name="connsiteY2-214" fmla="*/ 2993745 h 3082645"/>
              <a:gd name="connsiteX3-215" fmla="*/ 3466261 w 3490661"/>
              <a:gd name="connsiteY3-216" fmla="*/ 1630209 h 3082645"/>
              <a:gd name="connsiteX4-217" fmla="*/ 3466254 w 3490661"/>
              <a:gd name="connsiteY4-218" fmla="*/ 1452423 h 3082645"/>
              <a:gd name="connsiteX5-219" fmla="*/ 2679021 w 3490661"/>
              <a:gd name="connsiteY5-220" fmla="*/ 88887 h 3082645"/>
              <a:gd name="connsiteX6-221" fmla="*/ 2525051 w 3490661"/>
              <a:gd name="connsiteY6-222" fmla="*/ 0 h 3082645"/>
              <a:gd name="connsiteX7-223" fmla="*/ 950576 w 3490661"/>
              <a:gd name="connsiteY7-224" fmla="*/ 0 h 3082645"/>
              <a:gd name="connsiteX8-225" fmla="*/ 796623 w 3490661"/>
              <a:gd name="connsiteY8-226" fmla="*/ 88900 h 3082645"/>
              <a:gd name="connsiteX9-227" fmla="*/ 9390 w 3490661"/>
              <a:gd name="connsiteY9-228" fmla="*/ 1452436 h 3082645"/>
              <a:gd name="connsiteX10-229" fmla="*/ 9398 w 3490661"/>
              <a:gd name="connsiteY10-230" fmla="*/ 1630223 h 3082645"/>
              <a:gd name="connsiteX11-231" fmla="*/ 796631 w 3490661"/>
              <a:gd name="connsiteY11-232" fmla="*/ 2993759 h 3082645"/>
              <a:gd name="connsiteX12-233" fmla="*/ 950601 w 3490661"/>
              <a:gd name="connsiteY12-234" fmla="*/ 3082645 h 3082645"/>
              <a:gd name="connsiteX0-235" fmla="*/ 950601 w 3490661"/>
              <a:gd name="connsiteY0-236" fmla="*/ 3082645 h 3082645"/>
              <a:gd name="connsiteX1-237" fmla="*/ 2525075 w 3490661"/>
              <a:gd name="connsiteY1-238" fmla="*/ 3082645 h 3082645"/>
              <a:gd name="connsiteX2-239" fmla="*/ 2679028 w 3490661"/>
              <a:gd name="connsiteY2-240" fmla="*/ 2993745 h 3082645"/>
              <a:gd name="connsiteX3-241" fmla="*/ 3466261 w 3490661"/>
              <a:gd name="connsiteY3-242" fmla="*/ 1630209 h 3082645"/>
              <a:gd name="connsiteX4-243" fmla="*/ 3466254 w 3490661"/>
              <a:gd name="connsiteY4-244" fmla="*/ 1452423 h 3082645"/>
              <a:gd name="connsiteX5-245" fmla="*/ 2679021 w 3490661"/>
              <a:gd name="connsiteY5-246" fmla="*/ 88887 h 3082645"/>
              <a:gd name="connsiteX6-247" fmla="*/ 2525051 w 3490661"/>
              <a:gd name="connsiteY6-248" fmla="*/ 0 h 3082645"/>
              <a:gd name="connsiteX7-249" fmla="*/ 950576 w 3490661"/>
              <a:gd name="connsiteY7-250" fmla="*/ 0 h 3082645"/>
              <a:gd name="connsiteX8-251" fmla="*/ 796623 w 3490661"/>
              <a:gd name="connsiteY8-252" fmla="*/ 88900 h 3082645"/>
              <a:gd name="connsiteX9-253" fmla="*/ 9390 w 3490661"/>
              <a:gd name="connsiteY9-254" fmla="*/ 1452436 h 3082645"/>
              <a:gd name="connsiteX10-255" fmla="*/ 9398 w 3490661"/>
              <a:gd name="connsiteY10-256" fmla="*/ 1630223 h 3082645"/>
              <a:gd name="connsiteX11-257" fmla="*/ 796631 w 3490661"/>
              <a:gd name="connsiteY11-258" fmla="*/ 2993759 h 3082645"/>
              <a:gd name="connsiteX12-259" fmla="*/ 950601 w 3490661"/>
              <a:gd name="connsiteY12-260" fmla="*/ 3082645 h 3082645"/>
              <a:gd name="connsiteX0-261" fmla="*/ 950601 w 3490661"/>
              <a:gd name="connsiteY0-262" fmla="*/ 3082645 h 3082645"/>
              <a:gd name="connsiteX1-263" fmla="*/ 2525075 w 3490661"/>
              <a:gd name="connsiteY1-264" fmla="*/ 3082645 h 3082645"/>
              <a:gd name="connsiteX2-265" fmla="*/ 2679028 w 3490661"/>
              <a:gd name="connsiteY2-266" fmla="*/ 2993745 h 3082645"/>
              <a:gd name="connsiteX3-267" fmla="*/ 3466261 w 3490661"/>
              <a:gd name="connsiteY3-268" fmla="*/ 1630209 h 3082645"/>
              <a:gd name="connsiteX4-269" fmla="*/ 3466254 w 3490661"/>
              <a:gd name="connsiteY4-270" fmla="*/ 1452423 h 3082645"/>
              <a:gd name="connsiteX5-271" fmla="*/ 2679021 w 3490661"/>
              <a:gd name="connsiteY5-272" fmla="*/ 88887 h 3082645"/>
              <a:gd name="connsiteX6-273" fmla="*/ 2525051 w 3490661"/>
              <a:gd name="connsiteY6-274" fmla="*/ 0 h 3082645"/>
              <a:gd name="connsiteX7-275" fmla="*/ 950576 w 3490661"/>
              <a:gd name="connsiteY7-276" fmla="*/ 0 h 3082645"/>
              <a:gd name="connsiteX8-277" fmla="*/ 796623 w 3490661"/>
              <a:gd name="connsiteY8-278" fmla="*/ 88900 h 3082645"/>
              <a:gd name="connsiteX9-279" fmla="*/ 9390 w 3490661"/>
              <a:gd name="connsiteY9-280" fmla="*/ 1452436 h 3082645"/>
              <a:gd name="connsiteX10-281" fmla="*/ 9398 w 3490661"/>
              <a:gd name="connsiteY10-282" fmla="*/ 1630223 h 3082645"/>
              <a:gd name="connsiteX11-283" fmla="*/ 796631 w 3490661"/>
              <a:gd name="connsiteY11-284" fmla="*/ 2993759 h 3082645"/>
              <a:gd name="connsiteX12-285" fmla="*/ 950601 w 3490661"/>
              <a:gd name="connsiteY12-286" fmla="*/ 3082645 h 3082645"/>
              <a:gd name="connsiteX0-287" fmla="*/ 950601 w 3490661"/>
              <a:gd name="connsiteY0-288" fmla="*/ 3082645 h 3082645"/>
              <a:gd name="connsiteX1-289" fmla="*/ 2525075 w 3490661"/>
              <a:gd name="connsiteY1-290" fmla="*/ 3082645 h 3082645"/>
              <a:gd name="connsiteX2-291" fmla="*/ 2679028 w 3490661"/>
              <a:gd name="connsiteY2-292" fmla="*/ 2993745 h 3082645"/>
              <a:gd name="connsiteX3-293" fmla="*/ 3466261 w 3490661"/>
              <a:gd name="connsiteY3-294" fmla="*/ 1630209 h 3082645"/>
              <a:gd name="connsiteX4-295" fmla="*/ 3466254 w 3490661"/>
              <a:gd name="connsiteY4-296" fmla="*/ 1452423 h 3082645"/>
              <a:gd name="connsiteX5-297" fmla="*/ 2679021 w 3490661"/>
              <a:gd name="connsiteY5-298" fmla="*/ 88887 h 3082645"/>
              <a:gd name="connsiteX6-299" fmla="*/ 2525051 w 3490661"/>
              <a:gd name="connsiteY6-300" fmla="*/ 0 h 3082645"/>
              <a:gd name="connsiteX7-301" fmla="*/ 950576 w 3490661"/>
              <a:gd name="connsiteY7-302" fmla="*/ 0 h 3082645"/>
              <a:gd name="connsiteX8-303" fmla="*/ 796623 w 3490661"/>
              <a:gd name="connsiteY8-304" fmla="*/ 88900 h 3082645"/>
              <a:gd name="connsiteX9-305" fmla="*/ 9390 w 3490661"/>
              <a:gd name="connsiteY9-306" fmla="*/ 1452436 h 3082645"/>
              <a:gd name="connsiteX10-307" fmla="*/ 9398 w 3490661"/>
              <a:gd name="connsiteY10-308" fmla="*/ 1630223 h 3082645"/>
              <a:gd name="connsiteX11-309" fmla="*/ 796631 w 3490661"/>
              <a:gd name="connsiteY11-310" fmla="*/ 2993759 h 3082645"/>
              <a:gd name="connsiteX12-311" fmla="*/ 950601 w 3490661"/>
              <a:gd name="connsiteY12-312" fmla="*/ 3082645 h 3082645"/>
              <a:gd name="connsiteX0-313" fmla="*/ 950601 w 3490661"/>
              <a:gd name="connsiteY0-314" fmla="*/ 3082645 h 3082645"/>
              <a:gd name="connsiteX1-315" fmla="*/ 2525075 w 3490661"/>
              <a:gd name="connsiteY1-316" fmla="*/ 3082645 h 3082645"/>
              <a:gd name="connsiteX2-317" fmla="*/ 2679028 w 3490661"/>
              <a:gd name="connsiteY2-318" fmla="*/ 2993745 h 3082645"/>
              <a:gd name="connsiteX3-319" fmla="*/ 3466261 w 3490661"/>
              <a:gd name="connsiteY3-320" fmla="*/ 1630209 h 3082645"/>
              <a:gd name="connsiteX4-321" fmla="*/ 3466254 w 3490661"/>
              <a:gd name="connsiteY4-322" fmla="*/ 1452423 h 3082645"/>
              <a:gd name="connsiteX5-323" fmla="*/ 2679021 w 3490661"/>
              <a:gd name="connsiteY5-324" fmla="*/ 88887 h 3082645"/>
              <a:gd name="connsiteX6-325" fmla="*/ 2525051 w 3490661"/>
              <a:gd name="connsiteY6-326" fmla="*/ 0 h 3082645"/>
              <a:gd name="connsiteX7-327" fmla="*/ 950576 w 3490661"/>
              <a:gd name="connsiteY7-328" fmla="*/ 0 h 3082645"/>
              <a:gd name="connsiteX8-329" fmla="*/ 796623 w 3490661"/>
              <a:gd name="connsiteY8-330" fmla="*/ 88900 h 3082645"/>
              <a:gd name="connsiteX9-331" fmla="*/ 9390 w 3490661"/>
              <a:gd name="connsiteY9-332" fmla="*/ 1452436 h 3082645"/>
              <a:gd name="connsiteX10-333" fmla="*/ 9398 w 3490661"/>
              <a:gd name="connsiteY10-334" fmla="*/ 1630223 h 3082645"/>
              <a:gd name="connsiteX11-335" fmla="*/ 796631 w 3490661"/>
              <a:gd name="connsiteY11-336" fmla="*/ 2993759 h 3082645"/>
              <a:gd name="connsiteX12-337" fmla="*/ 950601 w 3490661"/>
              <a:gd name="connsiteY12-338" fmla="*/ 3082645 h 3082645"/>
              <a:gd name="connsiteX0-339" fmla="*/ 950601 w 3490661"/>
              <a:gd name="connsiteY0-340" fmla="*/ 3082645 h 3082645"/>
              <a:gd name="connsiteX1-341" fmla="*/ 2525075 w 3490661"/>
              <a:gd name="connsiteY1-342" fmla="*/ 3082645 h 3082645"/>
              <a:gd name="connsiteX2-343" fmla="*/ 2679028 w 3490661"/>
              <a:gd name="connsiteY2-344" fmla="*/ 2993745 h 3082645"/>
              <a:gd name="connsiteX3-345" fmla="*/ 3466261 w 3490661"/>
              <a:gd name="connsiteY3-346" fmla="*/ 1630209 h 3082645"/>
              <a:gd name="connsiteX4-347" fmla="*/ 3466254 w 3490661"/>
              <a:gd name="connsiteY4-348" fmla="*/ 1452423 h 3082645"/>
              <a:gd name="connsiteX5-349" fmla="*/ 2679021 w 3490661"/>
              <a:gd name="connsiteY5-350" fmla="*/ 88887 h 3082645"/>
              <a:gd name="connsiteX6-351" fmla="*/ 2525051 w 3490661"/>
              <a:gd name="connsiteY6-352" fmla="*/ 0 h 3082645"/>
              <a:gd name="connsiteX7-353" fmla="*/ 950576 w 3490661"/>
              <a:gd name="connsiteY7-354" fmla="*/ 0 h 3082645"/>
              <a:gd name="connsiteX8-355" fmla="*/ 796623 w 3490661"/>
              <a:gd name="connsiteY8-356" fmla="*/ 88900 h 3082645"/>
              <a:gd name="connsiteX9-357" fmla="*/ 9390 w 3490661"/>
              <a:gd name="connsiteY9-358" fmla="*/ 1452436 h 3082645"/>
              <a:gd name="connsiteX10-359" fmla="*/ 9398 w 3490661"/>
              <a:gd name="connsiteY10-360" fmla="*/ 1630223 h 3082645"/>
              <a:gd name="connsiteX11-361" fmla="*/ 796631 w 3490661"/>
              <a:gd name="connsiteY11-362" fmla="*/ 2993759 h 3082645"/>
              <a:gd name="connsiteX12-363" fmla="*/ 950601 w 3490661"/>
              <a:gd name="connsiteY12-364" fmla="*/ 3082645 h 3082645"/>
              <a:gd name="connsiteX0-365" fmla="*/ 950601 w 3490661"/>
              <a:gd name="connsiteY0-366" fmla="*/ 3082645 h 3082645"/>
              <a:gd name="connsiteX1-367" fmla="*/ 2525075 w 3490661"/>
              <a:gd name="connsiteY1-368" fmla="*/ 3082645 h 3082645"/>
              <a:gd name="connsiteX2-369" fmla="*/ 2679028 w 3490661"/>
              <a:gd name="connsiteY2-370" fmla="*/ 2993745 h 3082645"/>
              <a:gd name="connsiteX3-371" fmla="*/ 3466261 w 3490661"/>
              <a:gd name="connsiteY3-372" fmla="*/ 1630209 h 3082645"/>
              <a:gd name="connsiteX4-373" fmla="*/ 3466254 w 3490661"/>
              <a:gd name="connsiteY4-374" fmla="*/ 1452423 h 3082645"/>
              <a:gd name="connsiteX5-375" fmla="*/ 2679021 w 3490661"/>
              <a:gd name="connsiteY5-376" fmla="*/ 88887 h 3082645"/>
              <a:gd name="connsiteX6-377" fmla="*/ 2525051 w 3490661"/>
              <a:gd name="connsiteY6-378" fmla="*/ 0 h 3082645"/>
              <a:gd name="connsiteX7-379" fmla="*/ 950576 w 3490661"/>
              <a:gd name="connsiteY7-380" fmla="*/ 0 h 3082645"/>
              <a:gd name="connsiteX8-381" fmla="*/ 796623 w 3490661"/>
              <a:gd name="connsiteY8-382" fmla="*/ 88900 h 3082645"/>
              <a:gd name="connsiteX9-383" fmla="*/ 9390 w 3490661"/>
              <a:gd name="connsiteY9-384" fmla="*/ 1452436 h 3082645"/>
              <a:gd name="connsiteX10-385" fmla="*/ 9398 w 3490661"/>
              <a:gd name="connsiteY10-386" fmla="*/ 1630223 h 3082645"/>
              <a:gd name="connsiteX11-387" fmla="*/ 796631 w 3490661"/>
              <a:gd name="connsiteY11-388" fmla="*/ 2993759 h 3082645"/>
              <a:gd name="connsiteX12-389" fmla="*/ 950601 w 3490661"/>
              <a:gd name="connsiteY12-390" fmla="*/ 3082645 h 3082645"/>
              <a:gd name="connsiteX0-391" fmla="*/ 950601 w 3490661"/>
              <a:gd name="connsiteY0-392" fmla="*/ 3082645 h 3082645"/>
              <a:gd name="connsiteX1-393" fmla="*/ 2525075 w 3490661"/>
              <a:gd name="connsiteY1-394" fmla="*/ 3082645 h 3082645"/>
              <a:gd name="connsiteX2-395" fmla="*/ 2679028 w 3490661"/>
              <a:gd name="connsiteY2-396" fmla="*/ 2993745 h 3082645"/>
              <a:gd name="connsiteX3-397" fmla="*/ 3466261 w 3490661"/>
              <a:gd name="connsiteY3-398" fmla="*/ 1630209 h 3082645"/>
              <a:gd name="connsiteX4-399" fmla="*/ 3466254 w 3490661"/>
              <a:gd name="connsiteY4-400" fmla="*/ 1452423 h 3082645"/>
              <a:gd name="connsiteX5-401" fmla="*/ 2679021 w 3490661"/>
              <a:gd name="connsiteY5-402" fmla="*/ 88887 h 3082645"/>
              <a:gd name="connsiteX6-403" fmla="*/ 2525051 w 3490661"/>
              <a:gd name="connsiteY6-404" fmla="*/ 0 h 3082645"/>
              <a:gd name="connsiteX7-405" fmla="*/ 950576 w 3490661"/>
              <a:gd name="connsiteY7-406" fmla="*/ 0 h 3082645"/>
              <a:gd name="connsiteX8-407" fmla="*/ 796623 w 3490661"/>
              <a:gd name="connsiteY8-408" fmla="*/ 88900 h 3082645"/>
              <a:gd name="connsiteX9-409" fmla="*/ 9390 w 3490661"/>
              <a:gd name="connsiteY9-410" fmla="*/ 1452436 h 3082645"/>
              <a:gd name="connsiteX10-411" fmla="*/ 9398 w 3490661"/>
              <a:gd name="connsiteY10-412" fmla="*/ 1630223 h 3082645"/>
              <a:gd name="connsiteX11-413" fmla="*/ 796631 w 3490661"/>
              <a:gd name="connsiteY11-414" fmla="*/ 2993759 h 3082645"/>
              <a:gd name="connsiteX12-415" fmla="*/ 950601 w 3490661"/>
              <a:gd name="connsiteY12-416" fmla="*/ 3082645 h 3082645"/>
              <a:gd name="connsiteX0-417" fmla="*/ 950601 w 3490661"/>
              <a:gd name="connsiteY0-418" fmla="*/ 3082645 h 3082645"/>
              <a:gd name="connsiteX1-419" fmla="*/ 2525075 w 3490661"/>
              <a:gd name="connsiteY1-420" fmla="*/ 3082645 h 3082645"/>
              <a:gd name="connsiteX2-421" fmla="*/ 2679028 w 3490661"/>
              <a:gd name="connsiteY2-422" fmla="*/ 2993745 h 3082645"/>
              <a:gd name="connsiteX3-423" fmla="*/ 3466261 w 3490661"/>
              <a:gd name="connsiteY3-424" fmla="*/ 1630209 h 3082645"/>
              <a:gd name="connsiteX4-425" fmla="*/ 3466254 w 3490661"/>
              <a:gd name="connsiteY4-426" fmla="*/ 1452423 h 3082645"/>
              <a:gd name="connsiteX5-427" fmla="*/ 2679021 w 3490661"/>
              <a:gd name="connsiteY5-428" fmla="*/ 88887 h 3082645"/>
              <a:gd name="connsiteX6-429" fmla="*/ 2525051 w 3490661"/>
              <a:gd name="connsiteY6-430" fmla="*/ 0 h 3082645"/>
              <a:gd name="connsiteX7-431" fmla="*/ 950576 w 3490661"/>
              <a:gd name="connsiteY7-432" fmla="*/ 0 h 3082645"/>
              <a:gd name="connsiteX8-433" fmla="*/ 796623 w 3490661"/>
              <a:gd name="connsiteY8-434" fmla="*/ 88900 h 3082645"/>
              <a:gd name="connsiteX9-435" fmla="*/ 9390 w 3490661"/>
              <a:gd name="connsiteY9-436" fmla="*/ 1452436 h 3082645"/>
              <a:gd name="connsiteX10-437" fmla="*/ 9398 w 3490661"/>
              <a:gd name="connsiteY10-438" fmla="*/ 1630223 h 3082645"/>
              <a:gd name="connsiteX11-439" fmla="*/ 796631 w 3490661"/>
              <a:gd name="connsiteY11-440" fmla="*/ 2993759 h 3082645"/>
              <a:gd name="connsiteX12-441" fmla="*/ 950601 w 3490661"/>
              <a:gd name="connsiteY12-442" fmla="*/ 3082645 h 3082645"/>
              <a:gd name="connsiteX0-443" fmla="*/ 950603 w 3490663"/>
              <a:gd name="connsiteY0-444" fmla="*/ 3082645 h 3082645"/>
              <a:gd name="connsiteX1-445" fmla="*/ 2525077 w 3490663"/>
              <a:gd name="connsiteY1-446" fmla="*/ 3082645 h 3082645"/>
              <a:gd name="connsiteX2-447" fmla="*/ 2679030 w 3490663"/>
              <a:gd name="connsiteY2-448" fmla="*/ 2993745 h 3082645"/>
              <a:gd name="connsiteX3-449" fmla="*/ 3466263 w 3490663"/>
              <a:gd name="connsiteY3-450" fmla="*/ 1630209 h 3082645"/>
              <a:gd name="connsiteX4-451" fmla="*/ 3466256 w 3490663"/>
              <a:gd name="connsiteY4-452" fmla="*/ 1452423 h 3082645"/>
              <a:gd name="connsiteX5-453" fmla="*/ 2679023 w 3490663"/>
              <a:gd name="connsiteY5-454" fmla="*/ 88887 h 3082645"/>
              <a:gd name="connsiteX6-455" fmla="*/ 2525053 w 3490663"/>
              <a:gd name="connsiteY6-456" fmla="*/ 0 h 3082645"/>
              <a:gd name="connsiteX7-457" fmla="*/ 950578 w 3490663"/>
              <a:gd name="connsiteY7-458" fmla="*/ 0 h 3082645"/>
              <a:gd name="connsiteX8-459" fmla="*/ 796625 w 3490663"/>
              <a:gd name="connsiteY8-460" fmla="*/ 88900 h 3082645"/>
              <a:gd name="connsiteX9-461" fmla="*/ 9392 w 3490663"/>
              <a:gd name="connsiteY9-462" fmla="*/ 1452436 h 3082645"/>
              <a:gd name="connsiteX10-463" fmla="*/ 9400 w 3490663"/>
              <a:gd name="connsiteY10-464" fmla="*/ 1630223 h 3082645"/>
              <a:gd name="connsiteX11-465" fmla="*/ 796633 w 3490663"/>
              <a:gd name="connsiteY11-466" fmla="*/ 2993759 h 3082645"/>
              <a:gd name="connsiteX12-467" fmla="*/ 950603 w 3490663"/>
              <a:gd name="connsiteY12-468" fmla="*/ 3082645 h 3082645"/>
              <a:gd name="connsiteX0-469" fmla="*/ 965611 w 3505671"/>
              <a:gd name="connsiteY0-470" fmla="*/ 3082645 h 3082645"/>
              <a:gd name="connsiteX1-471" fmla="*/ 2540085 w 3505671"/>
              <a:gd name="connsiteY1-472" fmla="*/ 3082645 h 3082645"/>
              <a:gd name="connsiteX2-473" fmla="*/ 2694038 w 3505671"/>
              <a:gd name="connsiteY2-474" fmla="*/ 2993745 h 3082645"/>
              <a:gd name="connsiteX3-475" fmla="*/ 3481271 w 3505671"/>
              <a:gd name="connsiteY3-476" fmla="*/ 1630209 h 3082645"/>
              <a:gd name="connsiteX4-477" fmla="*/ 3481264 w 3505671"/>
              <a:gd name="connsiteY4-478" fmla="*/ 1452423 h 3082645"/>
              <a:gd name="connsiteX5-479" fmla="*/ 2694031 w 3505671"/>
              <a:gd name="connsiteY5-480" fmla="*/ 88887 h 3082645"/>
              <a:gd name="connsiteX6-481" fmla="*/ 2540061 w 3505671"/>
              <a:gd name="connsiteY6-482" fmla="*/ 0 h 3082645"/>
              <a:gd name="connsiteX7-483" fmla="*/ 965586 w 3505671"/>
              <a:gd name="connsiteY7-484" fmla="*/ 0 h 3082645"/>
              <a:gd name="connsiteX8-485" fmla="*/ 811633 w 3505671"/>
              <a:gd name="connsiteY8-486" fmla="*/ 88900 h 3082645"/>
              <a:gd name="connsiteX9-487" fmla="*/ 24400 w 3505671"/>
              <a:gd name="connsiteY9-488" fmla="*/ 1452436 h 3082645"/>
              <a:gd name="connsiteX10-489" fmla="*/ 24408 w 3505671"/>
              <a:gd name="connsiteY10-490" fmla="*/ 1630223 h 3082645"/>
              <a:gd name="connsiteX11-491" fmla="*/ 811641 w 3505671"/>
              <a:gd name="connsiteY11-492" fmla="*/ 2993759 h 3082645"/>
              <a:gd name="connsiteX12-493" fmla="*/ 965611 w 3505671"/>
              <a:gd name="connsiteY12-494" fmla="*/ 3082645 h 3082645"/>
              <a:gd name="connsiteX0-495" fmla="*/ 965611 w 3505671"/>
              <a:gd name="connsiteY0-496" fmla="*/ 3082645 h 3082645"/>
              <a:gd name="connsiteX1-497" fmla="*/ 2540085 w 3505671"/>
              <a:gd name="connsiteY1-498" fmla="*/ 3082645 h 3082645"/>
              <a:gd name="connsiteX2-499" fmla="*/ 2694038 w 3505671"/>
              <a:gd name="connsiteY2-500" fmla="*/ 2993745 h 3082645"/>
              <a:gd name="connsiteX3-501" fmla="*/ 3481271 w 3505671"/>
              <a:gd name="connsiteY3-502" fmla="*/ 1630209 h 3082645"/>
              <a:gd name="connsiteX4-503" fmla="*/ 3481264 w 3505671"/>
              <a:gd name="connsiteY4-504" fmla="*/ 1452423 h 3082645"/>
              <a:gd name="connsiteX5-505" fmla="*/ 2694031 w 3505671"/>
              <a:gd name="connsiteY5-506" fmla="*/ 88887 h 3082645"/>
              <a:gd name="connsiteX6-507" fmla="*/ 2540061 w 3505671"/>
              <a:gd name="connsiteY6-508" fmla="*/ 0 h 3082645"/>
              <a:gd name="connsiteX7-509" fmla="*/ 965586 w 3505671"/>
              <a:gd name="connsiteY7-510" fmla="*/ 0 h 3082645"/>
              <a:gd name="connsiteX8-511" fmla="*/ 811633 w 3505671"/>
              <a:gd name="connsiteY8-512" fmla="*/ 88900 h 3082645"/>
              <a:gd name="connsiteX9-513" fmla="*/ 24400 w 3505671"/>
              <a:gd name="connsiteY9-514" fmla="*/ 1452436 h 3082645"/>
              <a:gd name="connsiteX10-515" fmla="*/ 24408 w 3505671"/>
              <a:gd name="connsiteY10-516" fmla="*/ 1630223 h 3082645"/>
              <a:gd name="connsiteX11-517" fmla="*/ 811641 w 3505671"/>
              <a:gd name="connsiteY11-518" fmla="*/ 2993759 h 3082645"/>
              <a:gd name="connsiteX12-519" fmla="*/ 965611 w 3505671"/>
              <a:gd name="connsiteY12-520" fmla="*/ 3082645 h 3082645"/>
              <a:gd name="connsiteX0-521" fmla="*/ 965611 w 3505671"/>
              <a:gd name="connsiteY0-522" fmla="*/ 3082645 h 3082645"/>
              <a:gd name="connsiteX1-523" fmla="*/ 2540085 w 3505671"/>
              <a:gd name="connsiteY1-524" fmla="*/ 3082645 h 3082645"/>
              <a:gd name="connsiteX2-525" fmla="*/ 2694038 w 3505671"/>
              <a:gd name="connsiteY2-526" fmla="*/ 2993745 h 3082645"/>
              <a:gd name="connsiteX3-527" fmla="*/ 3481271 w 3505671"/>
              <a:gd name="connsiteY3-528" fmla="*/ 1630209 h 3082645"/>
              <a:gd name="connsiteX4-529" fmla="*/ 3481264 w 3505671"/>
              <a:gd name="connsiteY4-530" fmla="*/ 1452423 h 3082645"/>
              <a:gd name="connsiteX5-531" fmla="*/ 2694031 w 3505671"/>
              <a:gd name="connsiteY5-532" fmla="*/ 88887 h 3082645"/>
              <a:gd name="connsiteX6-533" fmla="*/ 2540061 w 3505671"/>
              <a:gd name="connsiteY6-534" fmla="*/ 0 h 3082645"/>
              <a:gd name="connsiteX7-535" fmla="*/ 965586 w 3505671"/>
              <a:gd name="connsiteY7-536" fmla="*/ 0 h 3082645"/>
              <a:gd name="connsiteX8-537" fmla="*/ 811633 w 3505671"/>
              <a:gd name="connsiteY8-538" fmla="*/ 88900 h 3082645"/>
              <a:gd name="connsiteX9-539" fmla="*/ 24400 w 3505671"/>
              <a:gd name="connsiteY9-540" fmla="*/ 1452436 h 3082645"/>
              <a:gd name="connsiteX10-541" fmla="*/ 24408 w 3505671"/>
              <a:gd name="connsiteY10-542" fmla="*/ 1630223 h 3082645"/>
              <a:gd name="connsiteX11-543" fmla="*/ 811641 w 3505671"/>
              <a:gd name="connsiteY11-544" fmla="*/ 2993759 h 3082645"/>
              <a:gd name="connsiteX12-545" fmla="*/ 965611 w 3505671"/>
              <a:gd name="connsiteY12-546" fmla="*/ 3082645 h 3082645"/>
              <a:gd name="connsiteX0-547" fmla="*/ 965611 w 3505671"/>
              <a:gd name="connsiteY0-548" fmla="*/ 3082645 h 3082645"/>
              <a:gd name="connsiteX1-549" fmla="*/ 2540085 w 3505671"/>
              <a:gd name="connsiteY1-550" fmla="*/ 3082645 h 3082645"/>
              <a:gd name="connsiteX2-551" fmla="*/ 2694038 w 3505671"/>
              <a:gd name="connsiteY2-552" fmla="*/ 2993745 h 3082645"/>
              <a:gd name="connsiteX3-553" fmla="*/ 3481271 w 3505671"/>
              <a:gd name="connsiteY3-554" fmla="*/ 1630209 h 3082645"/>
              <a:gd name="connsiteX4-555" fmla="*/ 3481264 w 3505671"/>
              <a:gd name="connsiteY4-556" fmla="*/ 1452423 h 3082645"/>
              <a:gd name="connsiteX5-557" fmla="*/ 2694031 w 3505671"/>
              <a:gd name="connsiteY5-558" fmla="*/ 88887 h 3082645"/>
              <a:gd name="connsiteX6-559" fmla="*/ 2540061 w 3505671"/>
              <a:gd name="connsiteY6-560" fmla="*/ 0 h 3082645"/>
              <a:gd name="connsiteX7-561" fmla="*/ 965586 w 3505671"/>
              <a:gd name="connsiteY7-562" fmla="*/ 0 h 3082645"/>
              <a:gd name="connsiteX8-563" fmla="*/ 811633 w 3505671"/>
              <a:gd name="connsiteY8-564" fmla="*/ 88900 h 3082645"/>
              <a:gd name="connsiteX9-565" fmla="*/ 24400 w 3505671"/>
              <a:gd name="connsiteY9-566" fmla="*/ 1452436 h 3082645"/>
              <a:gd name="connsiteX10-567" fmla="*/ 24408 w 3505671"/>
              <a:gd name="connsiteY10-568" fmla="*/ 1630223 h 3082645"/>
              <a:gd name="connsiteX11-569" fmla="*/ 811641 w 3505671"/>
              <a:gd name="connsiteY11-570" fmla="*/ 2993759 h 3082645"/>
              <a:gd name="connsiteX12-571" fmla="*/ 965611 w 3505671"/>
              <a:gd name="connsiteY12-572" fmla="*/ 3082645 h 30826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05671" h="3082645">
                <a:moveTo>
                  <a:pt x="965611" y="3082645"/>
                </a:moveTo>
                <a:cubicBezTo>
                  <a:pt x="1030690" y="3082645"/>
                  <a:pt x="2475006" y="3082646"/>
                  <a:pt x="2540085" y="3082645"/>
                </a:cubicBezTo>
                <a:cubicBezTo>
                  <a:pt x="2605164" y="3082646"/>
                  <a:pt x="2661499" y="3050107"/>
                  <a:pt x="2694038" y="2993745"/>
                </a:cubicBezTo>
                <a:cubicBezTo>
                  <a:pt x="2726578" y="2937386"/>
                  <a:pt x="3448731" y="1686570"/>
                  <a:pt x="3481271" y="1630209"/>
                </a:cubicBezTo>
                <a:cubicBezTo>
                  <a:pt x="3513810" y="1573850"/>
                  <a:pt x="3513803" y="1508784"/>
                  <a:pt x="3481264" y="1452423"/>
                </a:cubicBezTo>
                <a:cubicBezTo>
                  <a:pt x="3448724" y="1396064"/>
                  <a:pt x="2726570" y="145248"/>
                  <a:pt x="2694031" y="88887"/>
                </a:cubicBezTo>
                <a:cubicBezTo>
                  <a:pt x="2661492" y="32528"/>
                  <a:pt x="2605139" y="1"/>
                  <a:pt x="2540061" y="0"/>
                </a:cubicBezTo>
                <a:cubicBezTo>
                  <a:pt x="2474982" y="1"/>
                  <a:pt x="1030665" y="1"/>
                  <a:pt x="965586" y="0"/>
                </a:cubicBezTo>
                <a:cubicBezTo>
                  <a:pt x="900507" y="1"/>
                  <a:pt x="844173" y="32540"/>
                  <a:pt x="811633" y="88900"/>
                </a:cubicBezTo>
                <a:cubicBezTo>
                  <a:pt x="779094" y="145261"/>
                  <a:pt x="56940" y="1396077"/>
                  <a:pt x="24400" y="1452436"/>
                </a:cubicBezTo>
                <a:cubicBezTo>
                  <a:pt x="-8139" y="1508797"/>
                  <a:pt x="-8132" y="1573863"/>
                  <a:pt x="24408" y="1630223"/>
                </a:cubicBezTo>
                <a:cubicBezTo>
                  <a:pt x="56947" y="1686584"/>
                  <a:pt x="779101" y="2937400"/>
                  <a:pt x="811641" y="2993759"/>
                </a:cubicBezTo>
                <a:cubicBezTo>
                  <a:pt x="844180" y="3050120"/>
                  <a:pt x="900532" y="3082645"/>
                  <a:pt x="965611" y="3082645"/>
                </a:cubicBezTo>
                <a:close/>
              </a:path>
            </a:pathLst>
          </a:cu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19" name="任意多边形: 形状 14296"/>
          <p:cNvSpPr/>
          <p:nvPr>
            <p:custDataLst>
              <p:tags r:id="rId4"/>
            </p:custDataLst>
          </p:nvPr>
        </p:nvSpPr>
        <p:spPr>
          <a:xfrm rot="1800000">
            <a:off x="4396741" y="5230813"/>
            <a:ext cx="480060" cy="422275"/>
          </a:xfrm>
          <a:custGeom>
            <a:avLst/>
            <a:gdLst>
              <a:gd name="connsiteX0" fmla="*/ 950601 w 3475650"/>
              <a:gd name="connsiteY0" fmla="*/ 3082645 h 3082645"/>
              <a:gd name="connsiteX1" fmla="*/ 2525075 w 3475650"/>
              <a:gd name="connsiteY1" fmla="*/ 3082645 h 3082645"/>
              <a:gd name="connsiteX2" fmla="*/ 2679028 w 3475650"/>
              <a:gd name="connsiteY2" fmla="*/ 2993745 h 3082645"/>
              <a:gd name="connsiteX3" fmla="*/ 3466261 w 3475650"/>
              <a:gd name="connsiteY3" fmla="*/ 1630209 h 3082645"/>
              <a:gd name="connsiteX4" fmla="*/ 3466254 w 3475650"/>
              <a:gd name="connsiteY4" fmla="*/ 1452423 h 3082645"/>
              <a:gd name="connsiteX5" fmla="*/ 2679021 w 3475650"/>
              <a:gd name="connsiteY5" fmla="*/ 88887 h 3082645"/>
              <a:gd name="connsiteX6" fmla="*/ 2525051 w 3475650"/>
              <a:gd name="connsiteY6" fmla="*/ 0 h 3082645"/>
              <a:gd name="connsiteX7" fmla="*/ 950576 w 3475650"/>
              <a:gd name="connsiteY7" fmla="*/ 0 h 3082645"/>
              <a:gd name="connsiteX8" fmla="*/ 796623 w 3475650"/>
              <a:gd name="connsiteY8" fmla="*/ 88900 h 3082645"/>
              <a:gd name="connsiteX9" fmla="*/ 9390 w 3475650"/>
              <a:gd name="connsiteY9" fmla="*/ 1452436 h 3082645"/>
              <a:gd name="connsiteX10" fmla="*/ 9398 w 3475650"/>
              <a:gd name="connsiteY10" fmla="*/ 1630223 h 3082645"/>
              <a:gd name="connsiteX11" fmla="*/ 796631 w 3475650"/>
              <a:gd name="connsiteY11" fmla="*/ 2993759 h 3082645"/>
              <a:gd name="connsiteX12" fmla="*/ 950601 w 3475650"/>
              <a:gd name="connsiteY12" fmla="*/ 3082645 h 3082645"/>
              <a:gd name="connsiteX0-1" fmla="*/ 950601 w 3475650"/>
              <a:gd name="connsiteY0-2" fmla="*/ 3082645 h 3082645"/>
              <a:gd name="connsiteX1-3" fmla="*/ 2525075 w 3475650"/>
              <a:gd name="connsiteY1-4" fmla="*/ 3082645 h 3082645"/>
              <a:gd name="connsiteX2-5" fmla="*/ 2679028 w 3475650"/>
              <a:gd name="connsiteY2-6" fmla="*/ 2993745 h 3082645"/>
              <a:gd name="connsiteX3-7" fmla="*/ 3466261 w 3475650"/>
              <a:gd name="connsiteY3-8" fmla="*/ 1630209 h 3082645"/>
              <a:gd name="connsiteX4-9" fmla="*/ 3466254 w 3475650"/>
              <a:gd name="connsiteY4-10" fmla="*/ 1452423 h 3082645"/>
              <a:gd name="connsiteX5-11" fmla="*/ 2679021 w 3475650"/>
              <a:gd name="connsiteY5-12" fmla="*/ 88887 h 3082645"/>
              <a:gd name="connsiteX6-13" fmla="*/ 2525051 w 3475650"/>
              <a:gd name="connsiteY6-14" fmla="*/ 0 h 3082645"/>
              <a:gd name="connsiteX7-15" fmla="*/ 950576 w 3475650"/>
              <a:gd name="connsiteY7-16" fmla="*/ 0 h 3082645"/>
              <a:gd name="connsiteX8-17" fmla="*/ 796623 w 3475650"/>
              <a:gd name="connsiteY8-18" fmla="*/ 88900 h 3082645"/>
              <a:gd name="connsiteX9-19" fmla="*/ 9390 w 3475650"/>
              <a:gd name="connsiteY9-20" fmla="*/ 1452436 h 3082645"/>
              <a:gd name="connsiteX10-21" fmla="*/ 9398 w 3475650"/>
              <a:gd name="connsiteY10-22" fmla="*/ 1630223 h 3082645"/>
              <a:gd name="connsiteX11-23" fmla="*/ 796631 w 3475650"/>
              <a:gd name="connsiteY11-24" fmla="*/ 2993759 h 3082645"/>
              <a:gd name="connsiteX12-25" fmla="*/ 950601 w 3475650"/>
              <a:gd name="connsiteY12-26" fmla="*/ 3082645 h 3082645"/>
              <a:gd name="connsiteX0-27" fmla="*/ 950601 w 3475650"/>
              <a:gd name="connsiteY0-28" fmla="*/ 3082645 h 3082645"/>
              <a:gd name="connsiteX1-29" fmla="*/ 2525075 w 3475650"/>
              <a:gd name="connsiteY1-30" fmla="*/ 3082645 h 3082645"/>
              <a:gd name="connsiteX2-31" fmla="*/ 2679028 w 3475650"/>
              <a:gd name="connsiteY2-32" fmla="*/ 2993745 h 3082645"/>
              <a:gd name="connsiteX3-33" fmla="*/ 3466261 w 3475650"/>
              <a:gd name="connsiteY3-34" fmla="*/ 1630209 h 3082645"/>
              <a:gd name="connsiteX4-35" fmla="*/ 3466254 w 3475650"/>
              <a:gd name="connsiteY4-36" fmla="*/ 1452423 h 3082645"/>
              <a:gd name="connsiteX5-37" fmla="*/ 2679021 w 3475650"/>
              <a:gd name="connsiteY5-38" fmla="*/ 88887 h 3082645"/>
              <a:gd name="connsiteX6-39" fmla="*/ 2525051 w 3475650"/>
              <a:gd name="connsiteY6-40" fmla="*/ 0 h 3082645"/>
              <a:gd name="connsiteX7-41" fmla="*/ 950576 w 3475650"/>
              <a:gd name="connsiteY7-42" fmla="*/ 0 h 3082645"/>
              <a:gd name="connsiteX8-43" fmla="*/ 796623 w 3475650"/>
              <a:gd name="connsiteY8-44" fmla="*/ 88900 h 3082645"/>
              <a:gd name="connsiteX9-45" fmla="*/ 9390 w 3475650"/>
              <a:gd name="connsiteY9-46" fmla="*/ 1452436 h 3082645"/>
              <a:gd name="connsiteX10-47" fmla="*/ 9398 w 3475650"/>
              <a:gd name="connsiteY10-48" fmla="*/ 1630223 h 3082645"/>
              <a:gd name="connsiteX11-49" fmla="*/ 796631 w 3475650"/>
              <a:gd name="connsiteY11-50" fmla="*/ 2993759 h 3082645"/>
              <a:gd name="connsiteX12-51" fmla="*/ 950601 w 3475650"/>
              <a:gd name="connsiteY12-52" fmla="*/ 3082645 h 3082645"/>
              <a:gd name="connsiteX0-53" fmla="*/ 950601 w 3475650"/>
              <a:gd name="connsiteY0-54" fmla="*/ 3082645 h 3082645"/>
              <a:gd name="connsiteX1-55" fmla="*/ 2525075 w 3475650"/>
              <a:gd name="connsiteY1-56" fmla="*/ 3082645 h 3082645"/>
              <a:gd name="connsiteX2-57" fmla="*/ 2679028 w 3475650"/>
              <a:gd name="connsiteY2-58" fmla="*/ 2993745 h 3082645"/>
              <a:gd name="connsiteX3-59" fmla="*/ 3466261 w 3475650"/>
              <a:gd name="connsiteY3-60" fmla="*/ 1630209 h 3082645"/>
              <a:gd name="connsiteX4-61" fmla="*/ 3466254 w 3475650"/>
              <a:gd name="connsiteY4-62" fmla="*/ 1452423 h 3082645"/>
              <a:gd name="connsiteX5-63" fmla="*/ 2679021 w 3475650"/>
              <a:gd name="connsiteY5-64" fmla="*/ 88887 h 3082645"/>
              <a:gd name="connsiteX6-65" fmla="*/ 2525051 w 3475650"/>
              <a:gd name="connsiteY6-66" fmla="*/ 0 h 3082645"/>
              <a:gd name="connsiteX7-67" fmla="*/ 950576 w 3475650"/>
              <a:gd name="connsiteY7-68" fmla="*/ 0 h 3082645"/>
              <a:gd name="connsiteX8-69" fmla="*/ 796623 w 3475650"/>
              <a:gd name="connsiteY8-70" fmla="*/ 88900 h 3082645"/>
              <a:gd name="connsiteX9-71" fmla="*/ 9390 w 3475650"/>
              <a:gd name="connsiteY9-72" fmla="*/ 1452436 h 3082645"/>
              <a:gd name="connsiteX10-73" fmla="*/ 9398 w 3475650"/>
              <a:gd name="connsiteY10-74" fmla="*/ 1630223 h 3082645"/>
              <a:gd name="connsiteX11-75" fmla="*/ 796631 w 3475650"/>
              <a:gd name="connsiteY11-76" fmla="*/ 2993759 h 3082645"/>
              <a:gd name="connsiteX12-77" fmla="*/ 950601 w 3475650"/>
              <a:gd name="connsiteY12-78" fmla="*/ 3082645 h 3082645"/>
              <a:gd name="connsiteX0-79" fmla="*/ 950601 w 3475650"/>
              <a:gd name="connsiteY0-80" fmla="*/ 3082645 h 3082645"/>
              <a:gd name="connsiteX1-81" fmla="*/ 2525075 w 3475650"/>
              <a:gd name="connsiteY1-82" fmla="*/ 3082645 h 3082645"/>
              <a:gd name="connsiteX2-83" fmla="*/ 2679028 w 3475650"/>
              <a:gd name="connsiteY2-84" fmla="*/ 2993745 h 3082645"/>
              <a:gd name="connsiteX3-85" fmla="*/ 3466261 w 3475650"/>
              <a:gd name="connsiteY3-86" fmla="*/ 1630209 h 3082645"/>
              <a:gd name="connsiteX4-87" fmla="*/ 3466254 w 3475650"/>
              <a:gd name="connsiteY4-88" fmla="*/ 1452423 h 3082645"/>
              <a:gd name="connsiteX5-89" fmla="*/ 2679021 w 3475650"/>
              <a:gd name="connsiteY5-90" fmla="*/ 88887 h 3082645"/>
              <a:gd name="connsiteX6-91" fmla="*/ 2525051 w 3475650"/>
              <a:gd name="connsiteY6-92" fmla="*/ 0 h 3082645"/>
              <a:gd name="connsiteX7-93" fmla="*/ 950576 w 3475650"/>
              <a:gd name="connsiteY7-94" fmla="*/ 0 h 3082645"/>
              <a:gd name="connsiteX8-95" fmla="*/ 796623 w 3475650"/>
              <a:gd name="connsiteY8-96" fmla="*/ 88900 h 3082645"/>
              <a:gd name="connsiteX9-97" fmla="*/ 9390 w 3475650"/>
              <a:gd name="connsiteY9-98" fmla="*/ 1452436 h 3082645"/>
              <a:gd name="connsiteX10-99" fmla="*/ 9398 w 3475650"/>
              <a:gd name="connsiteY10-100" fmla="*/ 1630223 h 3082645"/>
              <a:gd name="connsiteX11-101" fmla="*/ 796631 w 3475650"/>
              <a:gd name="connsiteY11-102" fmla="*/ 2993759 h 3082645"/>
              <a:gd name="connsiteX12-103" fmla="*/ 950601 w 3475650"/>
              <a:gd name="connsiteY12-104" fmla="*/ 3082645 h 3082645"/>
              <a:gd name="connsiteX0-105" fmla="*/ 950601 w 3475650"/>
              <a:gd name="connsiteY0-106" fmla="*/ 3082645 h 3082645"/>
              <a:gd name="connsiteX1-107" fmla="*/ 2525075 w 3475650"/>
              <a:gd name="connsiteY1-108" fmla="*/ 3082645 h 3082645"/>
              <a:gd name="connsiteX2-109" fmla="*/ 2679028 w 3475650"/>
              <a:gd name="connsiteY2-110" fmla="*/ 2993745 h 3082645"/>
              <a:gd name="connsiteX3-111" fmla="*/ 3466261 w 3475650"/>
              <a:gd name="connsiteY3-112" fmla="*/ 1630209 h 3082645"/>
              <a:gd name="connsiteX4-113" fmla="*/ 3466254 w 3475650"/>
              <a:gd name="connsiteY4-114" fmla="*/ 1452423 h 3082645"/>
              <a:gd name="connsiteX5-115" fmla="*/ 2679021 w 3475650"/>
              <a:gd name="connsiteY5-116" fmla="*/ 88887 h 3082645"/>
              <a:gd name="connsiteX6-117" fmla="*/ 2525051 w 3475650"/>
              <a:gd name="connsiteY6-118" fmla="*/ 0 h 3082645"/>
              <a:gd name="connsiteX7-119" fmla="*/ 950576 w 3475650"/>
              <a:gd name="connsiteY7-120" fmla="*/ 0 h 3082645"/>
              <a:gd name="connsiteX8-121" fmla="*/ 796623 w 3475650"/>
              <a:gd name="connsiteY8-122" fmla="*/ 88900 h 3082645"/>
              <a:gd name="connsiteX9-123" fmla="*/ 9390 w 3475650"/>
              <a:gd name="connsiteY9-124" fmla="*/ 1452436 h 3082645"/>
              <a:gd name="connsiteX10-125" fmla="*/ 9398 w 3475650"/>
              <a:gd name="connsiteY10-126" fmla="*/ 1630223 h 3082645"/>
              <a:gd name="connsiteX11-127" fmla="*/ 796631 w 3475650"/>
              <a:gd name="connsiteY11-128" fmla="*/ 2993759 h 3082645"/>
              <a:gd name="connsiteX12-129" fmla="*/ 950601 w 3475650"/>
              <a:gd name="connsiteY12-130" fmla="*/ 3082645 h 3082645"/>
              <a:gd name="connsiteX0-131" fmla="*/ 950601 w 3475653"/>
              <a:gd name="connsiteY0-132" fmla="*/ 3082645 h 3082645"/>
              <a:gd name="connsiteX1-133" fmla="*/ 2525075 w 3475653"/>
              <a:gd name="connsiteY1-134" fmla="*/ 3082645 h 3082645"/>
              <a:gd name="connsiteX2-135" fmla="*/ 2679028 w 3475653"/>
              <a:gd name="connsiteY2-136" fmla="*/ 2993745 h 3082645"/>
              <a:gd name="connsiteX3-137" fmla="*/ 3466261 w 3475653"/>
              <a:gd name="connsiteY3-138" fmla="*/ 1630209 h 3082645"/>
              <a:gd name="connsiteX4-139" fmla="*/ 3466254 w 3475653"/>
              <a:gd name="connsiteY4-140" fmla="*/ 1452423 h 3082645"/>
              <a:gd name="connsiteX5-141" fmla="*/ 2679021 w 3475653"/>
              <a:gd name="connsiteY5-142" fmla="*/ 88887 h 3082645"/>
              <a:gd name="connsiteX6-143" fmla="*/ 2525051 w 3475653"/>
              <a:gd name="connsiteY6-144" fmla="*/ 0 h 3082645"/>
              <a:gd name="connsiteX7-145" fmla="*/ 950576 w 3475653"/>
              <a:gd name="connsiteY7-146" fmla="*/ 0 h 3082645"/>
              <a:gd name="connsiteX8-147" fmla="*/ 796623 w 3475653"/>
              <a:gd name="connsiteY8-148" fmla="*/ 88900 h 3082645"/>
              <a:gd name="connsiteX9-149" fmla="*/ 9390 w 3475653"/>
              <a:gd name="connsiteY9-150" fmla="*/ 1452436 h 3082645"/>
              <a:gd name="connsiteX10-151" fmla="*/ 9398 w 3475653"/>
              <a:gd name="connsiteY10-152" fmla="*/ 1630223 h 3082645"/>
              <a:gd name="connsiteX11-153" fmla="*/ 796631 w 3475653"/>
              <a:gd name="connsiteY11-154" fmla="*/ 2993759 h 3082645"/>
              <a:gd name="connsiteX12-155" fmla="*/ 950601 w 3475653"/>
              <a:gd name="connsiteY12-156" fmla="*/ 3082645 h 3082645"/>
              <a:gd name="connsiteX0-157" fmla="*/ 950601 w 3490661"/>
              <a:gd name="connsiteY0-158" fmla="*/ 3082645 h 3082645"/>
              <a:gd name="connsiteX1-159" fmla="*/ 2525075 w 3490661"/>
              <a:gd name="connsiteY1-160" fmla="*/ 3082645 h 3082645"/>
              <a:gd name="connsiteX2-161" fmla="*/ 2679028 w 3490661"/>
              <a:gd name="connsiteY2-162" fmla="*/ 2993745 h 3082645"/>
              <a:gd name="connsiteX3-163" fmla="*/ 3466261 w 3490661"/>
              <a:gd name="connsiteY3-164" fmla="*/ 1630209 h 3082645"/>
              <a:gd name="connsiteX4-165" fmla="*/ 3466254 w 3490661"/>
              <a:gd name="connsiteY4-166" fmla="*/ 1452423 h 3082645"/>
              <a:gd name="connsiteX5-167" fmla="*/ 2679021 w 3490661"/>
              <a:gd name="connsiteY5-168" fmla="*/ 88887 h 3082645"/>
              <a:gd name="connsiteX6-169" fmla="*/ 2525051 w 3490661"/>
              <a:gd name="connsiteY6-170" fmla="*/ 0 h 3082645"/>
              <a:gd name="connsiteX7-171" fmla="*/ 950576 w 3490661"/>
              <a:gd name="connsiteY7-172" fmla="*/ 0 h 3082645"/>
              <a:gd name="connsiteX8-173" fmla="*/ 796623 w 3490661"/>
              <a:gd name="connsiteY8-174" fmla="*/ 88900 h 3082645"/>
              <a:gd name="connsiteX9-175" fmla="*/ 9390 w 3490661"/>
              <a:gd name="connsiteY9-176" fmla="*/ 1452436 h 3082645"/>
              <a:gd name="connsiteX10-177" fmla="*/ 9398 w 3490661"/>
              <a:gd name="connsiteY10-178" fmla="*/ 1630223 h 3082645"/>
              <a:gd name="connsiteX11-179" fmla="*/ 796631 w 3490661"/>
              <a:gd name="connsiteY11-180" fmla="*/ 2993759 h 3082645"/>
              <a:gd name="connsiteX12-181" fmla="*/ 950601 w 3490661"/>
              <a:gd name="connsiteY12-182" fmla="*/ 3082645 h 3082645"/>
              <a:gd name="connsiteX0-183" fmla="*/ 950601 w 3490661"/>
              <a:gd name="connsiteY0-184" fmla="*/ 3082645 h 3082645"/>
              <a:gd name="connsiteX1-185" fmla="*/ 2525075 w 3490661"/>
              <a:gd name="connsiteY1-186" fmla="*/ 3082645 h 3082645"/>
              <a:gd name="connsiteX2-187" fmla="*/ 2679028 w 3490661"/>
              <a:gd name="connsiteY2-188" fmla="*/ 2993745 h 3082645"/>
              <a:gd name="connsiteX3-189" fmla="*/ 3466261 w 3490661"/>
              <a:gd name="connsiteY3-190" fmla="*/ 1630209 h 3082645"/>
              <a:gd name="connsiteX4-191" fmla="*/ 3466254 w 3490661"/>
              <a:gd name="connsiteY4-192" fmla="*/ 1452423 h 3082645"/>
              <a:gd name="connsiteX5-193" fmla="*/ 2679021 w 3490661"/>
              <a:gd name="connsiteY5-194" fmla="*/ 88887 h 3082645"/>
              <a:gd name="connsiteX6-195" fmla="*/ 2525051 w 3490661"/>
              <a:gd name="connsiteY6-196" fmla="*/ 0 h 3082645"/>
              <a:gd name="connsiteX7-197" fmla="*/ 950576 w 3490661"/>
              <a:gd name="connsiteY7-198" fmla="*/ 0 h 3082645"/>
              <a:gd name="connsiteX8-199" fmla="*/ 796623 w 3490661"/>
              <a:gd name="connsiteY8-200" fmla="*/ 88900 h 3082645"/>
              <a:gd name="connsiteX9-201" fmla="*/ 9390 w 3490661"/>
              <a:gd name="connsiteY9-202" fmla="*/ 1452436 h 3082645"/>
              <a:gd name="connsiteX10-203" fmla="*/ 9398 w 3490661"/>
              <a:gd name="connsiteY10-204" fmla="*/ 1630223 h 3082645"/>
              <a:gd name="connsiteX11-205" fmla="*/ 796631 w 3490661"/>
              <a:gd name="connsiteY11-206" fmla="*/ 2993759 h 3082645"/>
              <a:gd name="connsiteX12-207" fmla="*/ 950601 w 3490661"/>
              <a:gd name="connsiteY12-208" fmla="*/ 3082645 h 3082645"/>
              <a:gd name="connsiteX0-209" fmla="*/ 950601 w 3490661"/>
              <a:gd name="connsiteY0-210" fmla="*/ 3082645 h 3082645"/>
              <a:gd name="connsiteX1-211" fmla="*/ 2525075 w 3490661"/>
              <a:gd name="connsiteY1-212" fmla="*/ 3082645 h 3082645"/>
              <a:gd name="connsiteX2-213" fmla="*/ 2679028 w 3490661"/>
              <a:gd name="connsiteY2-214" fmla="*/ 2993745 h 3082645"/>
              <a:gd name="connsiteX3-215" fmla="*/ 3466261 w 3490661"/>
              <a:gd name="connsiteY3-216" fmla="*/ 1630209 h 3082645"/>
              <a:gd name="connsiteX4-217" fmla="*/ 3466254 w 3490661"/>
              <a:gd name="connsiteY4-218" fmla="*/ 1452423 h 3082645"/>
              <a:gd name="connsiteX5-219" fmla="*/ 2679021 w 3490661"/>
              <a:gd name="connsiteY5-220" fmla="*/ 88887 h 3082645"/>
              <a:gd name="connsiteX6-221" fmla="*/ 2525051 w 3490661"/>
              <a:gd name="connsiteY6-222" fmla="*/ 0 h 3082645"/>
              <a:gd name="connsiteX7-223" fmla="*/ 950576 w 3490661"/>
              <a:gd name="connsiteY7-224" fmla="*/ 0 h 3082645"/>
              <a:gd name="connsiteX8-225" fmla="*/ 796623 w 3490661"/>
              <a:gd name="connsiteY8-226" fmla="*/ 88900 h 3082645"/>
              <a:gd name="connsiteX9-227" fmla="*/ 9390 w 3490661"/>
              <a:gd name="connsiteY9-228" fmla="*/ 1452436 h 3082645"/>
              <a:gd name="connsiteX10-229" fmla="*/ 9398 w 3490661"/>
              <a:gd name="connsiteY10-230" fmla="*/ 1630223 h 3082645"/>
              <a:gd name="connsiteX11-231" fmla="*/ 796631 w 3490661"/>
              <a:gd name="connsiteY11-232" fmla="*/ 2993759 h 3082645"/>
              <a:gd name="connsiteX12-233" fmla="*/ 950601 w 3490661"/>
              <a:gd name="connsiteY12-234" fmla="*/ 3082645 h 3082645"/>
              <a:gd name="connsiteX0-235" fmla="*/ 950601 w 3490661"/>
              <a:gd name="connsiteY0-236" fmla="*/ 3082645 h 3082645"/>
              <a:gd name="connsiteX1-237" fmla="*/ 2525075 w 3490661"/>
              <a:gd name="connsiteY1-238" fmla="*/ 3082645 h 3082645"/>
              <a:gd name="connsiteX2-239" fmla="*/ 2679028 w 3490661"/>
              <a:gd name="connsiteY2-240" fmla="*/ 2993745 h 3082645"/>
              <a:gd name="connsiteX3-241" fmla="*/ 3466261 w 3490661"/>
              <a:gd name="connsiteY3-242" fmla="*/ 1630209 h 3082645"/>
              <a:gd name="connsiteX4-243" fmla="*/ 3466254 w 3490661"/>
              <a:gd name="connsiteY4-244" fmla="*/ 1452423 h 3082645"/>
              <a:gd name="connsiteX5-245" fmla="*/ 2679021 w 3490661"/>
              <a:gd name="connsiteY5-246" fmla="*/ 88887 h 3082645"/>
              <a:gd name="connsiteX6-247" fmla="*/ 2525051 w 3490661"/>
              <a:gd name="connsiteY6-248" fmla="*/ 0 h 3082645"/>
              <a:gd name="connsiteX7-249" fmla="*/ 950576 w 3490661"/>
              <a:gd name="connsiteY7-250" fmla="*/ 0 h 3082645"/>
              <a:gd name="connsiteX8-251" fmla="*/ 796623 w 3490661"/>
              <a:gd name="connsiteY8-252" fmla="*/ 88900 h 3082645"/>
              <a:gd name="connsiteX9-253" fmla="*/ 9390 w 3490661"/>
              <a:gd name="connsiteY9-254" fmla="*/ 1452436 h 3082645"/>
              <a:gd name="connsiteX10-255" fmla="*/ 9398 w 3490661"/>
              <a:gd name="connsiteY10-256" fmla="*/ 1630223 h 3082645"/>
              <a:gd name="connsiteX11-257" fmla="*/ 796631 w 3490661"/>
              <a:gd name="connsiteY11-258" fmla="*/ 2993759 h 3082645"/>
              <a:gd name="connsiteX12-259" fmla="*/ 950601 w 3490661"/>
              <a:gd name="connsiteY12-260" fmla="*/ 3082645 h 3082645"/>
              <a:gd name="connsiteX0-261" fmla="*/ 950601 w 3490661"/>
              <a:gd name="connsiteY0-262" fmla="*/ 3082645 h 3082645"/>
              <a:gd name="connsiteX1-263" fmla="*/ 2525075 w 3490661"/>
              <a:gd name="connsiteY1-264" fmla="*/ 3082645 h 3082645"/>
              <a:gd name="connsiteX2-265" fmla="*/ 2679028 w 3490661"/>
              <a:gd name="connsiteY2-266" fmla="*/ 2993745 h 3082645"/>
              <a:gd name="connsiteX3-267" fmla="*/ 3466261 w 3490661"/>
              <a:gd name="connsiteY3-268" fmla="*/ 1630209 h 3082645"/>
              <a:gd name="connsiteX4-269" fmla="*/ 3466254 w 3490661"/>
              <a:gd name="connsiteY4-270" fmla="*/ 1452423 h 3082645"/>
              <a:gd name="connsiteX5-271" fmla="*/ 2679021 w 3490661"/>
              <a:gd name="connsiteY5-272" fmla="*/ 88887 h 3082645"/>
              <a:gd name="connsiteX6-273" fmla="*/ 2525051 w 3490661"/>
              <a:gd name="connsiteY6-274" fmla="*/ 0 h 3082645"/>
              <a:gd name="connsiteX7-275" fmla="*/ 950576 w 3490661"/>
              <a:gd name="connsiteY7-276" fmla="*/ 0 h 3082645"/>
              <a:gd name="connsiteX8-277" fmla="*/ 796623 w 3490661"/>
              <a:gd name="connsiteY8-278" fmla="*/ 88900 h 3082645"/>
              <a:gd name="connsiteX9-279" fmla="*/ 9390 w 3490661"/>
              <a:gd name="connsiteY9-280" fmla="*/ 1452436 h 3082645"/>
              <a:gd name="connsiteX10-281" fmla="*/ 9398 w 3490661"/>
              <a:gd name="connsiteY10-282" fmla="*/ 1630223 h 3082645"/>
              <a:gd name="connsiteX11-283" fmla="*/ 796631 w 3490661"/>
              <a:gd name="connsiteY11-284" fmla="*/ 2993759 h 3082645"/>
              <a:gd name="connsiteX12-285" fmla="*/ 950601 w 3490661"/>
              <a:gd name="connsiteY12-286" fmla="*/ 3082645 h 3082645"/>
              <a:gd name="connsiteX0-287" fmla="*/ 950601 w 3490661"/>
              <a:gd name="connsiteY0-288" fmla="*/ 3082645 h 3082645"/>
              <a:gd name="connsiteX1-289" fmla="*/ 2525075 w 3490661"/>
              <a:gd name="connsiteY1-290" fmla="*/ 3082645 h 3082645"/>
              <a:gd name="connsiteX2-291" fmla="*/ 2679028 w 3490661"/>
              <a:gd name="connsiteY2-292" fmla="*/ 2993745 h 3082645"/>
              <a:gd name="connsiteX3-293" fmla="*/ 3466261 w 3490661"/>
              <a:gd name="connsiteY3-294" fmla="*/ 1630209 h 3082645"/>
              <a:gd name="connsiteX4-295" fmla="*/ 3466254 w 3490661"/>
              <a:gd name="connsiteY4-296" fmla="*/ 1452423 h 3082645"/>
              <a:gd name="connsiteX5-297" fmla="*/ 2679021 w 3490661"/>
              <a:gd name="connsiteY5-298" fmla="*/ 88887 h 3082645"/>
              <a:gd name="connsiteX6-299" fmla="*/ 2525051 w 3490661"/>
              <a:gd name="connsiteY6-300" fmla="*/ 0 h 3082645"/>
              <a:gd name="connsiteX7-301" fmla="*/ 950576 w 3490661"/>
              <a:gd name="connsiteY7-302" fmla="*/ 0 h 3082645"/>
              <a:gd name="connsiteX8-303" fmla="*/ 796623 w 3490661"/>
              <a:gd name="connsiteY8-304" fmla="*/ 88900 h 3082645"/>
              <a:gd name="connsiteX9-305" fmla="*/ 9390 w 3490661"/>
              <a:gd name="connsiteY9-306" fmla="*/ 1452436 h 3082645"/>
              <a:gd name="connsiteX10-307" fmla="*/ 9398 w 3490661"/>
              <a:gd name="connsiteY10-308" fmla="*/ 1630223 h 3082645"/>
              <a:gd name="connsiteX11-309" fmla="*/ 796631 w 3490661"/>
              <a:gd name="connsiteY11-310" fmla="*/ 2993759 h 3082645"/>
              <a:gd name="connsiteX12-311" fmla="*/ 950601 w 3490661"/>
              <a:gd name="connsiteY12-312" fmla="*/ 3082645 h 3082645"/>
              <a:gd name="connsiteX0-313" fmla="*/ 950601 w 3490661"/>
              <a:gd name="connsiteY0-314" fmla="*/ 3082645 h 3082645"/>
              <a:gd name="connsiteX1-315" fmla="*/ 2525075 w 3490661"/>
              <a:gd name="connsiteY1-316" fmla="*/ 3082645 h 3082645"/>
              <a:gd name="connsiteX2-317" fmla="*/ 2679028 w 3490661"/>
              <a:gd name="connsiteY2-318" fmla="*/ 2993745 h 3082645"/>
              <a:gd name="connsiteX3-319" fmla="*/ 3466261 w 3490661"/>
              <a:gd name="connsiteY3-320" fmla="*/ 1630209 h 3082645"/>
              <a:gd name="connsiteX4-321" fmla="*/ 3466254 w 3490661"/>
              <a:gd name="connsiteY4-322" fmla="*/ 1452423 h 3082645"/>
              <a:gd name="connsiteX5-323" fmla="*/ 2679021 w 3490661"/>
              <a:gd name="connsiteY5-324" fmla="*/ 88887 h 3082645"/>
              <a:gd name="connsiteX6-325" fmla="*/ 2525051 w 3490661"/>
              <a:gd name="connsiteY6-326" fmla="*/ 0 h 3082645"/>
              <a:gd name="connsiteX7-327" fmla="*/ 950576 w 3490661"/>
              <a:gd name="connsiteY7-328" fmla="*/ 0 h 3082645"/>
              <a:gd name="connsiteX8-329" fmla="*/ 796623 w 3490661"/>
              <a:gd name="connsiteY8-330" fmla="*/ 88900 h 3082645"/>
              <a:gd name="connsiteX9-331" fmla="*/ 9390 w 3490661"/>
              <a:gd name="connsiteY9-332" fmla="*/ 1452436 h 3082645"/>
              <a:gd name="connsiteX10-333" fmla="*/ 9398 w 3490661"/>
              <a:gd name="connsiteY10-334" fmla="*/ 1630223 h 3082645"/>
              <a:gd name="connsiteX11-335" fmla="*/ 796631 w 3490661"/>
              <a:gd name="connsiteY11-336" fmla="*/ 2993759 h 3082645"/>
              <a:gd name="connsiteX12-337" fmla="*/ 950601 w 3490661"/>
              <a:gd name="connsiteY12-338" fmla="*/ 3082645 h 3082645"/>
              <a:gd name="connsiteX0-339" fmla="*/ 950601 w 3490661"/>
              <a:gd name="connsiteY0-340" fmla="*/ 3082645 h 3082645"/>
              <a:gd name="connsiteX1-341" fmla="*/ 2525075 w 3490661"/>
              <a:gd name="connsiteY1-342" fmla="*/ 3082645 h 3082645"/>
              <a:gd name="connsiteX2-343" fmla="*/ 2679028 w 3490661"/>
              <a:gd name="connsiteY2-344" fmla="*/ 2993745 h 3082645"/>
              <a:gd name="connsiteX3-345" fmla="*/ 3466261 w 3490661"/>
              <a:gd name="connsiteY3-346" fmla="*/ 1630209 h 3082645"/>
              <a:gd name="connsiteX4-347" fmla="*/ 3466254 w 3490661"/>
              <a:gd name="connsiteY4-348" fmla="*/ 1452423 h 3082645"/>
              <a:gd name="connsiteX5-349" fmla="*/ 2679021 w 3490661"/>
              <a:gd name="connsiteY5-350" fmla="*/ 88887 h 3082645"/>
              <a:gd name="connsiteX6-351" fmla="*/ 2525051 w 3490661"/>
              <a:gd name="connsiteY6-352" fmla="*/ 0 h 3082645"/>
              <a:gd name="connsiteX7-353" fmla="*/ 950576 w 3490661"/>
              <a:gd name="connsiteY7-354" fmla="*/ 0 h 3082645"/>
              <a:gd name="connsiteX8-355" fmla="*/ 796623 w 3490661"/>
              <a:gd name="connsiteY8-356" fmla="*/ 88900 h 3082645"/>
              <a:gd name="connsiteX9-357" fmla="*/ 9390 w 3490661"/>
              <a:gd name="connsiteY9-358" fmla="*/ 1452436 h 3082645"/>
              <a:gd name="connsiteX10-359" fmla="*/ 9398 w 3490661"/>
              <a:gd name="connsiteY10-360" fmla="*/ 1630223 h 3082645"/>
              <a:gd name="connsiteX11-361" fmla="*/ 796631 w 3490661"/>
              <a:gd name="connsiteY11-362" fmla="*/ 2993759 h 3082645"/>
              <a:gd name="connsiteX12-363" fmla="*/ 950601 w 3490661"/>
              <a:gd name="connsiteY12-364" fmla="*/ 3082645 h 3082645"/>
              <a:gd name="connsiteX0-365" fmla="*/ 950601 w 3490661"/>
              <a:gd name="connsiteY0-366" fmla="*/ 3082645 h 3082645"/>
              <a:gd name="connsiteX1-367" fmla="*/ 2525075 w 3490661"/>
              <a:gd name="connsiteY1-368" fmla="*/ 3082645 h 3082645"/>
              <a:gd name="connsiteX2-369" fmla="*/ 2679028 w 3490661"/>
              <a:gd name="connsiteY2-370" fmla="*/ 2993745 h 3082645"/>
              <a:gd name="connsiteX3-371" fmla="*/ 3466261 w 3490661"/>
              <a:gd name="connsiteY3-372" fmla="*/ 1630209 h 3082645"/>
              <a:gd name="connsiteX4-373" fmla="*/ 3466254 w 3490661"/>
              <a:gd name="connsiteY4-374" fmla="*/ 1452423 h 3082645"/>
              <a:gd name="connsiteX5-375" fmla="*/ 2679021 w 3490661"/>
              <a:gd name="connsiteY5-376" fmla="*/ 88887 h 3082645"/>
              <a:gd name="connsiteX6-377" fmla="*/ 2525051 w 3490661"/>
              <a:gd name="connsiteY6-378" fmla="*/ 0 h 3082645"/>
              <a:gd name="connsiteX7-379" fmla="*/ 950576 w 3490661"/>
              <a:gd name="connsiteY7-380" fmla="*/ 0 h 3082645"/>
              <a:gd name="connsiteX8-381" fmla="*/ 796623 w 3490661"/>
              <a:gd name="connsiteY8-382" fmla="*/ 88900 h 3082645"/>
              <a:gd name="connsiteX9-383" fmla="*/ 9390 w 3490661"/>
              <a:gd name="connsiteY9-384" fmla="*/ 1452436 h 3082645"/>
              <a:gd name="connsiteX10-385" fmla="*/ 9398 w 3490661"/>
              <a:gd name="connsiteY10-386" fmla="*/ 1630223 h 3082645"/>
              <a:gd name="connsiteX11-387" fmla="*/ 796631 w 3490661"/>
              <a:gd name="connsiteY11-388" fmla="*/ 2993759 h 3082645"/>
              <a:gd name="connsiteX12-389" fmla="*/ 950601 w 3490661"/>
              <a:gd name="connsiteY12-390" fmla="*/ 3082645 h 3082645"/>
              <a:gd name="connsiteX0-391" fmla="*/ 950601 w 3490661"/>
              <a:gd name="connsiteY0-392" fmla="*/ 3082645 h 3082645"/>
              <a:gd name="connsiteX1-393" fmla="*/ 2525075 w 3490661"/>
              <a:gd name="connsiteY1-394" fmla="*/ 3082645 h 3082645"/>
              <a:gd name="connsiteX2-395" fmla="*/ 2679028 w 3490661"/>
              <a:gd name="connsiteY2-396" fmla="*/ 2993745 h 3082645"/>
              <a:gd name="connsiteX3-397" fmla="*/ 3466261 w 3490661"/>
              <a:gd name="connsiteY3-398" fmla="*/ 1630209 h 3082645"/>
              <a:gd name="connsiteX4-399" fmla="*/ 3466254 w 3490661"/>
              <a:gd name="connsiteY4-400" fmla="*/ 1452423 h 3082645"/>
              <a:gd name="connsiteX5-401" fmla="*/ 2679021 w 3490661"/>
              <a:gd name="connsiteY5-402" fmla="*/ 88887 h 3082645"/>
              <a:gd name="connsiteX6-403" fmla="*/ 2525051 w 3490661"/>
              <a:gd name="connsiteY6-404" fmla="*/ 0 h 3082645"/>
              <a:gd name="connsiteX7-405" fmla="*/ 950576 w 3490661"/>
              <a:gd name="connsiteY7-406" fmla="*/ 0 h 3082645"/>
              <a:gd name="connsiteX8-407" fmla="*/ 796623 w 3490661"/>
              <a:gd name="connsiteY8-408" fmla="*/ 88900 h 3082645"/>
              <a:gd name="connsiteX9-409" fmla="*/ 9390 w 3490661"/>
              <a:gd name="connsiteY9-410" fmla="*/ 1452436 h 3082645"/>
              <a:gd name="connsiteX10-411" fmla="*/ 9398 w 3490661"/>
              <a:gd name="connsiteY10-412" fmla="*/ 1630223 h 3082645"/>
              <a:gd name="connsiteX11-413" fmla="*/ 796631 w 3490661"/>
              <a:gd name="connsiteY11-414" fmla="*/ 2993759 h 3082645"/>
              <a:gd name="connsiteX12-415" fmla="*/ 950601 w 3490661"/>
              <a:gd name="connsiteY12-416" fmla="*/ 3082645 h 3082645"/>
              <a:gd name="connsiteX0-417" fmla="*/ 950601 w 3490661"/>
              <a:gd name="connsiteY0-418" fmla="*/ 3082645 h 3082645"/>
              <a:gd name="connsiteX1-419" fmla="*/ 2525075 w 3490661"/>
              <a:gd name="connsiteY1-420" fmla="*/ 3082645 h 3082645"/>
              <a:gd name="connsiteX2-421" fmla="*/ 2679028 w 3490661"/>
              <a:gd name="connsiteY2-422" fmla="*/ 2993745 h 3082645"/>
              <a:gd name="connsiteX3-423" fmla="*/ 3466261 w 3490661"/>
              <a:gd name="connsiteY3-424" fmla="*/ 1630209 h 3082645"/>
              <a:gd name="connsiteX4-425" fmla="*/ 3466254 w 3490661"/>
              <a:gd name="connsiteY4-426" fmla="*/ 1452423 h 3082645"/>
              <a:gd name="connsiteX5-427" fmla="*/ 2679021 w 3490661"/>
              <a:gd name="connsiteY5-428" fmla="*/ 88887 h 3082645"/>
              <a:gd name="connsiteX6-429" fmla="*/ 2525051 w 3490661"/>
              <a:gd name="connsiteY6-430" fmla="*/ 0 h 3082645"/>
              <a:gd name="connsiteX7-431" fmla="*/ 950576 w 3490661"/>
              <a:gd name="connsiteY7-432" fmla="*/ 0 h 3082645"/>
              <a:gd name="connsiteX8-433" fmla="*/ 796623 w 3490661"/>
              <a:gd name="connsiteY8-434" fmla="*/ 88900 h 3082645"/>
              <a:gd name="connsiteX9-435" fmla="*/ 9390 w 3490661"/>
              <a:gd name="connsiteY9-436" fmla="*/ 1452436 h 3082645"/>
              <a:gd name="connsiteX10-437" fmla="*/ 9398 w 3490661"/>
              <a:gd name="connsiteY10-438" fmla="*/ 1630223 h 3082645"/>
              <a:gd name="connsiteX11-439" fmla="*/ 796631 w 3490661"/>
              <a:gd name="connsiteY11-440" fmla="*/ 2993759 h 3082645"/>
              <a:gd name="connsiteX12-441" fmla="*/ 950601 w 3490661"/>
              <a:gd name="connsiteY12-442" fmla="*/ 3082645 h 3082645"/>
              <a:gd name="connsiteX0-443" fmla="*/ 950603 w 3490663"/>
              <a:gd name="connsiteY0-444" fmla="*/ 3082645 h 3082645"/>
              <a:gd name="connsiteX1-445" fmla="*/ 2525077 w 3490663"/>
              <a:gd name="connsiteY1-446" fmla="*/ 3082645 h 3082645"/>
              <a:gd name="connsiteX2-447" fmla="*/ 2679030 w 3490663"/>
              <a:gd name="connsiteY2-448" fmla="*/ 2993745 h 3082645"/>
              <a:gd name="connsiteX3-449" fmla="*/ 3466263 w 3490663"/>
              <a:gd name="connsiteY3-450" fmla="*/ 1630209 h 3082645"/>
              <a:gd name="connsiteX4-451" fmla="*/ 3466256 w 3490663"/>
              <a:gd name="connsiteY4-452" fmla="*/ 1452423 h 3082645"/>
              <a:gd name="connsiteX5-453" fmla="*/ 2679023 w 3490663"/>
              <a:gd name="connsiteY5-454" fmla="*/ 88887 h 3082645"/>
              <a:gd name="connsiteX6-455" fmla="*/ 2525053 w 3490663"/>
              <a:gd name="connsiteY6-456" fmla="*/ 0 h 3082645"/>
              <a:gd name="connsiteX7-457" fmla="*/ 950578 w 3490663"/>
              <a:gd name="connsiteY7-458" fmla="*/ 0 h 3082645"/>
              <a:gd name="connsiteX8-459" fmla="*/ 796625 w 3490663"/>
              <a:gd name="connsiteY8-460" fmla="*/ 88900 h 3082645"/>
              <a:gd name="connsiteX9-461" fmla="*/ 9392 w 3490663"/>
              <a:gd name="connsiteY9-462" fmla="*/ 1452436 h 3082645"/>
              <a:gd name="connsiteX10-463" fmla="*/ 9400 w 3490663"/>
              <a:gd name="connsiteY10-464" fmla="*/ 1630223 h 3082645"/>
              <a:gd name="connsiteX11-465" fmla="*/ 796633 w 3490663"/>
              <a:gd name="connsiteY11-466" fmla="*/ 2993759 h 3082645"/>
              <a:gd name="connsiteX12-467" fmla="*/ 950603 w 3490663"/>
              <a:gd name="connsiteY12-468" fmla="*/ 3082645 h 3082645"/>
              <a:gd name="connsiteX0-469" fmla="*/ 965611 w 3505671"/>
              <a:gd name="connsiteY0-470" fmla="*/ 3082645 h 3082645"/>
              <a:gd name="connsiteX1-471" fmla="*/ 2540085 w 3505671"/>
              <a:gd name="connsiteY1-472" fmla="*/ 3082645 h 3082645"/>
              <a:gd name="connsiteX2-473" fmla="*/ 2694038 w 3505671"/>
              <a:gd name="connsiteY2-474" fmla="*/ 2993745 h 3082645"/>
              <a:gd name="connsiteX3-475" fmla="*/ 3481271 w 3505671"/>
              <a:gd name="connsiteY3-476" fmla="*/ 1630209 h 3082645"/>
              <a:gd name="connsiteX4-477" fmla="*/ 3481264 w 3505671"/>
              <a:gd name="connsiteY4-478" fmla="*/ 1452423 h 3082645"/>
              <a:gd name="connsiteX5-479" fmla="*/ 2694031 w 3505671"/>
              <a:gd name="connsiteY5-480" fmla="*/ 88887 h 3082645"/>
              <a:gd name="connsiteX6-481" fmla="*/ 2540061 w 3505671"/>
              <a:gd name="connsiteY6-482" fmla="*/ 0 h 3082645"/>
              <a:gd name="connsiteX7-483" fmla="*/ 965586 w 3505671"/>
              <a:gd name="connsiteY7-484" fmla="*/ 0 h 3082645"/>
              <a:gd name="connsiteX8-485" fmla="*/ 811633 w 3505671"/>
              <a:gd name="connsiteY8-486" fmla="*/ 88900 h 3082645"/>
              <a:gd name="connsiteX9-487" fmla="*/ 24400 w 3505671"/>
              <a:gd name="connsiteY9-488" fmla="*/ 1452436 h 3082645"/>
              <a:gd name="connsiteX10-489" fmla="*/ 24408 w 3505671"/>
              <a:gd name="connsiteY10-490" fmla="*/ 1630223 h 3082645"/>
              <a:gd name="connsiteX11-491" fmla="*/ 811641 w 3505671"/>
              <a:gd name="connsiteY11-492" fmla="*/ 2993759 h 3082645"/>
              <a:gd name="connsiteX12-493" fmla="*/ 965611 w 3505671"/>
              <a:gd name="connsiteY12-494" fmla="*/ 3082645 h 3082645"/>
              <a:gd name="connsiteX0-495" fmla="*/ 965611 w 3505671"/>
              <a:gd name="connsiteY0-496" fmla="*/ 3082645 h 3082645"/>
              <a:gd name="connsiteX1-497" fmla="*/ 2540085 w 3505671"/>
              <a:gd name="connsiteY1-498" fmla="*/ 3082645 h 3082645"/>
              <a:gd name="connsiteX2-499" fmla="*/ 2694038 w 3505671"/>
              <a:gd name="connsiteY2-500" fmla="*/ 2993745 h 3082645"/>
              <a:gd name="connsiteX3-501" fmla="*/ 3481271 w 3505671"/>
              <a:gd name="connsiteY3-502" fmla="*/ 1630209 h 3082645"/>
              <a:gd name="connsiteX4-503" fmla="*/ 3481264 w 3505671"/>
              <a:gd name="connsiteY4-504" fmla="*/ 1452423 h 3082645"/>
              <a:gd name="connsiteX5-505" fmla="*/ 2694031 w 3505671"/>
              <a:gd name="connsiteY5-506" fmla="*/ 88887 h 3082645"/>
              <a:gd name="connsiteX6-507" fmla="*/ 2540061 w 3505671"/>
              <a:gd name="connsiteY6-508" fmla="*/ 0 h 3082645"/>
              <a:gd name="connsiteX7-509" fmla="*/ 965586 w 3505671"/>
              <a:gd name="connsiteY7-510" fmla="*/ 0 h 3082645"/>
              <a:gd name="connsiteX8-511" fmla="*/ 811633 w 3505671"/>
              <a:gd name="connsiteY8-512" fmla="*/ 88900 h 3082645"/>
              <a:gd name="connsiteX9-513" fmla="*/ 24400 w 3505671"/>
              <a:gd name="connsiteY9-514" fmla="*/ 1452436 h 3082645"/>
              <a:gd name="connsiteX10-515" fmla="*/ 24408 w 3505671"/>
              <a:gd name="connsiteY10-516" fmla="*/ 1630223 h 3082645"/>
              <a:gd name="connsiteX11-517" fmla="*/ 811641 w 3505671"/>
              <a:gd name="connsiteY11-518" fmla="*/ 2993759 h 3082645"/>
              <a:gd name="connsiteX12-519" fmla="*/ 965611 w 3505671"/>
              <a:gd name="connsiteY12-520" fmla="*/ 3082645 h 3082645"/>
              <a:gd name="connsiteX0-521" fmla="*/ 965611 w 3505671"/>
              <a:gd name="connsiteY0-522" fmla="*/ 3082645 h 3082645"/>
              <a:gd name="connsiteX1-523" fmla="*/ 2540085 w 3505671"/>
              <a:gd name="connsiteY1-524" fmla="*/ 3082645 h 3082645"/>
              <a:gd name="connsiteX2-525" fmla="*/ 2694038 w 3505671"/>
              <a:gd name="connsiteY2-526" fmla="*/ 2993745 h 3082645"/>
              <a:gd name="connsiteX3-527" fmla="*/ 3481271 w 3505671"/>
              <a:gd name="connsiteY3-528" fmla="*/ 1630209 h 3082645"/>
              <a:gd name="connsiteX4-529" fmla="*/ 3481264 w 3505671"/>
              <a:gd name="connsiteY4-530" fmla="*/ 1452423 h 3082645"/>
              <a:gd name="connsiteX5-531" fmla="*/ 2694031 w 3505671"/>
              <a:gd name="connsiteY5-532" fmla="*/ 88887 h 3082645"/>
              <a:gd name="connsiteX6-533" fmla="*/ 2540061 w 3505671"/>
              <a:gd name="connsiteY6-534" fmla="*/ 0 h 3082645"/>
              <a:gd name="connsiteX7-535" fmla="*/ 965586 w 3505671"/>
              <a:gd name="connsiteY7-536" fmla="*/ 0 h 3082645"/>
              <a:gd name="connsiteX8-537" fmla="*/ 811633 w 3505671"/>
              <a:gd name="connsiteY8-538" fmla="*/ 88900 h 3082645"/>
              <a:gd name="connsiteX9-539" fmla="*/ 24400 w 3505671"/>
              <a:gd name="connsiteY9-540" fmla="*/ 1452436 h 3082645"/>
              <a:gd name="connsiteX10-541" fmla="*/ 24408 w 3505671"/>
              <a:gd name="connsiteY10-542" fmla="*/ 1630223 h 3082645"/>
              <a:gd name="connsiteX11-543" fmla="*/ 811641 w 3505671"/>
              <a:gd name="connsiteY11-544" fmla="*/ 2993759 h 3082645"/>
              <a:gd name="connsiteX12-545" fmla="*/ 965611 w 3505671"/>
              <a:gd name="connsiteY12-546" fmla="*/ 3082645 h 3082645"/>
              <a:gd name="connsiteX0-547" fmla="*/ 965611 w 3505671"/>
              <a:gd name="connsiteY0-548" fmla="*/ 3082645 h 3082645"/>
              <a:gd name="connsiteX1-549" fmla="*/ 2540085 w 3505671"/>
              <a:gd name="connsiteY1-550" fmla="*/ 3082645 h 3082645"/>
              <a:gd name="connsiteX2-551" fmla="*/ 2694038 w 3505671"/>
              <a:gd name="connsiteY2-552" fmla="*/ 2993745 h 3082645"/>
              <a:gd name="connsiteX3-553" fmla="*/ 3481271 w 3505671"/>
              <a:gd name="connsiteY3-554" fmla="*/ 1630209 h 3082645"/>
              <a:gd name="connsiteX4-555" fmla="*/ 3481264 w 3505671"/>
              <a:gd name="connsiteY4-556" fmla="*/ 1452423 h 3082645"/>
              <a:gd name="connsiteX5-557" fmla="*/ 2694031 w 3505671"/>
              <a:gd name="connsiteY5-558" fmla="*/ 88887 h 3082645"/>
              <a:gd name="connsiteX6-559" fmla="*/ 2540061 w 3505671"/>
              <a:gd name="connsiteY6-560" fmla="*/ 0 h 3082645"/>
              <a:gd name="connsiteX7-561" fmla="*/ 965586 w 3505671"/>
              <a:gd name="connsiteY7-562" fmla="*/ 0 h 3082645"/>
              <a:gd name="connsiteX8-563" fmla="*/ 811633 w 3505671"/>
              <a:gd name="connsiteY8-564" fmla="*/ 88900 h 3082645"/>
              <a:gd name="connsiteX9-565" fmla="*/ 24400 w 3505671"/>
              <a:gd name="connsiteY9-566" fmla="*/ 1452436 h 3082645"/>
              <a:gd name="connsiteX10-567" fmla="*/ 24408 w 3505671"/>
              <a:gd name="connsiteY10-568" fmla="*/ 1630223 h 3082645"/>
              <a:gd name="connsiteX11-569" fmla="*/ 811641 w 3505671"/>
              <a:gd name="connsiteY11-570" fmla="*/ 2993759 h 3082645"/>
              <a:gd name="connsiteX12-571" fmla="*/ 965611 w 3505671"/>
              <a:gd name="connsiteY12-572" fmla="*/ 3082645 h 30826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05671" h="3082645">
                <a:moveTo>
                  <a:pt x="965611" y="3082645"/>
                </a:moveTo>
                <a:cubicBezTo>
                  <a:pt x="1030690" y="3082645"/>
                  <a:pt x="2475006" y="3082646"/>
                  <a:pt x="2540085" y="3082645"/>
                </a:cubicBezTo>
                <a:cubicBezTo>
                  <a:pt x="2605164" y="3082646"/>
                  <a:pt x="2661499" y="3050107"/>
                  <a:pt x="2694038" y="2993745"/>
                </a:cubicBezTo>
                <a:cubicBezTo>
                  <a:pt x="2726578" y="2937386"/>
                  <a:pt x="3448731" y="1686570"/>
                  <a:pt x="3481271" y="1630209"/>
                </a:cubicBezTo>
                <a:cubicBezTo>
                  <a:pt x="3513810" y="1573850"/>
                  <a:pt x="3513803" y="1508784"/>
                  <a:pt x="3481264" y="1452423"/>
                </a:cubicBezTo>
                <a:cubicBezTo>
                  <a:pt x="3448724" y="1396064"/>
                  <a:pt x="2726570" y="145248"/>
                  <a:pt x="2694031" y="88887"/>
                </a:cubicBezTo>
                <a:cubicBezTo>
                  <a:pt x="2661492" y="32528"/>
                  <a:pt x="2605139" y="1"/>
                  <a:pt x="2540061" y="0"/>
                </a:cubicBezTo>
                <a:cubicBezTo>
                  <a:pt x="2474982" y="1"/>
                  <a:pt x="1030665" y="1"/>
                  <a:pt x="965586" y="0"/>
                </a:cubicBezTo>
                <a:cubicBezTo>
                  <a:pt x="900507" y="1"/>
                  <a:pt x="844173" y="32540"/>
                  <a:pt x="811633" y="88900"/>
                </a:cubicBezTo>
                <a:cubicBezTo>
                  <a:pt x="779094" y="145261"/>
                  <a:pt x="56940" y="1396077"/>
                  <a:pt x="24400" y="1452436"/>
                </a:cubicBezTo>
                <a:cubicBezTo>
                  <a:pt x="-8139" y="1508797"/>
                  <a:pt x="-8132" y="1573863"/>
                  <a:pt x="24408" y="1630223"/>
                </a:cubicBezTo>
                <a:cubicBezTo>
                  <a:pt x="56947" y="1686584"/>
                  <a:pt x="779101" y="2937400"/>
                  <a:pt x="811641" y="2993759"/>
                </a:cubicBezTo>
                <a:cubicBezTo>
                  <a:pt x="844180" y="3050120"/>
                  <a:pt x="900532" y="3082645"/>
                  <a:pt x="965611" y="3082645"/>
                </a:cubicBezTo>
                <a:close/>
              </a:path>
            </a:pathLst>
          </a:cu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20" name="任意多边形: 形状 14296"/>
          <p:cNvSpPr/>
          <p:nvPr>
            <p:custDataLst>
              <p:tags r:id="rId5"/>
            </p:custDataLst>
          </p:nvPr>
        </p:nvSpPr>
        <p:spPr>
          <a:xfrm rot="1800000">
            <a:off x="4436746" y="5273358"/>
            <a:ext cx="400050" cy="337185"/>
          </a:xfrm>
          <a:custGeom>
            <a:avLst/>
            <a:gdLst>
              <a:gd name="connsiteX0" fmla="*/ 950601 w 3475650"/>
              <a:gd name="connsiteY0" fmla="*/ 3082645 h 3082645"/>
              <a:gd name="connsiteX1" fmla="*/ 2525075 w 3475650"/>
              <a:gd name="connsiteY1" fmla="*/ 3082645 h 3082645"/>
              <a:gd name="connsiteX2" fmla="*/ 2679028 w 3475650"/>
              <a:gd name="connsiteY2" fmla="*/ 2993745 h 3082645"/>
              <a:gd name="connsiteX3" fmla="*/ 3466261 w 3475650"/>
              <a:gd name="connsiteY3" fmla="*/ 1630209 h 3082645"/>
              <a:gd name="connsiteX4" fmla="*/ 3466254 w 3475650"/>
              <a:gd name="connsiteY4" fmla="*/ 1452423 h 3082645"/>
              <a:gd name="connsiteX5" fmla="*/ 2679021 w 3475650"/>
              <a:gd name="connsiteY5" fmla="*/ 88887 h 3082645"/>
              <a:gd name="connsiteX6" fmla="*/ 2525051 w 3475650"/>
              <a:gd name="connsiteY6" fmla="*/ 0 h 3082645"/>
              <a:gd name="connsiteX7" fmla="*/ 950576 w 3475650"/>
              <a:gd name="connsiteY7" fmla="*/ 0 h 3082645"/>
              <a:gd name="connsiteX8" fmla="*/ 796623 w 3475650"/>
              <a:gd name="connsiteY8" fmla="*/ 88900 h 3082645"/>
              <a:gd name="connsiteX9" fmla="*/ 9390 w 3475650"/>
              <a:gd name="connsiteY9" fmla="*/ 1452436 h 3082645"/>
              <a:gd name="connsiteX10" fmla="*/ 9398 w 3475650"/>
              <a:gd name="connsiteY10" fmla="*/ 1630223 h 3082645"/>
              <a:gd name="connsiteX11" fmla="*/ 796631 w 3475650"/>
              <a:gd name="connsiteY11" fmla="*/ 2993759 h 3082645"/>
              <a:gd name="connsiteX12" fmla="*/ 950601 w 3475650"/>
              <a:gd name="connsiteY12" fmla="*/ 3082645 h 3082645"/>
              <a:gd name="connsiteX0-1" fmla="*/ 950601 w 3475650"/>
              <a:gd name="connsiteY0-2" fmla="*/ 3082645 h 3082645"/>
              <a:gd name="connsiteX1-3" fmla="*/ 2525075 w 3475650"/>
              <a:gd name="connsiteY1-4" fmla="*/ 3082645 h 3082645"/>
              <a:gd name="connsiteX2-5" fmla="*/ 2679028 w 3475650"/>
              <a:gd name="connsiteY2-6" fmla="*/ 2993745 h 3082645"/>
              <a:gd name="connsiteX3-7" fmla="*/ 3466261 w 3475650"/>
              <a:gd name="connsiteY3-8" fmla="*/ 1630209 h 3082645"/>
              <a:gd name="connsiteX4-9" fmla="*/ 3466254 w 3475650"/>
              <a:gd name="connsiteY4-10" fmla="*/ 1452423 h 3082645"/>
              <a:gd name="connsiteX5-11" fmla="*/ 2679021 w 3475650"/>
              <a:gd name="connsiteY5-12" fmla="*/ 88887 h 3082645"/>
              <a:gd name="connsiteX6-13" fmla="*/ 2525051 w 3475650"/>
              <a:gd name="connsiteY6-14" fmla="*/ 0 h 3082645"/>
              <a:gd name="connsiteX7-15" fmla="*/ 950576 w 3475650"/>
              <a:gd name="connsiteY7-16" fmla="*/ 0 h 3082645"/>
              <a:gd name="connsiteX8-17" fmla="*/ 796623 w 3475650"/>
              <a:gd name="connsiteY8-18" fmla="*/ 88900 h 3082645"/>
              <a:gd name="connsiteX9-19" fmla="*/ 9390 w 3475650"/>
              <a:gd name="connsiteY9-20" fmla="*/ 1452436 h 3082645"/>
              <a:gd name="connsiteX10-21" fmla="*/ 9398 w 3475650"/>
              <a:gd name="connsiteY10-22" fmla="*/ 1630223 h 3082645"/>
              <a:gd name="connsiteX11-23" fmla="*/ 796631 w 3475650"/>
              <a:gd name="connsiteY11-24" fmla="*/ 2993759 h 3082645"/>
              <a:gd name="connsiteX12-25" fmla="*/ 950601 w 3475650"/>
              <a:gd name="connsiteY12-26" fmla="*/ 3082645 h 3082645"/>
              <a:gd name="connsiteX0-27" fmla="*/ 950601 w 3475650"/>
              <a:gd name="connsiteY0-28" fmla="*/ 3082645 h 3082645"/>
              <a:gd name="connsiteX1-29" fmla="*/ 2525075 w 3475650"/>
              <a:gd name="connsiteY1-30" fmla="*/ 3082645 h 3082645"/>
              <a:gd name="connsiteX2-31" fmla="*/ 2679028 w 3475650"/>
              <a:gd name="connsiteY2-32" fmla="*/ 2993745 h 3082645"/>
              <a:gd name="connsiteX3-33" fmla="*/ 3466261 w 3475650"/>
              <a:gd name="connsiteY3-34" fmla="*/ 1630209 h 3082645"/>
              <a:gd name="connsiteX4-35" fmla="*/ 3466254 w 3475650"/>
              <a:gd name="connsiteY4-36" fmla="*/ 1452423 h 3082645"/>
              <a:gd name="connsiteX5-37" fmla="*/ 2679021 w 3475650"/>
              <a:gd name="connsiteY5-38" fmla="*/ 88887 h 3082645"/>
              <a:gd name="connsiteX6-39" fmla="*/ 2525051 w 3475650"/>
              <a:gd name="connsiteY6-40" fmla="*/ 0 h 3082645"/>
              <a:gd name="connsiteX7-41" fmla="*/ 950576 w 3475650"/>
              <a:gd name="connsiteY7-42" fmla="*/ 0 h 3082645"/>
              <a:gd name="connsiteX8-43" fmla="*/ 796623 w 3475650"/>
              <a:gd name="connsiteY8-44" fmla="*/ 88900 h 3082645"/>
              <a:gd name="connsiteX9-45" fmla="*/ 9390 w 3475650"/>
              <a:gd name="connsiteY9-46" fmla="*/ 1452436 h 3082645"/>
              <a:gd name="connsiteX10-47" fmla="*/ 9398 w 3475650"/>
              <a:gd name="connsiteY10-48" fmla="*/ 1630223 h 3082645"/>
              <a:gd name="connsiteX11-49" fmla="*/ 796631 w 3475650"/>
              <a:gd name="connsiteY11-50" fmla="*/ 2993759 h 3082645"/>
              <a:gd name="connsiteX12-51" fmla="*/ 950601 w 3475650"/>
              <a:gd name="connsiteY12-52" fmla="*/ 3082645 h 3082645"/>
              <a:gd name="connsiteX0-53" fmla="*/ 950601 w 3475650"/>
              <a:gd name="connsiteY0-54" fmla="*/ 3082645 h 3082645"/>
              <a:gd name="connsiteX1-55" fmla="*/ 2525075 w 3475650"/>
              <a:gd name="connsiteY1-56" fmla="*/ 3082645 h 3082645"/>
              <a:gd name="connsiteX2-57" fmla="*/ 2679028 w 3475650"/>
              <a:gd name="connsiteY2-58" fmla="*/ 2993745 h 3082645"/>
              <a:gd name="connsiteX3-59" fmla="*/ 3466261 w 3475650"/>
              <a:gd name="connsiteY3-60" fmla="*/ 1630209 h 3082645"/>
              <a:gd name="connsiteX4-61" fmla="*/ 3466254 w 3475650"/>
              <a:gd name="connsiteY4-62" fmla="*/ 1452423 h 3082645"/>
              <a:gd name="connsiteX5-63" fmla="*/ 2679021 w 3475650"/>
              <a:gd name="connsiteY5-64" fmla="*/ 88887 h 3082645"/>
              <a:gd name="connsiteX6-65" fmla="*/ 2525051 w 3475650"/>
              <a:gd name="connsiteY6-66" fmla="*/ 0 h 3082645"/>
              <a:gd name="connsiteX7-67" fmla="*/ 950576 w 3475650"/>
              <a:gd name="connsiteY7-68" fmla="*/ 0 h 3082645"/>
              <a:gd name="connsiteX8-69" fmla="*/ 796623 w 3475650"/>
              <a:gd name="connsiteY8-70" fmla="*/ 88900 h 3082645"/>
              <a:gd name="connsiteX9-71" fmla="*/ 9390 w 3475650"/>
              <a:gd name="connsiteY9-72" fmla="*/ 1452436 h 3082645"/>
              <a:gd name="connsiteX10-73" fmla="*/ 9398 w 3475650"/>
              <a:gd name="connsiteY10-74" fmla="*/ 1630223 h 3082645"/>
              <a:gd name="connsiteX11-75" fmla="*/ 796631 w 3475650"/>
              <a:gd name="connsiteY11-76" fmla="*/ 2993759 h 3082645"/>
              <a:gd name="connsiteX12-77" fmla="*/ 950601 w 3475650"/>
              <a:gd name="connsiteY12-78" fmla="*/ 3082645 h 3082645"/>
              <a:gd name="connsiteX0-79" fmla="*/ 950601 w 3475650"/>
              <a:gd name="connsiteY0-80" fmla="*/ 3082645 h 3082645"/>
              <a:gd name="connsiteX1-81" fmla="*/ 2525075 w 3475650"/>
              <a:gd name="connsiteY1-82" fmla="*/ 3082645 h 3082645"/>
              <a:gd name="connsiteX2-83" fmla="*/ 2679028 w 3475650"/>
              <a:gd name="connsiteY2-84" fmla="*/ 2993745 h 3082645"/>
              <a:gd name="connsiteX3-85" fmla="*/ 3466261 w 3475650"/>
              <a:gd name="connsiteY3-86" fmla="*/ 1630209 h 3082645"/>
              <a:gd name="connsiteX4-87" fmla="*/ 3466254 w 3475650"/>
              <a:gd name="connsiteY4-88" fmla="*/ 1452423 h 3082645"/>
              <a:gd name="connsiteX5-89" fmla="*/ 2679021 w 3475650"/>
              <a:gd name="connsiteY5-90" fmla="*/ 88887 h 3082645"/>
              <a:gd name="connsiteX6-91" fmla="*/ 2525051 w 3475650"/>
              <a:gd name="connsiteY6-92" fmla="*/ 0 h 3082645"/>
              <a:gd name="connsiteX7-93" fmla="*/ 950576 w 3475650"/>
              <a:gd name="connsiteY7-94" fmla="*/ 0 h 3082645"/>
              <a:gd name="connsiteX8-95" fmla="*/ 796623 w 3475650"/>
              <a:gd name="connsiteY8-96" fmla="*/ 88900 h 3082645"/>
              <a:gd name="connsiteX9-97" fmla="*/ 9390 w 3475650"/>
              <a:gd name="connsiteY9-98" fmla="*/ 1452436 h 3082645"/>
              <a:gd name="connsiteX10-99" fmla="*/ 9398 w 3475650"/>
              <a:gd name="connsiteY10-100" fmla="*/ 1630223 h 3082645"/>
              <a:gd name="connsiteX11-101" fmla="*/ 796631 w 3475650"/>
              <a:gd name="connsiteY11-102" fmla="*/ 2993759 h 3082645"/>
              <a:gd name="connsiteX12-103" fmla="*/ 950601 w 3475650"/>
              <a:gd name="connsiteY12-104" fmla="*/ 3082645 h 3082645"/>
              <a:gd name="connsiteX0-105" fmla="*/ 950601 w 3475650"/>
              <a:gd name="connsiteY0-106" fmla="*/ 3082645 h 3082645"/>
              <a:gd name="connsiteX1-107" fmla="*/ 2525075 w 3475650"/>
              <a:gd name="connsiteY1-108" fmla="*/ 3082645 h 3082645"/>
              <a:gd name="connsiteX2-109" fmla="*/ 2679028 w 3475650"/>
              <a:gd name="connsiteY2-110" fmla="*/ 2993745 h 3082645"/>
              <a:gd name="connsiteX3-111" fmla="*/ 3466261 w 3475650"/>
              <a:gd name="connsiteY3-112" fmla="*/ 1630209 h 3082645"/>
              <a:gd name="connsiteX4-113" fmla="*/ 3466254 w 3475650"/>
              <a:gd name="connsiteY4-114" fmla="*/ 1452423 h 3082645"/>
              <a:gd name="connsiteX5-115" fmla="*/ 2679021 w 3475650"/>
              <a:gd name="connsiteY5-116" fmla="*/ 88887 h 3082645"/>
              <a:gd name="connsiteX6-117" fmla="*/ 2525051 w 3475650"/>
              <a:gd name="connsiteY6-118" fmla="*/ 0 h 3082645"/>
              <a:gd name="connsiteX7-119" fmla="*/ 950576 w 3475650"/>
              <a:gd name="connsiteY7-120" fmla="*/ 0 h 3082645"/>
              <a:gd name="connsiteX8-121" fmla="*/ 796623 w 3475650"/>
              <a:gd name="connsiteY8-122" fmla="*/ 88900 h 3082645"/>
              <a:gd name="connsiteX9-123" fmla="*/ 9390 w 3475650"/>
              <a:gd name="connsiteY9-124" fmla="*/ 1452436 h 3082645"/>
              <a:gd name="connsiteX10-125" fmla="*/ 9398 w 3475650"/>
              <a:gd name="connsiteY10-126" fmla="*/ 1630223 h 3082645"/>
              <a:gd name="connsiteX11-127" fmla="*/ 796631 w 3475650"/>
              <a:gd name="connsiteY11-128" fmla="*/ 2993759 h 3082645"/>
              <a:gd name="connsiteX12-129" fmla="*/ 950601 w 3475650"/>
              <a:gd name="connsiteY12-130" fmla="*/ 3082645 h 3082645"/>
              <a:gd name="connsiteX0-131" fmla="*/ 950601 w 3475653"/>
              <a:gd name="connsiteY0-132" fmla="*/ 3082645 h 3082645"/>
              <a:gd name="connsiteX1-133" fmla="*/ 2525075 w 3475653"/>
              <a:gd name="connsiteY1-134" fmla="*/ 3082645 h 3082645"/>
              <a:gd name="connsiteX2-135" fmla="*/ 2679028 w 3475653"/>
              <a:gd name="connsiteY2-136" fmla="*/ 2993745 h 3082645"/>
              <a:gd name="connsiteX3-137" fmla="*/ 3466261 w 3475653"/>
              <a:gd name="connsiteY3-138" fmla="*/ 1630209 h 3082645"/>
              <a:gd name="connsiteX4-139" fmla="*/ 3466254 w 3475653"/>
              <a:gd name="connsiteY4-140" fmla="*/ 1452423 h 3082645"/>
              <a:gd name="connsiteX5-141" fmla="*/ 2679021 w 3475653"/>
              <a:gd name="connsiteY5-142" fmla="*/ 88887 h 3082645"/>
              <a:gd name="connsiteX6-143" fmla="*/ 2525051 w 3475653"/>
              <a:gd name="connsiteY6-144" fmla="*/ 0 h 3082645"/>
              <a:gd name="connsiteX7-145" fmla="*/ 950576 w 3475653"/>
              <a:gd name="connsiteY7-146" fmla="*/ 0 h 3082645"/>
              <a:gd name="connsiteX8-147" fmla="*/ 796623 w 3475653"/>
              <a:gd name="connsiteY8-148" fmla="*/ 88900 h 3082645"/>
              <a:gd name="connsiteX9-149" fmla="*/ 9390 w 3475653"/>
              <a:gd name="connsiteY9-150" fmla="*/ 1452436 h 3082645"/>
              <a:gd name="connsiteX10-151" fmla="*/ 9398 w 3475653"/>
              <a:gd name="connsiteY10-152" fmla="*/ 1630223 h 3082645"/>
              <a:gd name="connsiteX11-153" fmla="*/ 796631 w 3475653"/>
              <a:gd name="connsiteY11-154" fmla="*/ 2993759 h 3082645"/>
              <a:gd name="connsiteX12-155" fmla="*/ 950601 w 3475653"/>
              <a:gd name="connsiteY12-156" fmla="*/ 3082645 h 3082645"/>
              <a:gd name="connsiteX0-157" fmla="*/ 950601 w 3490661"/>
              <a:gd name="connsiteY0-158" fmla="*/ 3082645 h 3082645"/>
              <a:gd name="connsiteX1-159" fmla="*/ 2525075 w 3490661"/>
              <a:gd name="connsiteY1-160" fmla="*/ 3082645 h 3082645"/>
              <a:gd name="connsiteX2-161" fmla="*/ 2679028 w 3490661"/>
              <a:gd name="connsiteY2-162" fmla="*/ 2993745 h 3082645"/>
              <a:gd name="connsiteX3-163" fmla="*/ 3466261 w 3490661"/>
              <a:gd name="connsiteY3-164" fmla="*/ 1630209 h 3082645"/>
              <a:gd name="connsiteX4-165" fmla="*/ 3466254 w 3490661"/>
              <a:gd name="connsiteY4-166" fmla="*/ 1452423 h 3082645"/>
              <a:gd name="connsiteX5-167" fmla="*/ 2679021 w 3490661"/>
              <a:gd name="connsiteY5-168" fmla="*/ 88887 h 3082645"/>
              <a:gd name="connsiteX6-169" fmla="*/ 2525051 w 3490661"/>
              <a:gd name="connsiteY6-170" fmla="*/ 0 h 3082645"/>
              <a:gd name="connsiteX7-171" fmla="*/ 950576 w 3490661"/>
              <a:gd name="connsiteY7-172" fmla="*/ 0 h 3082645"/>
              <a:gd name="connsiteX8-173" fmla="*/ 796623 w 3490661"/>
              <a:gd name="connsiteY8-174" fmla="*/ 88900 h 3082645"/>
              <a:gd name="connsiteX9-175" fmla="*/ 9390 w 3490661"/>
              <a:gd name="connsiteY9-176" fmla="*/ 1452436 h 3082645"/>
              <a:gd name="connsiteX10-177" fmla="*/ 9398 w 3490661"/>
              <a:gd name="connsiteY10-178" fmla="*/ 1630223 h 3082645"/>
              <a:gd name="connsiteX11-179" fmla="*/ 796631 w 3490661"/>
              <a:gd name="connsiteY11-180" fmla="*/ 2993759 h 3082645"/>
              <a:gd name="connsiteX12-181" fmla="*/ 950601 w 3490661"/>
              <a:gd name="connsiteY12-182" fmla="*/ 3082645 h 3082645"/>
              <a:gd name="connsiteX0-183" fmla="*/ 950601 w 3490661"/>
              <a:gd name="connsiteY0-184" fmla="*/ 3082645 h 3082645"/>
              <a:gd name="connsiteX1-185" fmla="*/ 2525075 w 3490661"/>
              <a:gd name="connsiteY1-186" fmla="*/ 3082645 h 3082645"/>
              <a:gd name="connsiteX2-187" fmla="*/ 2679028 w 3490661"/>
              <a:gd name="connsiteY2-188" fmla="*/ 2993745 h 3082645"/>
              <a:gd name="connsiteX3-189" fmla="*/ 3466261 w 3490661"/>
              <a:gd name="connsiteY3-190" fmla="*/ 1630209 h 3082645"/>
              <a:gd name="connsiteX4-191" fmla="*/ 3466254 w 3490661"/>
              <a:gd name="connsiteY4-192" fmla="*/ 1452423 h 3082645"/>
              <a:gd name="connsiteX5-193" fmla="*/ 2679021 w 3490661"/>
              <a:gd name="connsiteY5-194" fmla="*/ 88887 h 3082645"/>
              <a:gd name="connsiteX6-195" fmla="*/ 2525051 w 3490661"/>
              <a:gd name="connsiteY6-196" fmla="*/ 0 h 3082645"/>
              <a:gd name="connsiteX7-197" fmla="*/ 950576 w 3490661"/>
              <a:gd name="connsiteY7-198" fmla="*/ 0 h 3082645"/>
              <a:gd name="connsiteX8-199" fmla="*/ 796623 w 3490661"/>
              <a:gd name="connsiteY8-200" fmla="*/ 88900 h 3082645"/>
              <a:gd name="connsiteX9-201" fmla="*/ 9390 w 3490661"/>
              <a:gd name="connsiteY9-202" fmla="*/ 1452436 h 3082645"/>
              <a:gd name="connsiteX10-203" fmla="*/ 9398 w 3490661"/>
              <a:gd name="connsiteY10-204" fmla="*/ 1630223 h 3082645"/>
              <a:gd name="connsiteX11-205" fmla="*/ 796631 w 3490661"/>
              <a:gd name="connsiteY11-206" fmla="*/ 2993759 h 3082645"/>
              <a:gd name="connsiteX12-207" fmla="*/ 950601 w 3490661"/>
              <a:gd name="connsiteY12-208" fmla="*/ 3082645 h 3082645"/>
              <a:gd name="connsiteX0-209" fmla="*/ 950601 w 3490661"/>
              <a:gd name="connsiteY0-210" fmla="*/ 3082645 h 3082645"/>
              <a:gd name="connsiteX1-211" fmla="*/ 2525075 w 3490661"/>
              <a:gd name="connsiteY1-212" fmla="*/ 3082645 h 3082645"/>
              <a:gd name="connsiteX2-213" fmla="*/ 2679028 w 3490661"/>
              <a:gd name="connsiteY2-214" fmla="*/ 2993745 h 3082645"/>
              <a:gd name="connsiteX3-215" fmla="*/ 3466261 w 3490661"/>
              <a:gd name="connsiteY3-216" fmla="*/ 1630209 h 3082645"/>
              <a:gd name="connsiteX4-217" fmla="*/ 3466254 w 3490661"/>
              <a:gd name="connsiteY4-218" fmla="*/ 1452423 h 3082645"/>
              <a:gd name="connsiteX5-219" fmla="*/ 2679021 w 3490661"/>
              <a:gd name="connsiteY5-220" fmla="*/ 88887 h 3082645"/>
              <a:gd name="connsiteX6-221" fmla="*/ 2525051 w 3490661"/>
              <a:gd name="connsiteY6-222" fmla="*/ 0 h 3082645"/>
              <a:gd name="connsiteX7-223" fmla="*/ 950576 w 3490661"/>
              <a:gd name="connsiteY7-224" fmla="*/ 0 h 3082645"/>
              <a:gd name="connsiteX8-225" fmla="*/ 796623 w 3490661"/>
              <a:gd name="connsiteY8-226" fmla="*/ 88900 h 3082645"/>
              <a:gd name="connsiteX9-227" fmla="*/ 9390 w 3490661"/>
              <a:gd name="connsiteY9-228" fmla="*/ 1452436 h 3082645"/>
              <a:gd name="connsiteX10-229" fmla="*/ 9398 w 3490661"/>
              <a:gd name="connsiteY10-230" fmla="*/ 1630223 h 3082645"/>
              <a:gd name="connsiteX11-231" fmla="*/ 796631 w 3490661"/>
              <a:gd name="connsiteY11-232" fmla="*/ 2993759 h 3082645"/>
              <a:gd name="connsiteX12-233" fmla="*/ 950601 w 3490661"/>
              <a:gd name="connsiteY12-234" fmla="*/ 3082645 h 3082645"/>
              <a:gd name="connsiteX0-235" fmla="*/ 950601 w 3490661"/>
              <a:gd name="connsiteY0-236" fmla="*/ 3082645 h 3082645"/>
              <a:gd name="connsiteX1-237" fmla="*/ 2525075 w 3490661"/>
              <a:gd name="connsiteY1-238" fmla="*/ 3082645 h 3082645"/>
              <a:gd name="connsiteX2-239" fmla="*/ 2679028 w 3490661"/>
              <a:gd name="connsiteY2-240" fmla="*/ 2993745 h 3082645"/>
              <a:gd name="connsiteX3-241" fmla="*/ 3466261 w 3490661"/>
              <a:gd name="connsiteY3-242" fmla="*/ 1630209 h 3082645"/>
              <a:gd name="connsiteX4-243" fmla="*/ 3466254 w 3490661"/>
              <a:gd name="connsiteY4-244" fmla="*/ 1452423 h 3082645"/>
              <a:gd name="connsiteX5-245" fmla="*/ 2679021 w 3490661"/>
              <a:gd name="connsiteY5-246" fmla="*/ 88887 h 3082645"/>
              <a:gd name="connsiteX6-247" fmla="*/ 2525051 w 3490661"/>
              <a:gd name="connsiteY6-248" fmla="*/ 0 h 3082645"/>
              <a:gd name="connsiteX7-249" fmla="*/ 950576 w 3490661"/>
              <a:gd name="connsiteY7-250" fmla="*/ 0 h 3082645"/>
              <a:gd name="connsiteX8-251" fmla="*/ 796623 w 3490661"/>
              <a:gd name="connsiteY8-252" fmla="*/ 88900 h 3082645"/>
              <a:gd name="connsiteX9-253" fmla="*/ 9390 w 3490661"/>
              <a:gd name="connsiteY9-254" fmla="*/ 1452436 h 3082645"/>
              <a:gd name="connsiteX10-255" fmla="*/ 9398 w 3490661"/>
              <a:gd name="connsiteY10-256" fmla="*/ 1630223 h 3082645"/>
              <a:gd name="connsiteX11-257" fmla="*/ 796631 w 3490661"/>
              <a:gd name="connsiteY11-258" fmla="*/ 2993759 h 3082645"/>
              <a:gd name="connsiteX12-259" fmla="*/ 950601 w 3490661"/>
              <a:gd name="connsiteY12-260" fmla="*/ 3082645 h 3082645"/>
              <a:gd name="connsiteX0-261" fmla="*/ 950601 w 3490661"/>
              <a:gd name="connsiteY0-262" fmla="*/ 3082645 h 3082645"/>
              <a:gd name="connsiteX1-263" fmla="*/ 2525075 w 3490661"/>
              <a:gd name="connsiteY1-264" fmla="*/ 3082645 h 3082645"/>
              <a:gd name="connsiteX2-265" fmla="*/ 2679028 w 3490661"/>
              <a:gd name="connsiteY2-266" fmla="*/ 2993745 h 3082645"/>
              <a:gd name="connsiteX3-267" fmla="*/ 3466261 w 3490661"/>
              <a:gd name="connsiteY3-268" fmla="*/ 1630209 h 3082645"/>
              <a:gd name="connsiteX4-269" fmla="*/ 3466254 w 3490661"/>
              <a:gd name="connsiteY4-270" fmla="*/ 1452423 h 3082645"/>
              <a:gd name="connsiteX5-271" fmla="*/ 2679021 w 3490661"/>
              <a:gd name="connsiteY5-272" fmla="*/ 88887 h 3082645"/>
              <a:gd name="connsiteX6-273" fmla="*/ 2525051 w 3490661"/>
              <a:gd name="connsiteY6-274" fmla="*/ 0 h 3082645"/>
              <a:gd name="connsiteX7-275" fmla="*/ 950576 w 3490661"/>
              <a:gd name="connsiteY7-276" fmla="*/ 0 h 3082645"/>
              <a:gd name="connsiteX8-277" fmla="*/ 796623 w 3490661"/>
              <a:gd name="connsiteY8-278" fmla="*/ 88900 h 3082645"/>
              <a:gd name="connsiteX9-279" fmla="*/ 9390 w 3490661"/>
              <a:gd name="connsiteY9-280" fmla="*/ 1452436 h 3082645"/>
              <a:gd name="connsiteX10-281" fmla="*/ 9398 w 3490661"/>
              <a:gd name="connsiteY10-282" fmla="*/ 1630223 h 3082645"/>
              <a:gd name="connsiteX11-283" fmla="*/ 796631 w 3490661"/>
              <a:gd name="connsiteY11-284" fmla="*/ 2993759 h 3082645"/>
              <a:gd name="connsiteX12-285" fmla="*/ 950601 w 3490661"/>
              <a:gd name="connsiteY12-286" fmla="*/ 3082645 h 3082645"/>
              <a:gd name="connsiteX0-287" fmla="*/ 950601 w 3490661"/>
              <a:gd name="connsiteY0-288" fmla="*/ 3082645 h 3082645"/>
              <a:gd name="connsiteX1-289" fmla="*/ 2525075 w 3490661"/>
              <a:gd name="connsiteY1-290" fmla="*/ 3082645 h 3082645"/>
              <a:gd name="connsiteX2-291" fmla="*/ 2679028 w 3490661"/>
              <a:gd name="connsiteY2-292" fmla="*/ 2993745 h 3082645"/>
              <a:gd name="connsiteX3-293" fmla="*/ 3466261 w 3490661"/>
              <a:gd name="connsiteY3-294" fmla="*/ 1630209 h 3082645"/>
              <a:gd name="connsiteX4-295" fmla="*/ 3466254 w 3490661"/>
              <a:gd name="connsiteY4-296" fmla="*/ 1452423 h 3082645"/>
              <a:gd name="connsiteX5-297" fmla="*/ 2679021 w 3490661"/>
              <a:gd name="connsiteY5-298" fmla="*/ 88887 h 3082645"/>
              <a:gd name="connsiteX6-299" fmla="*/ 2525051 w 3490661"/>
              <a:gd name="connsiteY6-300" fmla="*/ 0 h 3082645"/>
              <a:gd name="connsiteX7-301" fmla="*/ 950576 w 3490661"/>
              <a:gd name="connsiteY7-302" fmla="*/ 0 h 3082645"/>
              <a:gd name="connsiteX8-303" fmla="*/ 796623 w 3490661"/>
              <a:gd name="connsiteY8-304" fmla="*/ 88900 h 3082645"/>
              <a:gd name="connsiteX9-305" fmla="*/ 9390 w 3490661"/>
              <a:gd name="connsiteY9-306" fmla="*/ 1452436 h 3082645"/>
              <a:gd name="connsiteX10-307" fmla="*/ 9398 w 3490661"/>
              <a:gd name="connsiteY10-308" fmla="*/ 1630223 h 3082645"/>
              <a:gd name="connsiteX11-309" fmla="*/ 796631 w 3490661"/>
              <a:gd name="connsiteY11-310" fmla="*/ 2993759 h 3082645"/>
              <a:gd name="connsiteX12-311" fmla="*/ 950601 w 3490661"/>
              <a:gd name="connsiteY12-312" fmla="*/ 3082645 h 3082645"/>
              <a:gd name="connsiteX0-313" fmla="*/ 950601 w 3490661"/>
              <a:gd name="connsiteY0-314" fmla="*/ 3082645 h 3082645"/>
              <a:gd name="connsiteX1-315" fmla="*/ 2525075 w 3490661"/>
              <a:gd name="connsiteY1-316" fmla="*/ 3082645 h 3082645"/>
              <a:gd name="connsiteX2-317" fmla="*/ 2679028 w 3490661"/>
              <a:gd name="connsiteY2-318" fmla="*/ 2993745 h 3082645"/>
              <a:gd name="connsiteX3-319" fmla="*/ 3466261 w 3490661"/>
              <a:gd name="connsiteY3-320" fmla="*/ 1630209 h 3082645"/>
              <a:gd name="connsiteX4-321" fmla="*/ 3466254 w 3490661"/>
              <a:gd name="connsiteY4-322" fmla="*/ 1452423 h 3082645"/>
              <a:gd name="connsiteX5-323" fmla="*/ 2679021 w 3490661"/>
              <a:gd name="connsiteY5-324" fmla="*/ 88887 h 3082645"/>
              <a:gd name="connsiteX6-325" fmla="*/ 2525051 w 3490661"/>
              <a:gd name="connsiteY6-326" fmla="*/ 0 h 3082645"/>
              <a:gd name="connsiteX7-327" fmla="*/ 950576 w 3490661"/>
              <a:gd name="connsiteY7-328" fmla="*/ 0 h 3082645"/>
              <a:gd name="connsiteX8-329" fmla="*/ 796623 w 3490661"/>
              <a:gd name="connsiteY8-330" fmla="*/ 88900 h 3082645"/>
              <a:gd name="connsiteX9-331" fmla="*/ 9390 w 3490661"/>
              <a:gd name="connsiteY9-332" fmla="*/ 1452436 h 3082645"/>
              <a:gd name="connsiteX10-333" fmla="*/ 9398 w 3490661"/>
              <a:gd name="connsiteY10-334" fmla="*/ 1630223 h 3082645"/>
              <a:gd name="connsiteX11-335" fmla="*/ 796631 w 3490661"/>
              <a:gd name="connsiteY11-336" fmla="*/ 2993759 h 3082645"/>
              <a:gd name="connsiteX12-337" fmla="*/ 950601 w 3490661"/>
              <a:gd name="connsiteY12-338" fmla="*/ 3082645 h 3082645"/>
              <a:gd name="connsiteX0-339" fmla="*/ 950601 w 3490661"/>
              <a:gd name="connsiteY0-340" fmla="*/ 3082645 h 3082645"/>
              <a:gd name="connsiteX1-341" fmla="*/ 2525075 w 3490661"/>
              <a:gd name="connsiteY1-342" fmla="*/ 3082645 h 3082645"/>
              <a:gd name="connsiteX2-343" fmla="*/ 2679028 w 3490661"/>
              <a:gd name="connsiteY2-344" fmla="*/ 2993745 h 3082645"/>
              <a:gd name="connsiteX3-345" fmla="*/ 3466261 w 3490661"/>
              <a:gd name="connsiteY3-346" fmla="*/ 1630209 h 3082645"/>
              <a:gd name="connsiteX4-347" fmla="*/ 3466254 w 3490661"/>
              <a:gd name="connsiteY4-348" fmla="*/ 1452423 h 3082645"/>
              <a:gd name="connsiteX5-349" fmla="*/ 2679021 w 3490661"/>
              <a:gd name="connsiteY5-350" fmla="*/ 88887 h 3082645"/>
              <a:gd name="connsiteX6-351" fmla="*/ 2525051 w 3490661"/>
              <a:gd name="connsiteY6-352" fmla="*/ 0 h 3082645"/>
              <a:gd name="connsiteX7-353" fmla="*/ 950576 w 3490661"/>
              <a:gd name="connsiteY7-354" fmla="*/ 0 h 3082645"/>
              <a:gd name="connsiteX8-355" fmla="*/ 796623 w 3490661"/>
              <a:gd name="connsiteY8-356" fmla="*/ 88900 h 3082645"/>
              <a:gd name="connsiteX9-357" fmla="*/ 9390 w 3490661"/>
              <a:gd name="connsiteY9-358" fmla="*/ 1452436 h 3082645"/>
              <a:gd name="connsiteX10-359" fmla="*/ 9398 w 3490661"/>
              <a:gd name="connsiteY10-360" fmla="*/ 1630223 h 3082645"/>
              <a:gd name="connsiteX11-361" fmla="*/ 796631 w 3490661"/>
              <a:gd name="connsiteY11-362" fmla="*/ 2993759 h 3082645"/>
              <a:gd name="connsiteX12-363" fmla="*/ 950601 w 3490661"/>
              <a:gd name="connsiteY12-364" fmla="*/ 3082645 h 3082645"/>
              <a:gd name="connsiteX0-365" fmla="*/ 950601 w 3490661"/>
              <a:gd name="connsiteY0-366" fmla="*/ 3082645 h 3082645"/>
              <a:gd name="connsiteX1-367" fmla="*/ 2525075 w 3490661"/>
              <a:gd name="connsiteY1-368" fmla="*/ 3082645 h 3082645"/>
              <a:gd name="connsiteX2-369" fmla="*/ 2679028 w 3490661"/>
              <a:gd name="connsiteY2-370" fmla="*/ 2993745 h 3082645"/>
              <a:gd name="connsiteX3-371" fmla="*/ 3466261 w 3490661"/>
              <a:gd name="connsiteY3-372" fmla="*/ 1630209 h 3082645"/>
              <a:gd name="connsiteX4-373" fmla="*/ 3466254 w 3490661"/>
              <a:gd name="connsiteY4-374" fmla="*/ 1452423 h 3082645"/>
              <a:gd name="connsiteX5-375" fmla="*/ 2679021 w 3490661"/>
              <a:gd name="connsiteY5-376" fmla="*/ 88887 h 3082645"/>
              <a:gd name="connsiteX6-377" fmla="*/ 2525051 w 3490661"/>
              <a:gd name="connsiteY6-378" fmla="*/ 0 h 3082645"/>
              <a:gd name="connsiteX7-379" fmla="*/ 950576 w 3490661"/>
              <a:gd name="connsiteY7-380" fmla="*/ 0 h 3082645"/>
              <a:gd name="connsiteX8-381" fmla="*/ 796623 w 3490661"/>
              <a:gd name="connsiteY8-382" fmla="*/ 88900 h 3082645"/>
              <a:gd name="connsiteX9-383" fmla="*/ 9390 w 3490661"/>
              <a:gd name="connsiteY9-384" fmla="*/ 1452436 h 3082645"/>
              <a:gd name="connsiteX10-385" fmla="*/ 9398 w 3490661"/>
              <a:gd name="connsiteY10-386" fmla="*/ 1630223 h 3082645"/>
              <a:gd name="connsiteX11-387" fmla="*/ 796631 w 3490661"/>
              <a:gd name="connsiteY11-388" fmla="*/ 2993759 h 3082645"/>
              <a:gd name="connsiteX12-389" fmla="*/ 950601 w 3490661"/>
              <a:gd name="connsiteY12-390" fmla="*/ 3082645 h 3082645"/>
              <a:gd name="connsiteX0-391" fmla="*/ 950601 w 3490661"/>
              <a:gd name="connsiteY0-392" fmla="*/ 3082645 h 3082645"/>
              <a:gd name="connsiteX1-393" fmla="*/ 2525075 w 3490661"/>
              <a:gd name="connsiteY1-394" fmla="*/ 3082645 h 3082645"/>
              <a:gd name="connsiteX2-395" fmla="*/ 2679028 w 3490661"/>
              <a:gd name="connsiteY2-396" fmla="*/ 2993745 h 3082645"/>
              <a:gd name="connsiteX3-397" fmla="*/ 3466261 w 3490661"/>
              <a:gd name="connsiteY3-398" fmla="*/ 1630209 h 3082645"/>
              <a:gd name="connsiteX4-399" fmla="*/ 3466254 w 3490661"/>
              <a:gd name="connsiteY4-400" fmla="*/ 1452423 h 3082645"/>
              <a:gd name="connsiteX5-401" fmla="*/ 2679021 w 3490661"/>
              <a:gd name="connsiteY5-402" fmla="*/ 88887 h 3082645"/>
              <a:gd name="connsiteX6-403" fmla="*/ 2525051 w 3490661"/>
              <a:gd name="connsiteY6-404" fmla="*/ 0 h 3082645"/>
              <a:gd name="connsiteX7-405" fmla="*/ 950576 w 3490661"/>
              <a:gd name="connsiteY7-406" fmla="*/ 0 h 3082645"/>
              <a:gd name="connsiteX8-407" fmla="*/ 796623 w 3490661"/>
              <a:gd name="connsiteY8-408" fmla="*/ 88900 h 3082645"/>
              <a:gd name="connsiteX9-409" fmla="*/ 9390 w 3490661"/>
              <a:gd name="connsiteY9-410" fmla="*/ 1452436 h 3082645"/>
              <a:gd name="connsiteX10-411" fmla="*/ 9398 w 3490661"/>
              <a:gd name="connsiteY10-412" fmla="*/ 1630223 h 3082645"/>
              <a:gd name="connsiteX11-413" fmla="*/ 796631 w 3490661"/>
              <a:gd name="connsiteY11-414" fmla="*/ 2993759 h 3082645"/>
              <a:gd name="connsiteX12-415" fmla="*/ 950601 w 3490661"/>
              <a:gd name="connsiteY12-416" fmla="*/ 3082645 h 3082645"/>
              <a:gd name="connsiteX0-417" fmla="*/ 950601 w 3490661"/>
              <a:gd name="connsiteY0-418" fmla="*/ 3082645 h 3082645"/>
              <a:gd name="connsiteX1-419" fmla="*/ 2525075 w 3490661"/>
              <a:gd name="connsiteY1-420" fmla="*/ 3082645 h 3082645"/>
              <a:gd name="connsiteX2-421" fmla="*/ 2679028 w 3490661"/>
              <a:gd name="connsiteY2-422" fmla="*/ 2993745 h 3082645"/>
              <a:gd name="connsiteX3-423" fmla="*/ 3466261 w 3490661"/>
              <a:gd name="connsiteY3-424" fmla="*/ 1630209 h 3082645"/>
              <a:gd name="connsiteX4-425" fmla="*/ 3466254 w 3490661"/>
              <a:gd name="connsiteY4-426" fmla="*/ 1452423 h 3082645"/>
              <a:gd name="connsiteX5-427" fmla="*/ 2679021 w 3490661"/>
              <a:gd name="connsiteY5-428" fmla="*/ 88887 h 3082645"/>
              <a:gd name="connsiteX6-429" fmla="*/ 2525051 w 3490661"/>
              <a:gd name="connsiteY6-430" fmla="*/ 0 h 3082645"/>
              <a:gd name="connsiteX7-431" fmla="*/ 950576 w 3490661"/>
              <a:gd name="connsiteY7-432" fmla="*/ 0 h 3082645"/>
              <a:gd name="connsiteX8-433" fmla="*/ 796623 w 3490661"/>
              <a:gd name="connsiteY8-434" fmla="*/ 88900 h 3082645"/>
              <a:gd name="connsiteX9-435" fmla="*/ 9390 w 3490661"/>
              <a:gd name="connsiteY9-436" fmla="*/ 1452436 h 3082645"/>
              <a:gd name="connsiteX10-437" fmla="*/ 9398 w 3490661"/>
              <a:gd name="connsiteY10-438" fmla="*/ 1630223 h 3082645"/>
              <a:gd name="connsiteX11-439" fmla="*/ 796631 w 3490661"/>
              <a:gd name="connsiteY11-440" fmla="*/ 2993759 h 3082645"/>
              <a:gd name="connsiteX12-441" fmla="*/ 950601 w 3490661"/>
              <a:gd name="connsiteY12-442" fmla="*/ 3082645 h 3082645"/>
              <a:gd name="connsiteX0-443" fmla="*/ 950603 w 3490663"/>
              <a:gd name="connsiteY0-444" fmla="*/ 3082645 h 3082645"/>
              <a:gd name="connsiteX1-445" fmla="*/ 2525077 w 3490663"/>
              <a:gd name="connsiteY1-446" fmla="*/ 3082645 h 3082645"/>
              <a:gd name="connsiteX2-447" fmla="*/ 2679030 w 3490663"/>
              <a:gd name="connsiteY2-448" fmla="*/ 2993745 h 3082645"/>
              <a:gd name="connsiteX3-449" fmla="*/ 3466263 w 3490663"/>
              <a:gd name="connsiteY3-450" fmla="*/ 1630209 h 3082645"/>
              <a:gd name="connsiteX4-451" fmla="*/ 3466256 w 3490663"/>
              <a:gd name="connsiteY4-452" fmla="*/ 1452423 h 3082645"/>
              <a:gd name="connsiteX5-453" fmla="*/ 2679023 w 3490663"/>
              <a:gd name="connsiteY5-454" fmla="*/ 88887 h 3082645"/>
              <a:gd name="connsiteX6-455" fmla="*/ 2525053 w 3490663"/>
              <a:gd name="connsiteY6-456" fmla="*/ 0 h 3082645"/>
              <a:gd name="connsiteX7-457" fmla="*/ 950578 w 3490663"/>
              <a:gd name="connsiteY7-458" fmla="*/ 0 h 3082645"/>
              <a:gd name="connsiteX8-459" fmla="*/ 796625 w 3490663"/>
              <a:gd name="connsiteY8-460" fmla="*/ 88900 h 3082645"/>
              <a:gd name="connsiteX9-461" fmla="*/ 9392 w 3490663"/>
              <a:gd name="connsiteY9-462" fmla="*/ 1452436 h 3082645"/>
              <a:gd name="connsiteX10-463" fmla="*/ 9400 w 3490663"/>
              <a:gd name="connsiteY10-464" fmla="*/ 1630223 h 3082645"/>
              <a:gd name="connsiteX11-465" fmla="*/ 796633 w 3490663"/>
              <a:gd name="connsiteY11-466" fmla="*/ 2993759 h 3082645"/>
              <a:gd name="connsiteX12-467" fmla="*/ 950603 w 3490663"/>
              <a:gd name="connsiteY12-468" fmla="*/ 3082645 h 3082645"/>
              <a:gd name="connsiteX0-469" fmla="*/ 965611 w 3505671"/>
              <a:gd name="connsiteY0-470" fmla="*/ 3082645 h 3082645"/>
              <a:gd name="connsiteX1-471" fmla="*/ 2540085 w 3505671"/>
              <a:gd name="connsiteY1-472" fmla="*/ 3082645 h 3082645"/>
              <a:gd name="connsiteX2-473" fmla="*/ 2694038 w 3505671"/>
              <a:gd name="connsiteY2-474" fmla="*/ 2993745 h 3082645"/>
              <a:gd name="connsiteX3-475" fmla="*/ 3481271 w 3505671"/>
              <a:gd name="connsiteY3-476" fmla="*/ 1630209 h 3082645"/>
              <a:gd name="connsiteX4-477" fmla="*/ 3481264 w 3505671"/>
              <a:gd name="connsiteY4-478" fmla="*/ 1452423 h 3082645"/>
              <a:gd name="connsiteX5-479" fmla="*/ 2694031 w 3505671"/>
              <a:gd name="connsiteY5-480" fmla="*/ 88887 h 3082645"/>
              <a:gd name="connsiteX6-481" fmla="*/ 2540061 w 3505671"/>
              <a:gd name="connsiteY6-482" fmla="*/ 0 h 3082645"/>
              <a:gd name="connsiteX7-483" fmla="*/ 965586 w 3505671"/>
              <a:gd name="connsiteY7-484" fmla="*/ 0 h 3082645"/>
              <a:gd name="connsiteX8-485" fmla="*/ 811633 w 3505671"/>
              <a:gd name="connsiteY8-486" fmla="*/ 88900 h 3082645"/>
              <a:gd name="connsiteX9-487" fmla="*/ 24400 w 3505671"/>
              <a:gd name="connsiteY9-488" fmla="*/ 1452436 h 3082645"/>
              <a:gd name="connsiteX10-489" fmla="*/ 24408 w 3505671"/>
              <a:gd name="connsiteY10-490" fmla="*/ 1630223 h 3082645"/>
              <a:gd name="connsiteX11-491" fmla="*/ 811641 w 3505671"/>
              <a:gd name="connsiteY11-492" fmla="*/ 2993759 h 3082645"/>
              <a:gd name="connsiteX12-493" fmla="*/ 965611 w 3505671"/>
              <a:gd name="connsiteY12-494" fmla="*/ 3082645 h 3082645"/>
              <a:gd name="connsiteX0-495" fmla="*/ 965611 w 3505671"/>
              <a:gd name="connsiteY0-496" fmla="*/ 3082645 h 3082645"/>
              <a:gd name="connsiteX1-497" fmla="*/ 2540085 w 3505671"/>
              <a:gd name="connsiteY1-498" fmla="*/ 3082645 h 3082645"/>
              <a:gd name="connsiteX2-499" fmla="*/ 2694038 w 3505671"/>
              <a:gd name="connsiteY2-500" fmla="*/ 2993745 h 3082645"/>
              <a:gd name="connsiteX3-501" fmla="*/ 3481271 w 3505671"/>
              <a:gd name="connsiteY3-502" fmla="*/ 1630209 h 3082645"/>
              <a:gd name="connsiteX4-503" fmla="*/ 3481264 w 3505671"/>
              <a:gd name="connsiteY4-504" fmla="*/ 1452423 h 3082645"/>
              <a:gd name="connsiteX5-505" fmla="*/ 2694031 w 3505671"/>
              <a:gd name="connsiteY5-506" fmla="*/ 88887 h 3082645"/>
              <a:gd name="connsiteX6-507" fmla="*/ 2540061 w 3505671"/>
              <a:gd name="connsiteY6-508" fmla="*/ 0 h 3082645"/>
              <a:gd name="connsiteX7-509" fmla="*/ 965586 w 3505671"/>
              <a:gd name="connsiteY7-510" fmla="*/ 0 h 3082645"/>
              <a:gd name="connsiteX8-511" fmla="*/ 811633 w 3505671"/>
              <a:gd name="connsiteY8-512" fmla="*/ 88900 h 3082645"/>
              <a:gd name="connsiteX9-513" fmla="*/ 24400 w 3505671"/>
              <a:gd name="connsiteY9-514" fmla="*/ 1452436 h 3082645"/>
              <a:gd name="connsiteX10-515" fmla="*/ 24408 w 3505671"/>
              <a:gd name="connsiteY10-516" fmla="*/ 1630223 h 3082645"/>
              <a:gd name="connsiteX11-517" fmla="*/ 811641 w 3505671"/>
              <a:gd name="connsiteY11-518" fmla="*/ 2993759 h 3082645"/>
              <a:gd name="connsiteX12-519" fmla="*/ 965611 w 3505671"/>
              <a:gd name="connsiteY12-520" fmla="*/ 3082645 h 3082645"/>
              <a:gd name="connsiteX0-521" fmla="*/ 965611 w 3505671"/>
              <a:gd name="connsiteY0-522" fmla="*/ 3082645 h 3082645"/>
              <a:gd name="connsiteX1-523" fmla="*/ 2540085 w 3505671"/>
              <a:gd name="connsiteY1-524" fmla="*/ 3082645 h 3082645"/>
              <a:gd name="connsiteX2-525" fmla="*/ 2694038 w 3505671"/>
              <a:gd name="connsiteY2-526" fmla="*/ 2993745 h 3082645"/>
              <a:gd name="connsiteX3-527" fmla="*/ 3481271 w 3505671"/>
              <a:gd name="connsiteY3-528" fmla="*/ 1630209 h 3082645"/>
              <a:gd name="connsiteX4-529" fmla="*/ 3481264 w 3505671"/>
              <a:gd name="connsiteY4-530" fmla="*/ 1452423 h 3082645"/>
              <a:gd name="connsiteX5-531" fmla="*/ 2694031 w 3505671"/>
              <a:gd name="connsiteY5-532" fmla="*/ 88887 h 3082645"/>
              <a:gd name="connsiteX6-533" fmla="*/ 2540061 w 3505671"/>
              <a:gd name="connsiteY6-534" fmla="*/ 0 h 3082645"/>
              <a:gd name="connsiteX7-535" fmla="*/ 965586 w 3505671"/>
              <a:gd name="connsiteY7-536" fmla="*/ 0 h 3082645"/>
              <a:gd name="connsiteX8-537" fmla="*/ 811633 w 3505671"/>
              <a:gd name="connsiteY8-538" fmla="*/ 88900 h 3082645"/>
              <a:gd name="connsiteX9-539" fmla="*/ 24400 w 3505671"/>
              <a:gd name="connsiteY9-540" fmla="*/ 1452436 h 3082645"/>
              <a:gd name="connsiteX10-541" fmla="*/ 24408 w 3505671"/>
              <a:gd name="connsiteY10-542" fmla="*/ 1630223 h 3082645"/>
              <a:gd name="connsiteX11-543" fmla="*/ 811641 w 3505671"/>
              <a:gd name="connsiteY11-544" fmla="*/ 2993759 h 3082645"/>
              <a:gd name="connsiteX12-545" fmla="*/ 965611 w 3505671"/>
              <a:gd name="connsiteY12-546" fmla="*/ 3082645 h 3082645"/>
              <a:gd name="connsiteX0-547" fmla="*/ 965611 w 3505671"/>
              <a:gd name="connsiteY0-548" fmla="*/ 3082645 h 3082645"/>
              <a:gd name="connsiteX1-549" fmla="*/ 2540085 w 3505671"/>
              <a:gd name="connsiteY1-550" fmla="*/ 3082645 h 3082645"/>
              <a:gd name="connsiteX2-551" fmla="*/ 2694038 w 3505671"/>
              <a:gd name="connsiteY2-552" fmla="*/ 2993745 h 3082645"/>
              <a:gd name="connsiteX3-553" fmla="*/ 3481271 w 3505671"/>
              <a:gd name="connsiteY3-554" fmla="*/ 1630209 h 3082645"/>
              <a:gd name="connsiteX4-555" fmla="*/ 3481264 w 3505671"/>
              <a:gd name="connsiteY4-556" fmla="*/ 1452423 h 3082645"/>
              <a:gd name="connsiteX5-557" fmla="*/ 2694031 w 3505671"/>
              <a:gd name="connsiteY5-558" fmla="*/ 88887 h 3082645"/>
              <a:gd name="connsiteX6-559" fmla="*/ 2540061 w 3505671"/>
              <a:gd name="connsiteY6-560" fmla="*/ 0 h 3082645"/>
              <a:gd name="connsiteX7-561" fmla="*/ 965586 w 3505671"/>
              <a:gd name="connsiteY7-562" fmla="*/ 0 h 3082645"/>
              <a:gd name="connsiteX8-563" fmla="*/ 811633 w 3505671"/>
              <a:gd name="connsiteY8-564" fmla="*/ 88900 h 3082645"/>
              <a:gd name="connsiteX9-565" fmla="*/ 24400 w 3505671"/>
              <a:gd name="connsiteY9-566" fmla="*/ 1452436 h 3082645"/>
              <a:gd name="connsiteX10-567" fmla="*/ 24408 w 3505671"/>
              <a:gd name="connsiteY10-568" fmla="*/ 1630223 h 3082645"/>
              <a:gd name="connsiteX11-569" fmla="*/ 811641 w 3505671"/>
              <a:gd name="connsiteY11-570" fmla="*/ 2993759 h 3082645"/>
              <a:gd name="connsiteX12-571" fmla="*/ 965611 w 3505671"/>
              <a:gd name="connsiteY12-572" fmla="*/ 3082645 h 30826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05671" h="3082645">
                <a:moveTo>
                  <a:pt x="965611" y="3082645"/>
                </a:moveTo>
                <a:cubicBezTo>
                  <a:pt x="1030690" y="3082645"/>
                  <a:pt x="2475006" y="3082646"/>
                  <a:pt x="2540085" y="3082645"/>
                </a:cubicBezTo>
                <a:cubicBezTo>
                  <a:pt x="2605164" y="3082646"/>
                  <a:pt x="2661499" y="3050107"/>
                  <a:pt x="2694038" y="2993745"/>
                </a:cubicBezTo>
                <a:cubicBezTo>
                  <a:pt x="2726578" y="2937386"/>
                  <a:pt x="3448731" y="1686570"/>
                  <a:pt x="3481271" y="1630209"/>
                </a:cubicBezTo>
                <a:cubicBezTo>
                  <a:pt x="3513810" y="1573850"/>
                  <a:pt x="3513803" y="1508784"/>
                  <a:pt x="3481264" y="1452423"/>
                </a:cubicBezTo>
                <a:cubicBezTo>
                  <a:pt x="3448724" y="1396064"/>
                  <a:pt x="2726570" y="145248"/>
                  <a:pt x="2694031" y="88887"/>
                </a:cubicBezTo>
                <a:cubicBezTo>
                  <a:pt x="2661492" y="32528"/>
                  <a:pt x="2605139" y="1"/>
                  <a:pt x="2540061" y="0"/>
                </a:cubicBezTo>
                <a:cubicBezTo>
                  <a:pt x="2474982" y="1"/>
                  <a:pt x="1030665" y="1"/>
                  <a:pt x="965586" y="0"/>
                </a:cubicBezTo>
                <a:cubicBezTo>
                  <a:pt x="900507" y="1"/>
                  <a:pt x="844173" y="32540"/>
                  <a:pt x="811633" y="88900"/>
                </a:cubicBezTo>
                <a:cubicBezTo>
                  <a:pt x="779094" y="145261"/>
                  <a:pt x="56940" y="1396077"/>
                  <a:pt x="24400" y="1452436"/>
                </a:cubicBezTo>
                <a:cubicBezTo>
                  <a:pt x="-8139" y="1508797"/>
                  <a:pt x="-8132" y="1573863"/>
                  <a:pt x="24408" y="1630223"/>
                </a:cubicBezTo>
                <a:cubicBezTo>
                  <a:pt x="56947" y="1686584"/>
                  <a:pt x="779101" y="2937400"/>
                  <a:pt x="811641" y="2993759"/>
                </a:cubicBezTo>
                <a:cubicBezTo>
                  <a:pt x="844180" y="3050120"/>
                  <a:pt x="900532" y="3082645"/>
                  <a:pt x="965611" y="3082645"/>
                </a:cubicBezTo>
                <a:close/>
              </a:path>
            </a:pathLst>
          </a:custGeom>
          <a:gradFill>
            <a:gsLst>
              <a:gs pos="100000">
                <a:schemeClr val="accent1">
                  <a:alpha val="100000"/>
                </a:schemeClr>
              </a:gs>
              <a:gs pos="0">
                <a:schemeClr val="accent1">
                  <a:lumMod val="60000"/>
                  <a:lumOff val="40000"/>
                  <a:alpha val="100000"/>
                </a:schemeClr>
              </a:gs>
            </a:gsLst>
            <a:lin ang="54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9017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600" b="1">
              <a:solidFill>
                <a:schemeClr val="lt1"/>
              </a:solidFill>
              <a:sym typeface="+mn-ea"/>
            </a:endParaRPr>
          </a:p>
        </p:txBody>
      </p:sp>
      <p:sp>
        <p:nvSpPr>
          <p:cNvPr id="21" name="任意多边形: 形状 14296"/>
          <p:cNvSpPr/>
          <p:nvPr>
            <p:custDataLst>
              <p:tags r:id="rId6"/>
            </p:custDataLst>
          </p:nvPr>
        </p:nvSpPr>
        <p:spPr>
          <a:xfrm rot="1800000">
            <a:off x="7573646" y="3228023"/>
            <a:ext cx="480060" cy="422275"/>
          </a:xfrm>
          <a:custGeom>
            <a:avLst/>
            <a:gdLst>
              <a:gd name="connsiteX0" fmla="*/ 950601 w 3475650"/>
              <a:gd name="connsiteY0" fmla="*/ 3082645 h 3082645"/>
              <a:gd name="connsiteX1" fmla="*/ 2525075 w 3475650"/>
              <a:gd name="connsiteY1" fmla="*/ 3082645 h 3082645"/>
              <a:gd name="connsiteX2" fmla="*/ 2679028 w 3475650"/>
              <a:gd name="connsiteY2" fmla="*/ 2993745 h 3082645"/>
              <a:gd name="connsiteX3" fmla="*/ 3466261 w 3475650"/>
              <a:gd name="connsiteY3" fmla="*/ 1630209 h 3082645"/>
              <a:gd name="connsiteX4" fmla="*/ 3466254 w 3475650"/>
              <a:gd name="connsiteY4" fmla="*/ 1452423 h 3082645"/>
              <a:gd name="connsiteX5" fmla="*/ 2679021 w 3475650"/>
              <a:gd name="connsiteY5" fmla="*/ 88887 h 3082645"/>
              <a:gd name="connsiteX6" fmla="*/ 2525051 w 3475650"/>
              <a:gd name="connsiteY6" fmla="*/ 0 h 3082645"/>
              <a:gd name="connsiteX7" fmla="*/ 950576 w 3475650"/>
              <a:gd name="connsiteY7" fmla="*/ 0 h 3082645"/>
              <a:gd name="connsiteX8" fmla="*/ 796623 w 3475650"/>
              <a:gd name="connsiteY8" fmla="*/ 88900 h 3082645"/>
              <a:gd name="connsiteX9" fmla="*/ 9390 w 3475650"/>
              <a:gd name="connsiteY9" fmla="*/ 1452436 h 3082645"/>
              <a:gd name="connsiteX10" fmla="*/ 9398 w 3475650"/>
              <a:gd name="connsiteY10" fmla="*/ 1630223 h 3082645"/>
              <a:gd name="connsiteX11" fmla="*/ 796631 w 3475650"/>
              <a:gd name="connsiteY11" fmla="*/ 2993759 h 3082645"/>
              <a:gd name="connsiteX12" fmla="*/ 950601 w 3475650"/>
              <a:gd name="connsiteY12" fmla="*/ 3082645 h 3082645"/>
              <a:gd name="connsiteX0-1" fmla="*/ 950601 w 3475650"/>
              <a:gd name="connsiteY0-2" fmla="*/ 3082645 h 3082645"/>
              <a:gd name="connsiteX1-3" fmla="*/ 2525075 w 3475650"/>
              <a:gd name="connsiteY1-4" fmla="*/ 3082645 h 3082645"/>
              <a:gd name="connsiteX2-5" fmla="*/ 2679028 w 3475650"/>
              <a:gd name="connsiteY2-6" fmla="*/ 2993745 h 3082645"/>
              <a:gd name="connsiteX3-7" fmla="*/ 3466261 w 3475650"/>
              <a:gd name="connsiteY3-8" fmla="*/ 1630209 h 3082645"/>
              <a:gd name="connsiteX4-9" fmla="*/ 3466254 w 3475650"/>
              <a:gd name="connsiteY4-10" fmla="*/ 1452423 h 3082645"/>
              <a:gd name="connsiteX5-11" fmla="*/ 2679021 w 3475650"/>
              <a:gd name="connsiteY5-12" fmla="*/ 88887 h 3082645"/>
              <a:gd name="connsiteX6-13" fmla="*/ 2525051 w 3475650"/>
              <a:gd name="connsiteY6-14" fmla="*/ 0 h 3082645"/>
              <a:gd name="connsiteX7-15" fmla="*/ 950576 w 3475650"/>
              <a:gd name="connsiteY7-16" fmla="*/ 0 h 3082645"/>
              <a:gd name="connsiteX8-17" fmla="*/ 796623 w 3475650"/>
              <a:gd name="connsiteY8-18" fmla="*/ 88900 h 3082645"/>
              <a:gd name="connsiteX9-19" fmla="*/ 9390 w 3475650"/>
              <a:gd name="connsiteY9-20" fmla="*/ 1452436 h 3082645"/>
              <a:gd name="connsiteX10-21" fmla="*/ 9398 w 3475650"/>
              <a:gd name="connsiteY10-22" fmla="*/ 1630223 h 3082645"/>
              <a:gd name="connsiteX11-23" fmla="*/ 796631 w 3475650"/>
              <a:gd name="connsiteY11-24" fmla="*/ 2993759 h 3082645"/>
              <a:gd name="connsiteX12-25" fmla="*/ 950601 w 3475650"/>
              <a:gd name="connsiteY12-26" fmla="*/ 3082645 h 3082645"/>
              <a:gd name="connsiteX0-27" fmla="*/ 950601 w 3475650"/>
              <a:gd name="connsiteY0-28" fmla="*/ 3082645 h 3082645"/>
              <a:gd name="connsiteX1-29" fmla="*/ 2525075 w 3475650"/>
              <a:gd name="connsiteY1-30" fmla="*/ 3082645 h 3082645"/>
              <a:gd name="connsiteX2-31" fmla="*/ 2679028 w 3475650"/>
              <a:gd name="connsiteY2-32" fmla="*/ 2993745 h 3082645"/>
              <a:gd name="connsiteX3-33" fmla="*/ 3466261 w 3475650"/>
              <a:gd name="connsiteY3-34" fmla="*/ 1630209 h 3082645"/>
              <a:gd name="connsiteX4-35" fmla="*/ 3466254 w 3475650"/>
              <a:gd name="connsiteY4-36" fmla="*/ 1452423 h 3082645"/>
              <a:gd name="connsiteX5-37" fmla="*/ 2679021 w 3475650"/>
              <a:gd name="connsiteY5-38" fmla="*/ 88887 h 3082645"/>
              <a:gd name="connsiteX6-39" fmla="*/ 2525051 w 3475650"/>
              <a:gd name="connsiteY6-40" fmla="*/ 0 h 3082645"/>
              <a:gd name="connsiteX7-41" fmla="*/ 950576 w 3475650"/>
              <a:gd name="connsiteY7-42" fmla="*/ 0 h 3082645"/>
              <a:gd name="connsiteX8-43" fmla="*/ 796623 w 3475650"/>
              <a:gd name="connsiteY8-44" fmla="*/ 88900 h 3082645"/>
              <a:gd name="connsiteX9-45" fmla="*/ 9390 w 3475650"/>
              <a:gd name="connsiteY9-46" fmla="*/ 1452436 h 3082645"/>
              <a:gd name="connsiteX10-47" fmla="*/ 9398 w 3475650"/>
              <a:gd name="connsiteY10-48" fmla="*/ 1630223 h 3082645"/>
              <a:gd name="connsiteX11-49" fmla="*/ 796631 w 3475650"/>
              <a:gd name="connsiteY11-50" fmla="*/ 2993759 h 3082645"/>
              <a:gd name="connsiteX12-51" fmla="*/ 950601 w 3475650"/>
              <a:gd name="connsiteY12-52" fmla="*/ 3082645 h 3082645"/>
              <a:gd name="connsiteX0-53" fmla="*/ 950601 w 3475650"/>
              <a:gd name="connsiteY0-54" fmla="*/ 3082645 h 3082645"/>
              <a:gd name="connsiteX1-55" fmla="*/ 2525075 w 3475650"/>
              <a:gd name="connsiteY1-56" fmla="*/ 3082645 h 3082645"/>
              <a:gd name="connsiteX2-57" fmla="*/ 2679028 w 3475650"/>
              <a:gd name="connsiteY2-58" fmla="*/ 2993745 h 3082645"/>
              <a:gd name="connsiteX3-59" fmla="*/ 3466261 w 3475650"/>
              <a:gd name="connsiteY3-60" fmla="*/ 1630209 h 3082645"/>
              <a:gd name="connsiteX4-61" fmla="*/ 3466254 w 3475650"/>
              <a:gd name="connsiteY4-62" fmla="*/ 1452423 h 3082645"/>
              <a:gd name="connsiteX5-63" fmla="*/ 2679021 w 3475650"/>
              <a:gd name="connsiteY5-64" fmla="*/ 88887 h 3082645"/>
              <a:gd name="connsiteX6-65" fmla="*/ 2525051 w 3475650"/>
              <a:gd name="connsiteY6-66" fmla="*/ 0 h 3082645"/>
              <a:gd name="connsiteX7-67" fmla="*/ 950576 w 3475650"/>
              <a:gd name="connsiteY7-68" fmla="*/ 0 h 3082645"/>
              <a:gd name="connsiteX8-69" fmla="*/ 796623 w 3475650"/>
              <a:gd name="connsiteY8-70" fmla="*/ 88900 h 3082645"/>
              <a:gd name="connsiteX9-71" fmla="*/ 9390 w 3475650"/>
              <a:gd name="connsiteY9-72" fmla="*/ 1452436 h 3082645"/>
              <a:gd name="connsiteX10-73" fmla="*/ 9398 w 3475650"/>
              <a:gd name="connsiteY10-74" fmla="*/ 1630223 h 3082645"/>
              <a:gd name="connsiteX11-75" fmla="*/ 796631 w 3475650"/>
              <a:gd name="connsiteY11-76" fmla="*/ 2993759 h 3082645"/>
              <a:gd name="connsiteX12-77" fmla="*/ 950601 w 3475650"/>
              <a:gd name="connsiteY12-78" fmla="*/ 3082645 h 3082645"/>
              <a:gd name="connsiteX0-79" fmla="*/ 950601 w 3475650"/>
              <a:gd name="connsiteY0-80" fmla="*/ 3082645 h 3082645"/>
              <a:gd name="connsiteX1-81" fmla="*/ 2525075 w 3475650"/>
              <a:gd name="connsiteY1-82" fmla="*/ 3082645 h 3082645"/>
              <a:gd name="connsiteX2-83" fmla="*/ 2679028 w 3475650"/>
              <a:gd name="connsiteY2-84" fmla="*/ 2993745 h 3082645"/>
              <a:gd name="connsiteX3-85" fmla="*/ 3466261 w 3475650"/>
              <a:gd name="connsiteY3-86" fmla="*/ 1630209 h 3082645"/>
              <a:gd name="connsiteX4-87" fmla="*/ 3466254 w 3475650"/>
              <a:gd name="connsiteY4-88" fmla="*/ 1452423 h 3082645"/>
              <a:gd name="connsiteX5-89" fmla="*/ 2679021 w 3475650"/>
              <a:gd name="connsiteY5-90" fmla="*/ 88887 h 3082645"/>
              <a:gd name="connsiteX6-91" fmla="*/ 2525051 w 3475650"/>
              <a:gd name="connsiteY6-92" fmla="*/ 0 h 3082645"/>
              <a:gd name="connsiteX7-93" fmla="*/ 950576 w 3475650"/>
              <a:gd name="connsiteY7-94" fmla="*/ 0 h 3082645"/>
              <a:gd name="connsiteX8-95" fmla="*/ 796623 w 3475650"/>
              <a:gd name="connsiteY8-96" fmla="*/ 88900 h 3082645"/>
              <a:gd name="connsiteX9-97" fmla="*/ 9390 w 3475650"/>
              <a:gd name="connsiteY9-98" fmla="*/ 1452436 h 3082645"/>
              <a:gd name="connsiteX10-99" fmla="*/ 9398 w 3475650"/>
              <a:gd name="connsiteY10-100" fmla="*/ 1630223 h 3082645"/>
              <a:gd name="connsiteX11-101" fmla="*/ 796631 w 3475650"/>
              <a:gd name="connsiteY11-102" fmla="*/ 2993759 h 3082645"/>
              <a:gd name="connsiteX12-103" fmla="*/ 950601 w 3475650"/>
              <a:gd name="connsiteY12-104" fmla="*/ 3082645 h 3082645"/>
              <a:gd name="connsiteX0-105" fmla="*/ 950601 w 3475650"/>
              <a:gd name="connsiteY0-106" fmla="*/ 3082645 h 3082645"/>
              <a:gd name="connsiteX1-107" fmla="*/ 2525075 w 3475650"/>
              <a:gd name="connsiteY1-108" fmla="*/ 3082645 h 3082645"/>
              <a:gd name="connsiteX2-109" fmla="*/ 2679028 w 3475650"/>
              <a:gd name="connsiteY2-110" fmla="*/ 2993745 h 3082645"/>
              <a:gd name="connsiteX3-111" fmla="*/ 3466261 w 3475650"/>
              <a:gd name="connsiteY3-112" fmla="*/ 1630209 h 3082645"/>
              <a:gd name="connsiteX4-113" fmla="*/ 3466254 w 3475650"/>
              <a:gd name="connsiteY4-114" fmla="*/ 1452423 h 3082645"/>
              <a:gd name="connsiteX5-115" fmla="*/ 2679021 w 3475650"/>
              <a:gd name="connsiteY5-116" fmla="*/ 88887 h 3082645"/>
              <a:gd name="connsiteX6-117" fmla="*/ 2525051 w 3475650"/>
              <a:gd name="connsiteY6-118" fmla="*/ 0 h 3082645"/>
              <a:gd name="connsiteX7-119" fmla="*/ 950576 w 3475650"/>
              <a:gd name="connsiteY7-120" fmla="*/ 0 h 3082645"/>
              <a:gd name="connsiteX8-121" fmla="*/ 796623 w 3475650"/>
              <a:gd name="connsiteY8-122" fmla="*/ 88900 h 3082645"/>
              <a:gd name="connsiteX9-123" fmla="*/ 9390 w 3475650"/>
              <a:gd name="connsiteY9-124" fmla="*/ 1452436 h 3082645"/>
              <a:gd name="connsiteX10-125" fmla="*/ 9398 w 3475650"/>
              <a:gd name="connsiteY10-126" fmla="*/ 1630223 h 3082645"/>
              <a:gd name="connsiteX11-127" fmla="*/ 796631 w 3475650"/>
              <a:gd name="connsiteY11-128" fmla="*/ 2993759 h 3082645"/>
              <a:gd name="connsiteX12-129" fmla="*/ 950601 w 3475650"/>
              <a:gd name="connsiteY12-130" fmla="*/ 3082645 h 3082645"/>
              <a:gd name="connsiteX0-131" fmla="*/ 950601 w 3475653"/>
              <a:gd name="connsiteY0-132" fmla="*/ 3082645 h 3082645"/>
              <a:gd name="connsiteX1-133" fmla="*/ 2525075 w 3475653"/>
              <a:gd name="connsiteY1-134" fmla="*/ 3082645 h 3082645"/>
              <a:gd name="connsiteX2-135" fmla="*/ 2679028 w 3475653"/>
              <a:gd name="connsiteY2-136" fmla="*/ 2993745 h 3082645"/>
              <a:gd name="connsiteX3-137" fmla="*/ 3466261 w 3475653"/>
              <a:gd name="connsiteY3-138" fmla="*/ 1630209 h 3082645"/>
              <a:gd name="connsiteX4-139" fmla="*/ 3466254 w 3475653"/>
              <a:gd name="connsiteY4-140" fmla="*/ 1452423 h 3082645"/>
              <a:gd name="connsiteX5-141" fmla="*/ 2679021 w 3475653"/>
              <a:gd name="connsiteY5-142" fmla="*/ 88887 h 3082645"/>
              <a:gd name="connsiteX6-143" fmla="*/ 2525051 w 3475653"/>
              <a:gd name="connsiteY6-144" fmla="*/ 0 h 3082645"/>
              <a:gd name="connsiteX7-145" fmla="*/ 950576 w 3475653"/>
              <a:gd name="connsiteY7-146" fmla="*/ 0 h 3082645"/>
              <a:gd name="connsiteX8-147" fmla="*/ 796623 w 3475653"/>
              <a:gd name="connsiteY8-148" fmla="*/ 88900 h 3082645"/>
              <a:gd name="connsiteX9-149" fmla="*/ 9390 w 3475653"/>
              <a:gd name="connsiteY9-150" fmla="*/ 1452436 h 3082645"/>
              <a:gd name="connsiteX10-151" fmla="*/ 9398 w 3475653"/>
              <a:gd name="connsiteY10-152" fmla="*/ 1630223 h 3082645"/>
              <a:gd name="connsiteX11-153" fmla="*/ 796631 w 3475653"/>
              <a:gd name="connsiteY11-154" fmla="*/ 2993759 h 3082645"/>
              <a:gd name="connsiteX12-155" fmla="*/ 950601 w 3475653"/>
              <a:gd name="connsiteY12-156" fmla="*/ 3082645 h 3082645"/>
              <a:gd name="connsiteX0-157" fmla="*/ 950601 w 3490661"/>
              <a:gd name="connsiteY0-158" fmla="*/ 3082645 h 3082645"/>
              <a:gd name="connsiteX1-159" fmla="*/ 2525075 w 3490661"/>
              <a:gd name="connsiteY1-160" fmla="*/ 3082645 h 3082645"/>
              <a:gd name="connsiteX2-161" fmla="*/ 2679028 w 3490661"/>
              <a:gd name="connsiteY2-162" fmla="*/ 2993745 h 3082645"/>
              <a:gd name="connsiteX3-163" fmla="*/ 3466261 w 3490661"/>
              <a:gd name="connsiteY3-164" fmla="*/ 1630209 h 3082645"/>
              <a:gd name="connsiteX4-165" fmla="*/ 3466254 w 3490661"/>
              <a:gd name="connsiteY4-166" fmla="*/ 1452423 h 3082645"/>
              <a:gd name="connsiteX5-167" fmla="*/ 2679021 w 3490661"/>
              <a:gd name="connsiteY5-168" fmla="*/ 88887 h 3082645"/>
              <a:gd name="connsiteX6-169" fmla="*/ 2525051 w 3490661"/>
              <a:gd name="connsiteY6-170" fmla="*/ 0 h 3082645"/>
              <a:gd name="connsiteX7-171" fmla="*/ 950576 w 3490661"/>
              <a:gd name="connsiteY7-172" fmla="*/ 0 h 3082645"/>
              <a:gd name="connsiteX8-173" fmla="*/ 796623 w 3490661"/>
              <a:gd name="connsiteY8-174" fmla="*/ 88900 h 3082645"/>
              <a:gd name="connsiteX9-175" fmla="*/ 9390 w 3490661"/>
              <a:gd name="connsiteY9-176" fmla="*/ 1452436 h 3082645"/>
              <a:gd name="connsiteX10-177" fmla="*/ 9398 w 3490661"/>
              <a:gd name="connsiteY10-178" fmla="*/ 1630223 h 3082645"/>
              <a:gd name="connsiteX11-179" fmla="*/ 796631 w 3490661"/>
              <a:gd name="connsiteY11-180" fmla="*/ 2993759 h 3082645"/>
              <a:gd name="connsiteX12-181" fmla="*/ 950601 w 3490661"/>
              <a:gd name="connsiteY12-182" fmla="*/ 3082645 h 3082645"/>
              <a:gd name="connsiteX0-183" fmla="*/ 950601 w 3490661"/>
              <a:gd name="connsiteY0-184" fmla="*/ 3082645 h 3082645"/>
              <a:gd name="connsiteX1-185" fmla="*/ 2525075 w 3490661"/>
              <a:gd name="connsiteY1-186" fmla="*/ 3082645 h 3082645"/>
              <a:gd name="connsiteX2-187" fmla="*/ 2679028 w 3490661"/>
              <a:gd name="connsiteY2-188" fmla="*/ 2993745 h 3082645"/>
              <a:gd name="connsiteX3-189" fmla="*/ 3466261 w 3490661"/>
              <a:gd name="connsiteY3-190" fmla="*/ 1630209 h 3082645"/>
              <a:gd name="connsiteX4-191" fmla="*/ 3466254 w 3490661"/>
              <a:gd name="connsiteY4-192" fmla="*/ 1452423 h 3082645"/>
              <a:gd name="connsiteX5-193" fmla="*/ 2679021 w 3490661"/>
              <a:gd name="connsiteY5-194" fmla="*/ 88887 h 3082645"/>
              <a:gd name="connsiteX6-195" fmla="*/ 2525051 w 3490661"/>
              <a:gd name="connsiteY6-196" fmla="*/ 0 h 3082645"/>
              <a:gd name="connsiteX7-197" fmla="*/ 950576 w 3490661"/>
              <a:gd name="connsiteY7-198" fmla="*/ 0 h 3082645"/>
              <a:gd name="connsiteX8-199" fmla="*/ 796623 w 3490661"/>
              <a:gd name="connsiteY8-200" fmla="*/ 88900 h 3082645"/>
              <a:gd name="connsiteX9-201" fmla="*/ 9390 w 3490661"/>
              <a:gd name="connsiteY9-202" fmla="*/ 1452436 h 3082645"/>
              <a:gd name="connsiteX10-203" fmla="*/ 9398 w 3490661"/>
              <a:gd name="connsiteY10-204" fmla="*/ 1630223 h 3082645"/>
              <a:gd name="connsiteX11-205" fmla="*/ 796631 w 3490661"/>
              <a:gd name="connsiteY11-206" fmla="*/ 2993759 h 3082645"/>
              <a:gd name="connsiteX12-207" fmla="*/ 950601 w 3490661"/>
              <a:gd name="connsiteY12-208" fmla="*/ 3082645 h 3082645"/>
              <a:gd name="connsiteX0-209" fmla="*/ 950601 w 3490661"/>
              <a:gd name="connsiteY0-210" fmla="*/ 3082645 h 3082645"/>
              <a:gd name="connsiteX1-211" fmla="*/ 2525075 w 3490661"/>
              <a:gd name="connsiteY1-212" fmla="*/ 3082645 h 3082645"/>
              <a:gd name="connsiteX2-213" fmla="*/ 2679028 w 3490661"/>
              <a:gd name="connsiteY2-214" fmla="*/ 2993745 h 3082645"/>
              <a:gd name="connsiteX3-215" fmla="*/ 3466261 w 3490661"/>
              <a:gd name="connsiteY3-216" fmla="*/ 1630209 h 3082645"/>
              <a:gd name="connsiteX4-217" fmla="*/ 3466254 w 3490661"/>
              <a:gd name="connsiteY4-218" fmla="*/ 1452423 h 3082645"/>
              <a:gd name="connsiteX5-219" fmla="*/ 2679021 w 3490661"/>
              <a:gd name="connsiteY5-220" fmla="*/ 88887 h 3082645"/>
              <a:gd name="connsiteX6-221" fmla="*/ 2525051 w 3490661"/>
              <a:gd name="connsiteY6-222" fmla="*/ 0 h 3082645"/>
              <a:gd name="connsiteX7-223" fmla="*/ 950576 w 3490661"/>
              <a:gd name="connsiteY7-224" fmla="*/ 0 h 3082645"/>
              <a:gd name="connsiteX8-225" fmla="*/ 796623 w 3490661"/>
              <a:gd name="connsiteY8-226" fmla="*/ 88900 h 3082645"/>
              <a:gd name="connsiteX9-227" fmla="*/ 9390 w 3490661"/>
              <a:gd name="connsiteY9-228" fmla="*/ 1452436 h 3082645"/>
              <a:gd name="connsiteX10-229" fmla="*/ 9398 w 3490661"/>
              <a:gd name="connsiteY10-230" fmla="*/ 1630223 h 3082645"/>
              <a:gd name="connsiteX11-231" fmla="*/ 796631 w 3490661"/>
              <a:gd name="connsiteY11-232" fmla="*/ 2993759 h 3082645"/>
              <a:gd name="connsiteX12-233" fmla="*/ 950601 w 3490661"/>
              <a:gd name="connsiteY12-234" fmla="*/ 3082645 h 3082645"/>
              <a:gd name="connsiteX0-235" fmla="*/ 950601 w 3490661"/>
              <a:gd name="connsiteY0-236" fmla="*/ 3082645 h 3082645"/>
              <a:gd name="connsiteX1-237" fmla="*/ 2525075 w 3490661"/>
              <a:gd name="connsiteY1-238" fmla="*/ 3082645 h 3082645"/>
              <a:gd name="connsiteX2-239" fmla="*/ 2679028 w 3490661"/>
              <a:gd name="connsiteY2-240" fmla="*/ 2993745 h 3082645"/>
              <a:gd name="connsiteX3-241" fmla="*/ 3466261 w 3490661"/>
              <a:gd name="connsiteY3-242" fmla="*/ 1630209 h 3082645"/>
              <a:gd name="connsiteX4-243" fmla="*/ 3466254 w 3490661"/>
              <a:gd name="connsiteY4-244" fmla="*/ 1452423 h 3082645"/>
              <a:gd name="connsiteX5-245" fmla="*/ 2679021 w 3490661"/>
              <a:gd name="connsiteY5-246" fmla="*/ 88887 h 3082645"/>
              <a:gd name="connsiteX6-247" fmla="*/ 2525051 w 3490661"/>
              <a:gd name="connsiteY6-248" fmla="*/ 0 h 3082645"/>
              <a:gd name="connsiteX7-249" fmla="*/ 950576 w 3490661"/>
              <a:gd name="connsiteY7-250" fmla="*/ 0 h 3082645"/>
              <a:gd name="connsiteX8-251" fmla="*/ 796623 w 3490661"/>
              <a:gd name="connsiteY8-252" fmla="*/ 88900 h 3082645"/>
              <a:gd name="connsiteX9-253" fmla="*/ 9390 w 3490661"/>
              <a:gd name="connsiteY9-254" fmla="*/ 1452436 h 3082645"/>
              <a:gd name="connsiteX10-255" fmla="*/ 9398 w 3490661"/>
              <a:gd name="connsiteY10-256" fmla="*/ 1630223 h 3082645"/>
              <a:gd name="connsiteX11-257" fmla="*/ 796631 w 3490661"/>
              <a:gd name="connsiteY11-258" fmla="*/ 2993759 h 3082645"/>
              <a:gd name="connsiteX12-259" fmla="*/ 950601 w 3490661"/>
              <a:gd name="connsiteY12-260" fmla="*/ 3082645 h 3082645"/>
              <a:gd name="connsiteX0-261" fmla="*/ 950601 w 3490661"/>
              <a:gd name="connsiteY0-262" fmla="*/ 3082645 h 3082645"/>
              <a:gd name="connsiteX1-263" fmla="*/ 2525075 w 3490661"/>
              <a:gd name="connsiteY1-264" fmla="*/ 3082645 h 3082645"/>
              <a:gd name="connsiteX2-265" fmla="*/ 2679028 w 3490661"/>
              <a:gd name="connsiteY2-266" fmla="*/ 2993745 h 3082645"/>
              <a:gd name="connsiteX3-267" fmla="*/ 3466261 w 3490661"/>
              <a:gd name="connsiteY3-268" fmla="*/ 1630209 h 3082645"/>
              <a:gd name="connsiteX4-269" fmla="*/ 3466254 w 3490661"/>
              <a:gd name="connsiteY4-270" fmla="*/ 1452423 h 3082645"/>
              <a:gd name="connsiteX5-271" fmla="*/ 2679021 w 3490661"/>
              <a:gd name="connsiteY5-272" fmla="*/ 88887 h 3082645"/>
              <a:gd name="connsiteX6-273" fmla="*/ 2525051 w 3490661"/>
              <a:gd name="connsiteY6-274" fmla="*/ 0 h 3082645"/>
              <a:gd name="connsiteX7-275" fmla="*/ 950576 w 3490661"/>
              <a:gd name="connsiteY7-276" fmla="*/ 0 h 3082645"/>
              <a:gd name="connsiteX8-277" fmla="*/ 796623 w 3490661"/>
              <a:gd name="connsiteY8-278" fmla="*/ 88900 h 3082645"/>
              <a:gd name="connsiteX9-279" fmla="*/ 9390 w 3490661"/>
              <a:gd name="connsiteY9-280" fmla="*/ 1452436 h 3082645"/>
              <a:gd name="connsiteX10-281" fmla="*/ 9398 w 3490661"/>
              <a:gd name="connsiteY10-282" fmla="*/ 1630223 h 3082645"/>
              <a:gd name="connsiteX11-283" fmla="*/ 796631 w 3490661"/>
              <a:gd name="connsiteY11-284" fmla="*/ 2993759 h 3082645"/>
              <a:gd name="connsiteX12-285" fmla="*/ 950601 w 3490661"/>
              <a:gd name="connsiteY12-286" fmla="*/ 3082645 h 3082645"/>
              <a:gd name="connsiteX0-287" fmla="*/ 950601 w 3490661"/>
              <a:gd name="connsiteY0-288" fmla="*/ 3082645 h 3082645"/>
              <a:gd name="connsiteX1-289" fmla="*/ 2525075 w 3490661"/>
              <a:gd name="connsiteY1-290" fmla="*/ 3082645 h 3082645"/>
              <a:gd name="connsiteX2-291" fmla="*/ 2679028 w 3490661"/>
              <a:gd name="connsiteY2-292" fmla="*/ 2993745 h 3082645"/>
              <a:gd name="connsiteX3-293" fmla="*/ 3466261 w 3490661"/>
              <a:gd name="connsiteY3-294" fmla="*/ 1630209 h 3082645"/>
              <a:gd name="connsiteX4-295" fmla="*/ 3466254 w 3490661"/>
              <a:gd name="connsiteY4-296" fmla="*/ 1452423 h 3082645"/>
              <a:gd name="connsiteX5-297" fmla="*/ 2679021 w 3490661"/>
              <a:gd name="connsiteY5-298" fmla="*/ 88887 h 3082645"/>
              <a:gd name="connsiteX6-299" fmla="*/ 2525051 w 3490661"/>
              <a:gd name="connsiteY6-300" fmla="*/ 0 h 3082645"/>
              <a:gd name="connsiteX7-301" fmla="*/ 950576 w 3490661"/>
              <a:gd name="connsiteY7-302" fmla="*/ 0 h 3082645"/>
              <a:gd name="connsiteX8-303" fmla="*/ 796623 w 3490661"/>
              <a:gd name="connsiteY8-304" fmla="*/ 88900 h 3082645"/>
              <a:gd name="connsiteX9-305" fmla="*/ 9390 w 3490661"/>
              <a:gd name="connsiteY9-306" fmla="*/ 1452436 h 3082645"/>
              <a:gd name="connsiteX10-307" fmla="*/ 9398 w 3490661"/>
              <a:gd name="connsiteY10-308" fmla="*/ 1630223 h 3082645"/>
              <a:gd name="connsiteX11-309" fmla="*/ 796631 w 3490661"/>
              <a:gd name="connsiteY11-310" fmla="*/ 2993759 h 3082645"/>
              <a:gd name="connsiteX12-311" fmla="*/ 950601 w 3490661"/>
              <a:gd name="connsiteY12-312" fmla="*/ 3082645 h 3082645"/>
              <a:gd name="connsiteX0-313" fmla="*/ 950601 w 3490661"/>
              <a:gd name="connsiteY0-314" fmla="*/ 3082645 h 3082645"/>
              <a:gd name="connsiteX1-315" fmla="*/ 2525075 w 3490661"/>
              <a:gd name="connsiteY1-316" fmla="*/ 3082645 h 3082645"/>
              <a:gd name="connsiteX2-317" fmla="*/ 2679028 w 3490661"/>
              <a:gd name="connsiteY2-318" fmla="*/ 2993745 h 3082645"/>
              <a:gd name="connsiteX3-319" fmla="*/ 3466261 w 3490661"/>
              <a:gd name="connsiteY3-320" fmla="*/ 1630209 h 3082645"/>
              <a:gd name="connsiteX4-321" fmla="*/ 3466254 w 3490661"/>
              <a:gd name="connsiteY4-322" fmla="*/ 1452423 h 3082645"/>
              <a:gd name="connsiteX5-323" fmla="*/ 2679021 w 3490661"/>
              <a:gd name="connsiteY5-324" fmla="*/ 88887 h 3082645"/>
              <a:gd name="connsiteX6-325" fmla="*/ 2525051 w 3490661"/>
              <a:gd name="connsiteY6-326" fmla="*/ 0 h 3082645"/>
              <a:gd name="connsiteX7-327" fmla="*/ 950576 w 3490661"/>
              <a:gd name="connsiteY7-328" fmla="*/ 0 h 3082645"/>
              <a:gd name="connsiteX8-329" fmla="*/ 796623 w 3490661"/>
              <a:gd name="connsiteY8-330" fmla="*/ 88900 h 3082645"/>
              <a:gd name="connsiteX9-331" fmla="*/ 9390 w 3490661"/>
              <a:gd name="connsiteY9-332" fmla="*/ 1452436 h 3082645"/>
              <a:gd name="connsiteX10-333" fmla="*/ 9398 w 3490661"/>
              <a:gd name="connsiteY10-334" fmla="*/ 1630223 h 3082645"/>
              <a:gd name="connsiteX11-335" fmla="*/ 796631 w 3490661"/>
              <a:gd name="connsiteY11-336" fmla="*/ 2993759 h 3082645"/>
              <a:gd name="connsiteX12-337" fmla="*/ 950601 w 3490661"/>
              <a:gd name="connsiteY12-338" fmla="*/ 3082645 h 3082645"/>
              <a:gd name="connsiteX0-339" fmla="*/ 950601 w 3490661"/>
              <a:gd name="connsiteY0-340" fmla="*/ 3082645 h 3082645"/>
              <a:gd name="connsiteX1-341" fmla="*/ 2525075 w 3490661"/>
              <a:gd name="connsiteY1-342" fmla="*/ 3082645 h 3082645"/>
              <a:gd name="connsiteX2-343" fmla="*/ 2679028 w 3490661"/>
              <a:gd name="connsiteY2-344" fmla="*/ 2993745 h 3082645"/>
              <a:gd name="connsiteX3-345" fmla="*/ 3466261 w 3490661"/>
              <a:gd name="connsiteY3-346" fmla="*/ 1630209 h 3082645"/>
              <a:gd name="connsiteX4-347" fmla="*/ 3466254 w 3490661"/>
              <a:gd name="connsiteY4-348" fmla="*/ 1452423 h 3082645"/>
              <a:gd name="connsiteX5-349" fmla="*/ 2679021 w 3490661"/>
              <a:gd name="connsiteY5-350" fmla="*/ 88887 h 3082645"/>
              <a:gd name="connsiteX6-351" fmla="*/ 2525051 w 3490661"/>
              <a:gd name="connsiteY6-352" fmla="*/ 0 h 3082645"/>
              <a:gd name="connsiteX7-353" fmla="*/ 950576 w 3490661"/>
              <a:gd name="connsiteY7-354" fmla="*/ 0 h 3082645"/>
              <a:gd name="connsiteX8-355" fmla="*/ 796623 w 3490661"/>
              <a:gd name="connsiteY8-356" fmla="*/ 88900 h 3082645"/>
              <a:gd name="connsiteX9-357" fmla="*/ 9390 w 3490661"/>
              <a:gd name="connsiteY9-358" fmla="*/ 1452436 h 3082645"/>
              <a:gd name="connsiteX10-359" fmla="*/ 9398 w 3490661"/>
              <a:gd name="connsiteY10-360" fmla="*/ 1630223 h 3082645"/>
              <a:gd name="connsiteX11-361" fmla="*/ 796631 w 3490661"/>
              <a:gd name="connsiteY11-362" fmla="*/ 2993759 h 3082645"/>
              <a:gd name="connsiteX12-363" fmla="*/ 950601 w 3490661"/>
              <a:gd name="connsiteY12-364" fmla="*/ 3082645 h 3082645"/>
              <a:gd name="connsiteX0-365" fmla="*/ 950601 w 3490661"/>
              <a:gd name="connsiteY0-366" fmla="*/ 3082645 h 3082645"/>
              <a:gd name="connsiteX1-367" fmla="*/ 2525075 w 3490661"/>
              <a:gd name="connsiteY1-368" fmla="*/ 3082645 h 3082645"/>
              <a:gd name="connsiteX2-369" fmla="*/ 2679028 w 3490661"/>
              <a:gd name="connsiteY2-370" fmla="*/ 2993745 h 3082645"/>
              <a:gd name="connsiteX3-371" fmla="*/ 3466261 w 3490661"/>
              <a:gd name="connsiteY3-372" fmla="*/ 1630209 h 3082645"/>
              <a:gd name="connsiteX4-373" fmla="*/ 3466254 w 3490661"/>
              <a:gd name="connsiteY4-374" fmla="*/ 1452423 h 3082645"/>
              <a:gd name="connsiteX5-375" fmla="*/ 2679021 w 3490661"/>
              <a:gd name="connsiteY5-376" fmla="*/ 88887 h 3082645"/>
              <a:gd name="connsiteX6-377" fmla="*/ 2525051 w 3490661"/>
              <a:gd name="connsiteY6-378" fmla="*/ 0 h 3082645"/>
              <a:gd name="connsiteX7-379" fmla="*/ 950576 w 3490661"/>
              <a:gd name="connsiteY7-380" fmla="*/ 0 h 3082645"/>
              <a:gd name="connsiteX8-381" fmla="*/ 796623 w 3490661"/>
              <a:gd name="connsiteY8-382" fmla="*/ 88900 h 3082645"/>
              <a:gd name="connsiteX9-383" fmla="*/ 9390 w 3490661"/>
              <a:gd name="connsiteY9-384" fmla="*/ 1452436 h 3082645"/>
              <a:gd name="connsiteX10-385" fmla="*/ 9398 w 3490661"/>
              <a:gd name="connsiteY10-386" fmla="*/ 1630223 h 3082645"/>
              <a:gd name="connsiteX11-387" fmla="*/ 796631 w 3490661"/>
              <a:gd name="connsiteY11-388" fmla="*/ 2993759 h 3082645"/>
              <a:gd name="connsiteX12-389" fmla="*/ 950601 w 3490661"/>
              <a:gd name="connsiteY12-390" fmla="*/ 3082645 h 3082645"/>
              <a:gd name="connsiteX0-391" fmla="*/ 950601 w 3490661"/>
              <a:gd name="connsiteY0-392" fmla="*/ 3082645 h 3082645"/>
              <a:gd name="connsiteX1-393" fmla="*/ 2525075 w 3490661"/>
              <a:gd name="connsiteY1-394" fmla="*/ 3082645 h 3082645"/>
              <a:gd name="connsiteX2-395" fmla="*/ 2679028 w 3490661"/>
              <a:gd name="connsiteY2-396" fmla="*/ 2993745 h 3082645"/>
              <a:gd name="connsiteX3-397" fmla="*/ 3466261 w 3490661"/>
              <a:gd name="connsiteY3-398" fmla="*/ 1630209 h 3082645"/>
              <a:gd name="connsiteX4-399" fmla="*/ 3466254 w 3490661"/>
              <a:gd name="connsiteY4-400" fmla="*/ 1452423 h 3082645"/>
              <a:gd name="connsiteX5-401" fmla="*/ 2679021 w 3490661"/>
              <a:gd name="connsiteY5-402" fmla="*/ 88887 h 3082645"/>
              <a:gd name="connsiteX6-403" fmla="*/ 2525051 w 3490661"/>
              <a:gd name="connsiteY6-404" fmla="*/ 0 h 3082645"/>
              <a:gd name="connsiteX7-405" fmla="*/ 950576 w 3490661"/>
              <a:gd name="connsiteY7-406" fmla="*/ 0 h 3082645"/>
              <a:gd name="connsiteX8-407" fmla="*/ 796623 w 3490661"/>
              <a:gd name="connsiteY8-408" fmla="*/ 88900 h 3082645"/>
              <a:gd name="connsiteX9-409" fmla="*/ 9390 w 3490661"/>
              <a:gd name="connsiteY9-410" fmla="*/ 1452436 h 3082645"/>
              <a:gd name="connsiteX10-411" fmla="*/ 9398 w 3490661"/>
              <a:gd name="connsiteY10-412" fmla="*/ 1630223 h 3082645"/>
              <a:gd name="connsiteX11-413" fmla="*/ 796631 w 3490661"/>
              <a:gd name="connsiteY11-414" fmla="*/ 2993759 h 3082645"/>
              <a:gd name="connsiteX12-415" fmla="*/ 950601 w 3490661"/>
              <a:gd name="connsiteY12-416" fmla="*/ 3082645 h 3082645"/>
              <a:gd name="connsiteX0-417" fmla="*/ 950601 w 3490661"/>
              <a:gd name="connsiteY0-418" fmla="*/ 3082645 h 3082645"/>
              <a:gd name="connsiteX1-419" fmla="*/ 2525075 w 3490661"/>
              <a:gd name="connsiteY1-420" fmla="*/ 3082645 h 3082645"/>
              <a:gd name="connsiteX2-421" fmla="*/ 2679028 w 3490661"/>
              <a:gd name="connsiteY2-422" fmla="*/ 2993745 h 3082645"/>
              <a:gd name="connsiteX3-423" fmla="*/ 3466261 w 3490661"/>
              <a:gd name="connsiteY3-424" fmla="*/ 1630209 h 3082645"/>
              <a:gd name="connsiteX4-425" fmla="*/ 3466254 w 3490661"/>
              <a:gd name="connsiteY4-426" fmla="*/ 1452423 h 3082645"/>
              <a:gd name="connsiteX5-427" fmla="*/ 2679021 w 3490661"/>
              <a:gd name="connsiteY5-428" fmla="*/ 88887 h 3082645"/>
              <a:gd name="connsiteX6-429" fmla="*/ 2525051 w 3490661"/>
              <a:gd name="connsiteY6-430" fmla="*/ 0 h 3082645"/>
              <a:gd name="connsiteX7-431" fmla="*/ 950576 w 3490661"/>
              <a:gd name="connsiteY7-432" fmla="*/ 0 h 3082645"/>
              <a:gd name="connsiteX8-433" fmla="*/ 796623 w 3490661"/>
              <a:gd name="connsiteY8-434" fmla="*/ 88900 h 3082645"/>
              <a:gd name="connsiteX9-435" fmla="*/ 9390 w 3490661"/>
              <a:gd name="connsiteY9-436" fmla="*/ 1452436 h 3082645"/>
              <a:gd name="connsiteX10-437" fmla="*/ 9398 w 3490661"/>
              <a:gd name="connsiteY10-438" fmla="*/ 1630223 h 3082645"/>
              <a:gd name="connsiteX11-439" fmla="*/ 796631 w 3490661"/>
              <a:gd name="connsiteY11-440" fmla="*/ 2993759 h 3082645"/>
              <a:gd name="connsiteX12-441" fmla="*/ 950601 w 3490661"/>
              <a:gd name="connsiteY12-442" fmla="*/ 3082645 h 3082645"/>
              <a:gd name="connsiteX0-443" fmla="*/ 950603 w 3490663"/>
              <a:gd name="connsiteY0-444" fmla="*/ 3082645 h 3082645"/>
              <a:gd name="connsiteX1-445" fmla="*/ 2525077 w 3490663"/>
              <a:gd name="connsiteY1-446" fmla="*/ 3082645 h 3082645"/>
              <a:gd name="connsiteX2-447" fmla="*/ 2679030 w 3490663"/>
              <a:gd name="connsiteY2-448" fmla="*/ 2993745 h 3082645"/>
              <a:gd name="connsiteX3-449" fmla="*/ 3466263 w 3490663"/>
              <a:gd name="connsiteY3-450" fmla="*/ 1630209 h 3082645"/>
              <a:gd name="connsiteX4-451" fmla="*/ 3466256 w 3490663"/>
              <a:gd name="connsiteY4-452" fmla="*/ 1452423 h 3082645"/>
              <a:gd name="connsiteX5-453" fmla="*/ 2679023 w 3490663"/>
              <a:gd name="connsiteY5-454" fmla="*/ 88887 h 3082645"/>
              <a:gd name="connsiteX6-455" fmla="*/ 2525053 w 3490663"/>
              <a:gd name="connsiteY6-456" fmla="*/ 0 h 3082645"/>
              <a:gd name="connsiteX7-457" fmla="*/ 950578 w 3490663"/>
              <a:gd name="connsiteY7-458" fmla="*/ 0 h 3082645"/>
              <a:gd name="connsiteX8-459" fmla="*/ 796625 w 3490663"/>
              <a:gd name="connsiteY8-460" fmla="*/ 88900 h 3082645"/>
              <a:gd name="connsiteX9-461" fmla="*/ 9392 w 3490663"/>
              <a:gd name="connsiteY9-462" fmla="*/ 1452436 h 3082645"/>
              <a:gd name="connsiteX10-463" fmla="*/ 9400 w 3490663"/>
              <a:gd name="connsiteY10-464" fmla="*/ 1630223 h 3082645"/>
              <a:gd name="connsiteX11-465" fmla="*/ 796633 w 3490663"/>
              <a:gd name="connsiteY11-466" fmla="*/ 2993759 h 3082645"/>
              <a:gd name="connsiteX12-467" fmla="*/ 950603 w 3490663"/>
              <a:gd name="connsiteY12-468" fmla="*/ 3082645 h 3082645"/>
              <a:gd name="connsiteX0-469" fmla="*/ 965611 w 3505671"/>
              <a:gd name="connsiteY0-470" fmla="*/ 3082645 h 3082645"/>
              <a:gd name="connsiteX1-471" fmla="*/ 2540085 w 3505671"/>
              <a:gd name="connsiteY1-472" fmla="*/ 3082645 h 3082645"/>
              <a:gd name="connsiteX2-473" fmla="*/ 2694038 w 3505671"/>
              <a:gd name="connsiteY2-474" fmla="*/ 2993745 h 3082645"/>
              <a:gd name="connsiteX3-475" fmla="*/ 3481271 w 3505671"/>
              <a:gd name="connsiteY3-476" fmla="*/ 1630209 h 3082645"/>
              <a:gd name="connsiteX4-477" fmla="*/ 3481264 w 3505671"/>
              <a:gd name="connsiteY4-478" fmla="*/ 1452423 h 3082645"/>
              <a:gd name="connsiteX5-479" fmla="*/ 2694031 w 3505671"/>
              <a:gd name="connsiteY5-480" fmla="*/ 88887 h 3082645"/>
              <a:gd name="connsiteX6-481" fmla="*/ 2540061 w 3505671"/>
              <a:gd name="connsiteY6-482" fmla="*/ 0 h 3082645"/>
              <a:gd name="connsiteX7-483" fmla="*/ 965586 w 3505671"/>
              <a:gd name="connsiteY7-484" fmla="*/ 0 h 3082645"/>
              <a:gd name="connsiteX8-485" fmla="*/ 811633 w 3505671"/>
              <a:gd name="connsiteY8-486" fmla="*/ 88900 h 3082645"/>
              <a:gd name="connsiteX9-487" fmla="*/ 24400 w 3505671"/>
              <a:gd name="connsiteY9-488" fmla="*/ 1452436 h 3082645"/>
              <a:gd name="connsiteX10-489" fmla="*/ 24408 w 3505671"/>
              <a:gd name="connsiteY10-490" fmla="*/ 1630223 h 3082645"/>
              <a:gd name="connsiteX11-491" fmla="*/ 811641 w 3505671"/>
              <a:gd name="connsiteY11-492" fmla="*/ 2993759 h 3082645"/>
              <a:gd name="connsiteX12-493" fmla="*/ 965611 w 3505671"/>
              <a:gd name="connsiteY12-494" fmla="*/ 3082645 h 3082645"/>
              <a:gd name="connsiteX0-495" fmla="*/ 965611 w 3505671"/>
              <a:gd name="connsiteY0-496" fmla="*/ 3082645 h 3082645"/>
              <a:gd name="connsiteX1-497" fmla="*/ 2540085 w 3505671"/>
              <a:gd name="connsiteY1-498" fmla="*/ 3082645 h 3082645"/>
              <a:gd name="connsiteX2-499" fmla="*/ 2694038 w 3505671"/>
              <a:gd name="connsiteY2-500" fmla="*/ 2993745 h 3082645"/>
              <a:gd name="connsiteX3-501" fmla="*/ 3481271 w 3505671"/>
              <a:gd name="connsiteY3-502" fmla="*/ 1630209 h 3082645"/>
              <a:gd name="connsiteX4-503" fmla="*/ 3481264 w 3505671"/>
              <a:gd name="connsiteY4-504" fmla="*/ 1452423 h 3082645"/>
              <a:gd name="connsiteX5-505" fmla="*/ 2694031 w 3505671"/>
              <a:gd name="connsiteY5-506" fmla="*/ 88887 h 3082645"/>
              <a:gd name="connsiteX6-507" fmla="*/ 2540061 w 3505671"/>
              <a:gd name="connsiteY6-508" fmla="*/ 0 h 3082645"/>
              <a:gd name="connsiteX7-509" fmla="*/ 965586 w 3505671"/>
              <a:gd name="connsiteY7-510" fmla="*/ 0 h 3082645"/>
              <a:gd name="connsiteX8-511" fmla="*/ 811633 w 3505671"/>
              <a:gd name="connsiteY8-512" fmla="*/ 88900 h 3082645"/>
              <a:gd name="connsiteX9-513" fmla="*/ 24400 w 3505671"/>
              <a:gd name="connsiteY9-514" fmla="*/ 1452436 h 3082645"/>
              <a:gd name="connsiteX10-515" fmla="*/ 24408 w 3505671"/>
              <a:gd name="connsiteY10-516" fmla="*/ 1630223 h 3082645"/>
              <a:gd name="connsiteX11-517" fmla="*/ 811641 w 3505671"/>
              <a:gd name="connsiteY11-518" fmla="*/ 2993759 h 3082645"/>
              <a:gd name="connsiteX12-519" fmla="*/ 965611 w 3505671"/>
              <a:gd name="connsiteY12-520" fmla="*/ 3082645 h 3082645"/>
              <a:gd name="connsiteX0-521" fmla="*/ 965611 w 3505671"/>
              <a:gd name="connsiteY0-522" fmla="*/ 3082645 h 3082645"/>
              <a:gd name="connsiteX1-523" fmla="*/ 2540085 w 3505671"/>
              <a:gd name="connsiteY1-524" fmla="*/ 3082645 h 3082645"/>
              <a:gd name="connsiteX2-525" fmla="*/ 2694038 w 3505671"/>
              <a:gd name="connsiteY2-526" fmla="*/ 2993745 h 3082645"/>
              <a:gd name="connsiteX3-527" fmla="*/ 3481271 w 3505671"/>
              <a:gd name="connsiteY3-528" fmla="*/ 1630209 h 3082645"/>
              <a:gd name="connsiteX4-529" fmla="*/ 3481264 w 3505671"/>
              <a:gd name="connsiteY4-530" fmla="*/ 1452423 h 3082645"/>
              <a:gd name="connsiteX5-531" fmla="*/ 2694031 w 3505671"/>
              <a:gd name="connsiteY5-532" fmla="*/ 88887 h 3082645"/>
              <a:gd name="connsiteX6-533" fmla="*/ 2540061 w 3505671"/>
              <a:gd name="connsiteY6-534" fmla="*/ 0 h 3082645"/>
              <a:gd name="connsiteX7-535" fmla="*/ 965586 w 3505671"/>
              <a:gd name="connsiteY7-536" fmla="*/ 0 h 3082645"/>
              <a:gd name="connsiteX8-537" fmla="*/ 811633 w 3505671"/>
              <a:gd name="connsiteY8-538" fmla="*/ 88900 h 3082645"/>
              <a:gd name="connsiteX9-539" fmla="*/ 24400 w 3505671"/>
              <a:gd name="connsiteY9-540" fmla="*/ 1452436 h 3082645"/>
              <a:gd name="connsiteX10-541" fmla="*/ 24408 w 3505671"/>
              <a:gd name="connsiteY10-542" fmla="*/ 1630223 h 3082645"/>
              <a:gd name="connsiteX11-543" fmla="*/ 811641 w 3505671"/>
              <a:gd name="connsiteY11-544" fmla="*/ 2993759 h 3082645"/>
              <a:gd name="connsiteX12-545" fmla="*/ 965611 w 3505671"/>
              <a:gd name="connsiteY12-546" fmla="*/ 3082645 h 3082645"/>
              <a:gd name="connsiteX0-547" fmla="*/ 965611 w 3505671"/>
              <a:gd name="connsiteY0-548" fmla="*/ 3082645 h 3082645"/>
              <a:gd name="connsiteX1-549" fmla="*/ 2540085 w 3505671"/>
              <a:gd name="connsiteY1-550" fmla="*/ 3082645 h 3082645"/>
              <a:gd name="connsiteX2-551" fmla="*/ 2694038 w 3505671"/>
              <a:gd name="connsiteY2-552" fmla="*/ 2993745 h 3082645"/>
              <a:gd name="connsiteX3-553" fmla="*/ 3481271 w 3505671"/>
              <a:gd name="connsiteY3-554" fmla="*/ 1630209 h 3082645"/>
              <a:gd name="connsiteX4-555" fmla="*/ 3481264 w 3505671"/>
              <a:gd name="connsiteY4-556" fmla="*/ 1452423 h 3082645"/>
              <a:gd name="connsiteX5-557" fmla="*/ 2694031 w 3505671"/>
              <a:gd name="connsiteY5-558" fmla="*/ 88887 h 3082645"/>
              <a:gd name="connsiteX6-559" fmla="*/ 2540061 w 3505671"/>
              <a:gd name="connsiteY6-560" fmla="*/ 0 h 3082645"/>
              <a:gd name="connsiteX7-561" fmla="*/ 965586 w 3505671"/>
              <a:gd name="connsiteY7-562" fmla="*/ 0 h 3082645"/>
              <a:gd name="connsiteX8-563" fmla="*/ 811633 w 3505671"/>
              <a:gd name="connsiteY8-564" fmla="*/ 88900 h 3082645"/>
              <a:gd name="connsiteX9-565" fmla="*/ 24400 w 3505671"/>
              <a:gd name="connsiteY9-566" fmla="*/ 1452436 h 3082645"/>
              <a:gd name="connsiteX10-567" fmla="*/ 24408 w 3505671"/>
              <a:gd name="connsiteY10-568" fmla="*/ 1630223 h 3082645"/>
              <a:gd name="connsiteX11-569" fmla="*/ 811641 w 3505671"/>
              <a:gd name="connsiteY11-570" fmla="*/ 2993759 h 3082645"/>
              <a:gd name="connsiteX12-571" fmla="*/ 965611 w 3505671"/>
              <a:gd name="connsiteY12-572" fmla="*/ 3082645 h 30826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05671" h="3082645">
                <a:moveTo>
                  <a:pt x="965611" y="3082645"/>
                </a:moveTo>
                <a:cubicBezTo>
                  <a:pt x="1030690" y="3082645"/>
                  <a:pt x="2475006" y="3082646"/>
                  <a:pt x="2540085" y="3082645"/>
                </a:cubicBezTo>
                <a:cubicBezTo>
                  <a:pt x="2605164" y="3082646"/>
                  <a:pt x="2661499" y="3050107"/>
                  <a:pt x="2694038" y="2993745"/>
                </a:cubicBezTo>
                <a:cubicBezTo>
                  <a:pt x="2726578" y="2937386"/>
                  <a:pt x="3448731" y="1686570"/>
                  <a:pt x="3481271" y="1630209"/>
                </a:cubicBezTo>
                <a:cubicBezTo>
                  <a:pt x="3513810" y="1573850"/>
                  <a:pt x="3513803" y="1508784"/>
                  <a:pt x="3481264" y="1452423"/>
                </a:cubicBezTo>
                <a:cubicBezTo>
                  <a:pt x="3448724" y="1396064"/>
                  <a:pt x="2726570" y="145248"/>
                  <a:pt x="2694031" y="88887"/>
                </a:cubicBezTo>
                <a:cubicBezTo>
                  <a:pt x="2661492" y="32528"/>
                  <a:pt x="2605139" y="1"/>
                  <a:pt x="2540061" y="0"/>
                </a:cubicBezTo>
                <a:cubicBezTo>
                  <a:pt x="2474982" y="1"/>
                  <a:pt x="1030665" y="1"/>
                  <a:pt x="965586" y="0"/>
                </a:cubicBezTo>
                <a:cubicBezTo>
                  <a:pt x="900507" y="1"/>
                  <a:pt x="844173" y="32540"/>
                  <a:pt x="811633" y="88900"/>
                </a:cubicBezTo>
                <a:cubicBezTo>
                  <a:pt x="779094" y="145261"/>
                  <a:pt x="56940" y="1396077"/>
                  <a:pt x="24400" y="1452436"/>
                </a:cubicBezTo>
                <a:cubicBezTo>
                  <a:pt x="-8139" y="1508797"/>
                  <a:pt x="-8132" y="1573863"/>
                  <a:pt x="24408" y="1630223"/>
                </a:cubicBezTo>
                <a:cubicBezTo>
                  <a:pt x="56947" y="1686584"/>
                  <a:pt x="779101" y="2937400"/>
                  <a:pt x="811641" y="2993759"/>
                </a:cubicBezTo>
                <a:cubicBezTo>
                  <a:pt x="844180" y="3050120"/>
                  <a:pt x="900532" y="3082645"/>
                  <a:pt x="965611" y="3082645"/>
                </a:cubicBezTo>
                <a:close/>
              </a:path>
            </a:pathLst>
          </a:cu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22" name="任意多边形: 形状 14296"/>
          <p:cNvSpPr/>
          <p:nvPr>
            <p:custDataLst>
              <p:tags r:id="rId7"/>
            </p:custDataLst>
          </p:nvPr>
        </p:nvSpPr>
        <p:spPr>
          <a:xfrm rot="1800000">
            <a:off x="7613651" y="3270568"/>
            <a:ext cx="400050" cy="337185"/>
          </a:xfrm>
          <a:custGeom>
            <a:avLst/>
            <a:gdLst>
              <a:gd name="connsiteX0" fmla="*/ 950601 w 3475650"/>
              <a:gd name="connsiteY0" fmla="*/ 3082645 h 3082645"/>
              <a:gd name="connsiteX1" fmla="*/ 2525075 w 3475650"/>
              <a:gd name="connsiteY1" fmla="*/ 3082645 h 3082645"/>
              <a:gd name="connsiteX2" fmla="*/ 2679028 w 3475650"/>
              <a:gd name="connsiteY2" fmla="*/ 2993745 h 3082645"/>
              <a:gd name="connsiteX3" fmla="*/ 3466261 w 3475650"/>
              <a:gd name="connsiteY3" fmla="*/ 1630209 h 3082645"/>
              <a:gd name="connsiteX4" fmla="*/ 3466254 w 3475650"/>
              <a:gd name="connsiteY4" fmla="*/ 1452423 h 3082645"/>
              <a:gd name="connsiteX5" fmla="*/ 2679021 w 3475650"/>
              <a:gd name="connsiteY5" fmla="*/ 88887 h 3082645"/>
              <a:gd name="connsiteX6" fmla="*/ 2525051 w 3475650"/>
              <a:gd name="connsiteY6" fmla="*/ 0 h 3082645"/>
              <a:gd name="connsiteX7" fmla="*/ 950576 w 3475650"/>
              <a:gd name="connsiteY7" fmla="*/ 0 h 3082645"/>
              <a:gd name="connsiteX8" fmla="*/ 796623 w 3475650"/>
              <a:gd name="connsiteY8" fmla="*/ 88900 h 3082645"/>
              <a:gd name="connsiteX9" fmla="*/ 9390 w 3475650"/>
              <a:gd name="connsiteY9" fmla="*/ 1452436 h 3082645"/>
              <a:gd name="connsiteX10" fmla="*/ 9398 w 3475650"/>
              <a:gd name="connsiteY10" fmla="*/ 1630223 h 3082645"/>
              <a:gd name="connsiteX11" fmla="*/ 796631 w 3475650"/>
              <a:gd name="connsiteY11" fmla="*/ 2993759 h 3082645"/>
              <a:gd name="connsiteX12" fmla="*/ 950601 w 3475650"/>
              <a:gd name="connsiteY12" fmla="*/ 3082645 h 3082645"/>
              <a:gd name="connsiteX0-1" fmla="*/ 950601 w 3475650"/>
              <a:gd name="connsiteY0-2" fmla="*/ 3082645 h 3082645"/>
              <a:gd name="connsiteX1-3" fmla="*/ 2525075 w 3475650"/>
              <a:gd name="connsiteY1-4" fmla="*/ 3082645 h 3082645"/>
              <a:gd name="connsiteX2-5" fmla="*/ 2679028 w 3475650"/>
              <a:gd name="connsiteY2-6" fmla="*/ 2993745 h 3082645"/>
              <a:gd name="connsiteX3-7" fmla="*/ 3466261 w 3475650"/>
              <a:gd name="connsiteY3-8" fmla="*/ 1630209 h 3082645"/>
              <a:gd name="connsiteX4-9" fmla="*/ 3466254 w 3475650"/>
              <a:gd name="connsiteY4-10" fmla="*/ 1452423 h 3082645"/>
              <a:gd name="connsiteX5-11" fmla="*/ 2679021 w 3475650"/>
              <a:gd name="connsiteY5-12" fmla="*/ 88887 h 3082645"/>
              <a:gd name="connsiteX6-13" fmla="*/ 2525051 w 3475650"/>
              <a:gd name="connsiteY6-14" fmla="*/ 0 h 3082645"/>
              <a:gd name="connsiteX7-15" fmla="*/ 950576 w 3475650"/>
              <a:gd name="connsiteY7-16" fmla="*/ 0 h 3082645"/>
              <a:gd name="connsiteX8-17" fmla="*/ 796623 w 3475650"/>
              <a:gd name="connsiteY8-18" fmla="*/ 88900 h 3082645"/>
              <a:gd name="connsiteX9-19" fmla="*/ 9390 w 3475650"/>
              <a:gd name="connsiteY9-20" fmla="*/ 1452436 h 3082645"/>
              <a:gd name="connsiteX10-21" fmla="*/ 9398 w 3475650"/>
              <a:gd name="connsiteY10-22" fmla="*/ 1630223 h 3082645"/>
              <a:gd name="connsiteX11-23" fmla="*/ 796631 w 3475650"/>
              <a:gd name="connsiteY11-24" fmla="*/ 2993759 h 3082645"/>
              <a:gd name="connsiteX12-25" fmla="*/ 950601 w 3475650"/>
              <a:gd name="connsiteY12-26" fmla="*/ 3082645 h 3082645"/>
              <a:gd name="connsiteX0-27" fmla="*/ 950601 w 3475650"/>
              <a:gd name="connsiteY0-28" fmla="*/ 3082645 h 3082645"/>
              <a:gd name="connsiteX1-29" fmla="*/ 2525075 w 3475650"/>
              <a:gd name="connsiteY1-30" fmla="*/ 3082645 h 3082645"/>
              <a:gd name="connsiteX2-31" fmla="*/ 2679028 w 3475650"/>
              <a:gd name="connsiteY2-32" fmla="*/ 2993745 h 3082645"/>
              <a:gd name="connsiteX3-33" fmla="*/ 3466261 w 3475650"/>
              <a:gd name="connsiteY3-34" fmla="*/ 1630209 h 3082645"/>
              <a:gd name="connsiteX4-35" fmla="*/ 3466254 w 3475650"/>
              <a:gd name="connsiteY4-36" fmla="*/ 1452423 h 3082645"/>
              <a:gd name="connsiteX5-37" fmla="*/ 2679021 w 3475650"/>
              <a:gd name="connsiteY5-38" fmla="*/ 88887 h 3082645"/>
              <a:gd name="connsiteX6-39" fmla="*/ 2525051 w 3475650"/>
              <a:gd name="connsiteY6-40" fmla="*/ 0 h 3082645"/>
              <a:gd name="connsiteX7-41" fmla="*/ 950576 w 3475650"/>
              <a:gd name="connsiteY7-42" fmla="*/ 0 h 3082645"/>
              <a:gd name="connsiteX8-43" fmla="*/ 796623 w 3475650"/>
              <a:gd name="connsiteY8-44" fmla="*/ 88900 h 3082645"/>
              <a:gd name="connsiteX9-45" fmla="*/ 9390 w 3475650"/>
              <a:gd name="connsiteY9-46" fmla="*/ 1452436 h 3082645"/>
              <a:gd name="connsiteX10-47" fmla="*/ 9398 w 3475650"/>
              <a:gd name="connsiteY10-48" fmla="*/ 1630223 h 3082645"/>
              <a:gd name="connsiteX11-49" fmla="*/ 796631 w 3475650"/>
              <a:gd name="connsiteY11-50" fmla="*/ 2993759 h 3082645"/>
              <a:gd name="connsiteX12-51" fmla="*/ 950601 w 3475650"/>
              <a:gd name="connsiteY12-52" fmla="*/ 3082645 h 3082645"/>
              <a:gd name="connsiteX0-53" fmla="*/ 950601 w 3475650"/>
              <a:gd name="connsiteY0-54" fmla="*/ 3082645 h 3082645"/>
              <a:gd name="connsiteX1-55" fmla="*/ 2525075 w 3475650"/>
              <a:gd name="connsiteY1-56" fmla="*/ 3082645 h 3082645"/>
              <a:gd name="connsiteX2-57" fmla="*/ 2679028 w 3475650"/>
              <a:gd name="connsiteY2-58" fmla="*/ 2993745 h 3082645"/>
              <a:gd name="connsiteX3-59" fmla="*/ 3466261 w 3475650"/>
              <a:gd name="connsiteY3-60" fmla="*/ 1630209 h 3082645"/>
              <a:gd name="connsiteX4-61" fmla="*/ 3466254 w 3475650"/>
              <a:gd name="connsiteY4-62" fmla="*/ 1452423 h 3082645"/>
              <a:gd name="connsiteX5-63" fmla="*/ 2679021 w 3475650"/>
              <a:gd name="connsiteY5-64" fmla="*/ 88887 h 3082645"/>
              <a:gd name="connsiteX6-65" fmla="*/ 2525051 w 3475650"/>
              <a:gd name="connsiteY6-66" fmla="*/ 0 h 3082645"/>
              <a:gd name="connsiteX7-67" fmla="*/ 950576 w 3475650"/>
              <a:gd name="connsiteY7-68" fmla="*/ 0 h 3082645"/>
              <a:gd name="connsiteX8-69" fmla="*/ 796623 w 3475650"/>
              <a:gd name="connsiteY8-70" fmla="*/ 88900 h 3082645"/>
              <a:gd name="connsiteX9-71" fmla="*/ 9390 w 3475650"/>
              <a:gd name="connsiteY9-72" fmla="*/ 1452436 h 3082645"/>
              <a:gd name="connsiteX10-73" fmla="*/ 9398 w 3475650"/>
              <a:gd name="connsiteY10-74" fmla="*/ 1630223 h 3082645"/>
              <a:gd name="connsiteX11-75" fmla="*/ 796631 w 3475650"/>
              <a:gd name="connsiteY11-76" fmla="*/ 2993759 h 3082645"/>
              <a:gd name="connsiteX12-77" fmla="*/ 950601 w 3475650"/>
              <a:gd name="connsiteY12-78" fmla="*/ 3082645 h 3082645"/>
              <a:gd name="connsiteX0-79" fmla="*/ 950601 w 3475650"/>
              <a:gd name="connsiteY0-80" fmla="*/ 3082645 h 3082645"/>
              <a:gd name="connsiteX1-81" fmla="*/ 2525075 w 3475650"/>
              <a:gd name="connsiteY1-82" fmla="*/ 3082645 h 3082645"/>
              <a:gd name="connsiteX2-83" fmla="*/ 2679028 w 3475650"/>
              <a:gd name="connsiteY2-84" fmla="*/ 2993745 h 3082645"/>
              <a:gd name="connsiteX3-85" fmla="*/ 3466261 w 3475650"/>
              <a:gd name="connsiteY3-86" fmla="*/ 1630209 h 3082645"/>
              <a:gd name="connsiteX4-87" fmla="*/ 3466254 w 3475650"/>
              <a:gd name="connsiteY4-88" fmla="*/ 1452423 h 3082645"/>
              <a:gd name="connsiteX5-89" fmla="*/ 2679021 w 3475650"/>
              <a:gd name="connsiteY5-90" fmla="*/ 88887 h 3082645"/>
              <a:gd name="connsiteX6-91" fmla="*/ 2525051 w 3475650"/>
              <a:gd name="connsiteY6-92" fmla="*/ 0 h 3082645"/>
              <a:gd name="connsiteX7-93" fmla="*/ 950576 w 3475650"/>
              <a:gd name="connsiteY7-94" fmla="*/ 0 h 3082645"/>
              <a:gd name="connsiteX8-95" fmla="*/ 796623 w 3475650"/>
              <a:gd name="connsiteY8-96" fmla="*/ 88900 h 3082645"/>
              <a:gd name="connsiteX9-97" fmla="*/ 9390 w 3475650"/>
              <a:gd name="connsiteY9-98" fmla="*/ 1452436 h 3082645"/>
              <a:gd name="connsiteX10-99" fmla="*/ 9398 w 3475650"/>
              <a:gd name="connsiteY10-100" fmla="*/ 1630223 h 3082645"/>
              <a:gd name="connsiteX11-101" fmla="*/ 796631 w 3475650"/>
              <a:gd name="connsiteY11-102" fmla="*/ 2993759 h 3082645"/>
              <a:gd name="connsiteX12-103" fmla="*/ 950601 w 3475650"/>
              <a:gd name="connsiteY12-104" fmla="*/ 3082645 h 3082645"/>
              <a:gd name="connsiteX0-105" fmla="*/ 950601 w 3475650"/>
              <a:gd name="connsiteY0-106" fmla="*/ 3082645 h 3082645"/>
              <a:gd name="connsiteX1-107" fmla="*/ 2525075 w 3475650"/>
              <a:gd name="connsiteY1-108" fmla="*/ 3082645 h 3082645"/>
              <a:gd name="connsiteX2-109" fmla="*/ 2679028 w 3475650"/>
              <a:gd name="connsiteY2-110" fmla="*/ 2993745 h 3082645"/>
              <a:gd name="connsiteX3-111" fmla="*/ 3466261 w 3475650"/>
              <a:gd name="connsiteY3-112" fmla="*/ 1630209 h 3082645"/>
              <a:gd name="connsiteX4-113" fmla="*/ 3466254 w 3475650"/>
              <a:gd name="connsiteY4-114" fmla="*/ 1452423 h 3082645"/>
              <a:gd name="connsiteX5-115" fmla="*/ 2679021 w 3475650"/>
              <a:gd name="connsiteY5-116" fmla="*/ 88887 h 3082645"/>
              <a:gd name="connsiteX6-117" fmla="*/ 2525051 w 3475650"/>
              <a:gd name="connsiteY6-118" fmla="*/ 0 h 3082645"/>
              <a:gd name="connsiteX7-119" fmla="*/ 950576 w 3475650"/>
              <a:gd name="connsiteY7-120" fmla="*/ 0 h 3082645"/>
              <a:gd name="connsiteX8-121" fmla="*/ 796623 w 3475650"/>
              <a:gd name="connsiteY8-122" fmla="*/ 88900 h 3082645"/>
              <a:gd name="connsiteX9-123" fmla="*/ 9390 w 3475650"/>
              <a:gd name="connsiteY9-124" fmla="*/ 1452436 h 3082645"/>
              <a:gd name="connsiteX10-125" fmla="*/ 9398 w 3475650"/>
              <a:gd name="connsiteY10-126" fmla="*/ 1630223 h 3082645"/>
              <a:gd name="connsiteX11-127" fmla="*/ 796631 w 3475650"/>
              <a:gd name="connsiteY11-128" fmla="*/ 2993759 h 3082645"/>
              <a:gd name="connsiteX12-129" fmla="*/ 950601 w 3475650"/>
              <a:gd name="connsiteY12-130" fmla="*/ 3082645 h 3082645"/>
              <a:gd name="connsiteX0-131" fmla="*/ 950601 w 3475653"/>
              <a:gd name="connsiteY0-132" fmla="*/ 3082645 h 3082645"/>
              <a:gd name="connsiteX1-133" fmla="*/ 2525075 w 3475653"/>
              <a:gd name="connsiteY1-134" fmla="*/ 3082645 h 3082645"/>
              <a:gd name="connsiteX2-135" fmla="*/ 2679028 w 3475653"/>
              <a:gd name="connsiteY2-136" fmla="*/ 2993745 h 3082645"/>
              <a:gd name="connsiteX3-137" fmla="*/ 3466261 w 3475653"/>
              <a:gd name="connsiteY3-138" fmla="*/ 1630209 h 3082645"/>
              <a:gd name="connsiteX4-139" fmla="*/ 3466254 w 3475653"/>
              <a:gd name="connsiteY4-140" fmla="*/ 1452423 h 3082645"/>
              <a:gd name="connsiteX5-141" fmla="*/ 2679021 w 3475653"/>
              <a:gd name="connsiteY5-142" fmla="*/ 88887 h 3082645"/>
              <a:gd name="connsiteX6-143" fmla="*/ 2525051 w 3475653"/>
              <a:gd name="connsiteY6-144" fmla="*/ 0 h 3082645"/>
              <a:gd name="connsiteX7-145" fmla="*/ 950576 w 3475653"/>
              <a:gd name="connsiteY7-146" fmla="*/ 0 h 3082645"/>
              <a:gd name="connsiteX8-147" fmla="*/ 796623 w 3475653"/>
              <a:gd name="connsiteY8-148" fmla="*/ 88900 h 3082645"/>
              <a:gd name="connsiteX9-149" fmla="*/ 9390 w 3475653"/>
              <a:gd name="connsiteY9-150" fmla="*/ 1452436 h 3082645"/>
              <a:gd name="connsiteX10-151" fmla="*/ 9398 w 3475653"/>
              <a:gd name="connsiteY10-152" fmla="*/ 1630223 h 3082645"/>
              <a:gd name="connsiteX11-153" fmla="*/ 796631 w 3475653"/>
              <a:gd name="connsiteY11-154" fmla="*/ 2993759 h 3082645"/>
              <a:gd name="connsiteX12-155" fmla="*/ 950601 w 3475653"/>
              <a:gd name="connsiteY12-156" fmla="*/ 3082645 h 3082645"/>
              <a:gd name="connsiteX0-157" fmla="*/ 950601 w 3490661"/>
              <a:gd name="connsiteY0-158" fmla="*/ 3082645 h 3082645"/>
              <a:gd name="connsiteX1-159" fmla="*/ 2525075 w 3490661"/>
              <a:gd name="connsiteY1-160" fmla="*/ 3082645 h 3082645"/>
              <a:gd name="connsiteX2-161" fmla="*/ 2679028 w 3490661"/>
              <a:gd name="connsiteY2-162" fmla="*/ 2993745 h 3082645"/>
              <a:gd name="connsiteX3-163" fmla="*/ 3466261 w 3490661"/>
              <a:gd name="connsiteY3-164" fmla="*/ 1630209 h 3082645"/>
              <a:gd name="connsiteX4-165" fmla="*/ 3466254 w 3490661"/>
              <a:gd name="connsiteY4-166" fmla="*/ 1452423 h 3082645"/>
              <a:gd name="connsiteX5-167" fmla="*/ 2679021 w 3490661"/>
              <a:gd name="connsiteY5-168" fmla="*/ 88887 h 3082645"/>
              <a:gd name="connsiteX6-169" fmla="*/ 2525051 w 3490661"/>
              <a:gd name="connsiteY6-170" fmla="*/ 0 h 3082645"/>
              <a:gd name="connsiteX7-171" fmla="*/ 950576 w 3490661"/>
              <a:gd name="connsiteY7-172" fmla="*/ 0 h 3082645"/>
              <a:gd name="connsiteX8-173" fmla="*/ 796623 w 3490661"/>
              <a:gd name="connsiteY8-174" fmla="*/ 88900 h 3082645"/>
              <a:gd name="connsiteX9-175" fmla="*/ 9390 w 3490661"/>
              <a:gd name="connsiteY9-176" fmla="*/ 1452436 h 3082645"/>
              <a:gd name="connsiteX10-177" fmla="*/ 9398 w 3490661"/>
              <a:gd name="connsiteY10-178" fmla="*/ 1630223 h 3082645"/>
              <a:gd name="connsiteX11-179" fmla="*/ 796631 w 3490661"/>
              <a:gd name="connsiteY11-180" fmla="*/ 2993759 h 3082645"/>
              <a:gd name="connsiteX12-181" fmla="*/ 950601 w 3490661"/>
              <a:gd name="connsiteY12-182" fmla="*/ 3082645 h 3082645"/>
              <a:gd name="connsiteX0-183" fmla="*/ 950601 w 3490661"/>
              <a:gd name="connsiteY0-184" fmla="*/ 3082645 h 3082645"/>
              <a:gd name="connsiteX1-185" fmla="*/ 2525075 w 3490661"/>
              <a:gd name="connsiteY1-186" fmla="*/ 3082645 h 3082645"/>
              <a:gd name="connsiteX2-187" fmla="*/ 2679028 w 3490661"/>
              <a:gd name="connsiteY2-188" fmla="*/ 2993745 h 3082645"/>
              <a:gd name="connsiteX3-189" fmla="*/ 3466261 w 3490661"/>
              <a:gd name="connsiteY3-190" fmla="*/ 1630209 h 3082645"/>
              <a:gd name="connsiteX4-191" fmla="*/ 3466254 w 3490661"/>
              <a:gd name="connsiteY4-192" fmla="*/ 1452423 h 3082645"/>
              <a:gd name="connsiteX5-193" fmla="*/ 2679021 w 3490661"/>
              <a:gd name="connsiteY5-194" fmla="*/ 88887 h 3082645"/>
              <a:gd name="connsiteX6-195" fmla="*/ 2525051 w 3490661"/>
              <a:gd name="connsiteY6-196" fmla="*/ 0 h 3082645"/>
              <a:gd name="connsiteX7-197" fmla="*/ 950576 w 3490661"/>
              <a:gd name="connsiteY7-198" fmla="*/ 0 h 3082645"/>
              <a:gd name="connsiteX8-199" fmla="*/ 796623 w 3490661"/>
              <a:gd name="connsiteY8-200" fmla="*/ 88900 h 3082645"/>
              <a:gd name="connsiteX9-201" fmla="*/ 9390 w 3490661"/>
              <a:gd name="connsiteY9-202" fmla="*/ 1452436 h 3082645"/>
              <a:gd name="connsiteX10-203" fmla="*/ 9398 w 3490661"/>
              <a:gd name="connsiteY10-204" fmla="*/ 1630223 h 3082645"/>
              <a:gd name="connsiteX11-205" fmla="*/ 796631 w 3490661"/>
              <a:gd name="connsiteY11-206" fmla="*/ 2993759 h 3082645"/>
              <a:gd name="connsiteX12-207" fmla="*/ 950601 w 3490661"/>
              <a:gd name="connsiteY12-208" fmla="*/ 3082645 h 3082645"/>
              <a:gd name="connsiteX0-209" fmla="*/ 950601 w 3490661"/>
              <a:gd name="connsiteY0-210" fmla="*/ 3082645 h 3082645"/>
              <a:gd name="connsiteX1-211" fmla="*/ 2525075 w 3490661"/>
              <a:gd name="connsiteY1-212" fmla="*/ 3082645 h 3082645"/>
              <a:gd name="connsiteX2-213" fmla="*/ 2679028 w 3490661"/>
              <a:gd name="connsiteY2-214" fmla="*/ 2993745 h 3082645"/>
              <a:gd name="connsiteX3-215" fmla="*/ 3466261 w 3490661"/>
              <a:gd name="connsiteY3-216" fmla="*/ 1630209 h 3082645"/>
              <a:gd name="connsiteX4-217" fmla="*/ 3466254 w 3490661"/>
              <a:gd name="connsiteY4-218" fmla="*/ 1452423 h 3082645"/>
              <a:gd name="connsiteX5-219" fmla="*/ 2679021 w 3490661"/>
              <a:gd name="connsiteY5-220" fmla="*/ 88887 h 3082645"/>
              <a:gd name="connsiteX6-221" fmla="*/ 2525051 w 3490661"/>
              <a:gd name="connsiteY6-222" fmla="*/ 0 h 3082645"/>
              <a:gd name="connsiteX7-223" fmla="*/ 950576 w 3490661"/>
              <a:gd name="connsiteY7-224" fmla="*/ 0 h 3082645"/>
              <a:gd name="connsiteX8-225" fmla="*/ 796623 w 3490661"/>
              <a:gd name="connsiteY8-226" fmla="*/ 88900 h 3082645"/>
              <a:gd name="connsiteX9-227" fmla="*/ 9390 w 3490661"/>
              <a:gd name="connsiteY9-228" fmla="*/ 1452436 h 3082645"/>
              <a:gd name="connsiteX10-229" fmla="*/ 9398 w 3490661"/>
              <a:gd name="connsiteY10-230" fmla="*/ 1630223 h 3082645"/>
              <a:gd name="connsiteX11-231" fmla="*/ 796631 w 3490661"/>
              <a:gd name="connsiteY11-232" fmla="*/ 2993759 h 3082645"/>
              <a:gd name="connsiteX12-233" fmla="*/ 950601 w 3490661"/>
              <a:gd name="connsiteY12-234" fmla="*/ 3082645 h 3082645"/>
              <a:gd name="connsiteX0-235" fmla="*/ 950601 w 3490661"/>
              <a:gd name="connsiteY0-236" fmla="*/ 3082645 h 3082645"/>
              <a:gd name="connsiteX1-237" fmla="*/ 2525075 w 3490661"/>
              <a:gd name="connsiteY1-238" fmla="*/ 3082645 h 3082645"/>
              <a:gd name="connsiteX2-239" fmla="*/ 2679028 w 3490661"/>
              <a:gd name="connsiteY2-240" fmla="*/ 2993745 h 3082645"/>
              <a:gd name="connsiteX3-241" fmla="*/ 3466261 w 3490661"/>
              <a:gd name="connsiteY3-242" fmla="*/ 1630209 h 3082645"/>
              <a:gd name="connsiteX4-243" fmla="*/ 3466254 w 3490661"/>
              <a:gd name="connsiteY4-244" fmla="*/ 1452423 h 3082645"/>
              <a:gd name="connsiteX5-245" fmla="*/ 2679021 w 3490661"/>
              <a:gd name="connsiteY5-246" fmla="*/ 88887 h 3082645"/>
              <a:gd name="connsiteX6-247" fmla="*/ 2525051 w 3490661"/>
              <a:gd name="connsiteY6-248" fmla="*/ 0 h 3082645"/>
              <a:gd name="connsiteX7-249" fmla="*/ 950576 w 3490661"/>
              <a:gd name="connsiteY7-250" fmla="*/ 0 h 3082645"/>
              <a:gd name="connsiteX8-251" fmla="*/ 796623 w 3490661"/>
              <a:gd name="connsiteY8-252" fmla="*/ 88900 h 3082645"/>
              <a:gd name="connsiteX9-253" fmla="*/ 9390 w 3490661"/>
              <a:gd name="connsiteY9-254" fmla="*/ 1452436 h 3082645"/>
              <a:gd name="connsiteX10-255" fmla="*/ 9398 w 3490661"/>
              <a:gd name="connsiteY10-256" fmla="*/ 1630223 h 3082645"/>
              <a:gd name="connsiteX11-257" fmla="*/ 796631 w 3490661"/>
              <a:gd name="connsiteY11-258" fmla="*/ 2993759 h 3082645"/>
              <a:gd name="connsiteX12-259" fmla="*/ 950601 w 3490661"/>
              <a:gd name="connsiteY12-260" fmla="*/ 3082645 h 3082645"/>
              <a:gd name="connsiteX0-261" fmla="*/ 950601 w 3490661"/>
              <a:gd name="connsiteY0-262" fmla="*/ 3082645 h 3082645"/>
              <a:gd name="connsiteX1-263" fmla="*/ 2525075 w 3490661"/>
              <a:gd name="connsiteY1-264" fmla="*/ 3082645 h 3082645"/>
              <a:gd name="connsiteX2-265" fmla="*/ 2679028 w 3490661"/>
              <a:gd name="connsiteY2-266" fmla="*/ 2993745 h 3082645"/>
              <a:gd name="connsiteX3-267" fmla="*/ 3466261 w 3490661"/>
              <a:gd name="connsiteY3-268" fmla="*/ 1630209 h 3082645"/>
              <a:gd name="connsiteX4-269" fmla="*/ 3466254 w 3490661"/>
              <a:gd name="connsiteY4-270" fmla="*/ 1452423 h 3082645"/>
              <a:gd name="connsiteX5-271" fmla="*/ 2679021 w 3490661"/>
              <a:gd name="connsiteY5-272" fmla="*/ 88887 h 3082645"/>
              <a:gd name="connsiteX6-273" fmla="*/ 2525051 w 3490661"/>
              <a:gd name="connsiteY6-274" fmla="*/ 0 h 3082645"/>
              <a:gd name="connsiteX7-275" fmla="*/ 950576 w 3490661"/>
              <a:gd name="connsiteY7-276" fmla="*/ 0 h 3082645"/>
              <a:gd name="connsiteX8-277" fmla="*/ 796623 w 3490661"/>
              <a:gd name="connsiteY8-278" fmla="*/ 88900 h 3082645"/>
              <a:gd name="connsiteX9-279" fmla="*/ 9390 w 3490661"/>
              <a:gd name="connsiteY9-280" fmla="*/ 1452436 h 3082645"/>
              <a:gd name="connsiteX10-281" fmla="*/ 9398 w 3490661"/>
              <a:gd name="connsiteY10-282" fmla="*/ 1630223 h 3082645"/>
              <a:gd name="connsiteX11-283" fmla="*/ 796631 w 3490661"/>
              <a:gd name="connsiteY11-284" fmla="*/ 2993759 h 3082645"/>
              <a:gd name="connsiteX12-285" fmla="*/ 950601 w 3490661"/>
              <a:gd name="connsiteY12-286" fmla="*/ 3082645 h 3082645"/>
              <a:gd name="connsiteX0-287" fmla="*/ 950601 w 3490661"/>
              <a:gd name="connsiteY0-288" fmla="*/ 3082645 h 3082645"/>
              <a:gd name="connsiteX1-289" fmla="*/ 2525075 w 3490661"/>
              <a:gd name="connsiteY1-290" fmla="*/ 3082645 h 3082645"/>
              <a:gd name="connsiteX2-291" fmla="*/ 2679028 w 3490661"/>
              <a:gd name="connsiteY2-292" fmla="*/ 2993745 h 3082645"/>
              <a:gd name="connsiteX3-293" fmla="*/ 3466261 w 3490661"/>
              <a:gd name="connsiteY3-294" fmla="*/ 1630209 h 3082645"/>
              <a:gd name="connsiteX4-295" fmla="*/ 3466254 w 3490661"/>
              <a:gd name="connsiteY4-296" fmla="*/ 1452423 h 3082645"/>
              <a:gd name="connsiteX5-297" fmla="*/ 2679021 w 3490661"/>
              <a:gd name="connsiteY5-298" fmla="*/ 88887 h 3082645"/>
              <a:gd name="connsiteX6-299" fmla="*/ 2525051 w 3490661"/>
              <a:gd name="connsiteY6-300" fmla="*/ 0 h 3082645"/>
              <a:gd name="connsiteX7-301" fmla="*/ 950576 w 3490661"/>
              <a:gd name="connsiteY7-302" fmla="*/ 0 h 3082645"/>
              <a:gd name="connsiteX8-303" fmla="*/ 796623 w 3490661"/>
              <a:gd name="connsiteY8-304" fmla="*/ 88900 h 3082645"/>
              <a:gd name="connsiteX9-305" fmla="*/ 9390 w 3490661"/>
              <a:gd name="connsiteY9-306" fmla="*/ 1452436 h 3082645"/>
              <a:gd name="connsiteX10-307" fmla="*/ 9398 w 3490661"/>
              <a:gd name="connsiteY10-308" fmla="*/ 1630223 h 3082645"/>
              <a:gd name="connsiteX11-309" fmla="*/ 796631 w 3490661"/>
              <a:gd name="connsiteY11-310" fmla="*/ 2993759 h 3082645"/>
              <a:gd name="connsiteX12-311" fmla="*/ 950601 w 3490661"/>
              <a:gd name="connsiteY12-312" fmla="*/ 3082645 h 3082645"/>
              <a:gd name="connsiteX0-313" fmla="*/ 950601 w 3490661"/>
              <a:gd name="connsiteY0-314" fmla="*/ 3082645 h 3082645"/>
              <a:gd name="connsiteX1-315" fmla="*/ 2525075 w 3490661"/>
              <a:gd name="connsiteY1-316" fmla="*/ 3082645 h 3082645"/>
              <a:gd name="connsiteX2-317" fmla="*/ 2679028 w 3490661"/>
              <a:gd name="connsiteY2-318" fmla="*/ 2993745 h 3082645"/>
              <a:gd name="connsiteX3-319" fmla="*/ 3466261 w 3490661"/>
              <a:gd name="connsiteY3-320" fmla="*/ 1630209 h 3082645"/>
              <a:gd name="connsiteX4-321" fmla="*/ 3466254 w 3490661"/>
              <a:gd name="connsiteY4-322" fmla="*/ 1452423 h 3082645"/>
              <a:gd name="connsiteX5-323" fmla="*/ 2679021 w 3490661"/>
              <a:gd name="connsiteY5-324" fmla="*/ 88887 h 3082645"/>
              <a:gd name="connsiteX6-325" fmla="*/ 2525051 w 3490661"/>
              <a:gd name="connsiteY6-326" fmla="*/ 0 h 3082645"/>
              <a:gd name="connsiteX7-327" fmla="*/ 950576 w 3490661"/>
              <a:gd name="connsiteY7-328" fmla="*/ 0 h 3082645"/>
              <a:gd name="connsiteX8-329" fmla="*/ 796623 w 3490661"/>
              <a:gd name="connsiteY8-330" fmla="*/ 88900 h 3082645"/>
              <a:gd name="connsiteX9-331" fmla="*/ 9390 w 3490661"/>
              <a:gd name="connsiteY9-332" fmla="*/ 1452436 h 3082645"/>
              <a:gd name="connsiteX10-333" fmla="*/ 9398 w 3490661"/>
              <a:gd name="connsiteY10-334" fmla="*/ 1630223 h 3082645"/>
              <a:gd name="connsiteX11-335" fmla="*/ 796631 w 3490661"/>
              <a:gd name="connsiteY11-336" fmla="*/ 2993759 h 3082645"/>
              <a:gd name="connsiteX12-337" fmla="*/ 950601 w 3490661"/>
              <a:gd name="connsiteY12-338" fmla="*/ 3082645 h 3082645"/>
              <a:gd name="connsiteX0-339" fmla="*/ 950601 w 3490661"/>
              <a:gd name="connsiteY0-340" fmla="*/ 3082645 h 3082645"/>
              <a:gd name="connsiteX1-341" fmla="*/ 2525075 w 3490661"/>
              <a:gd name="connsiteY1-342" fmla="*/ 3082645 h 3082645"/>
              <a:gd name="connsiteX2-343" fmla="*/ 2679028 w 3490661"/>
              <a:gd name="connsiteY2-344" fmla="*/ 2993745 h 3082645"/>
              <a:gd name="connsiteX3-345" fmla="*/ 3466261 w 3490661"/>
              <a:gd name="connsiteY3-346" fmla="*/ 1630209 h 3082645"/>
              <a:gd name="connsiteX4-347" fmla="*/ 3466254 w 3490661"/>
              <a:gd name="connsiteY4-348" fmla="*/ 1452423 h 3082645"/>
              <a:gd name="connsiteX5-349" fmla="*/ 2679021 w 3490661"/>
              <a:gd name="connsiteY5-350" fmla="*/ 88887 h 3082645"/>
              <a:gd name="connsiteX6-351" fmla="*/ 2525051 w 3490661"/>
              <a:gd name="connsiteY6-352" fmla="*/ 0 h 3082645"/>
              <a:gd name="connsiteX7-353" fmla="*/ 950576 w 3490661"/>
              <a:gd name="connsiteY7-354" fmla="*/ 0 h 3082645"/>
              <a:gd name="connsiteX8-355" fmla="*/ 796623 w 3490661"/>
              <a:gd name="connsiteY8-356" fmla="*/ 88900 h 3082645"/>
              <a:gd name="connsiteX9-357" fmla="*/ 9390 w 3490661"/>
              <a:gd name="connsiteY9-358" fmla="*/ 1452436 h 3082645"/>
              <a:gd name="connsiteX10-359" fmla="*/ 9398 w 3490661"/>
              <a:gd name="connsiteY10-360" fmla="*/ 1630223 h 3082645"/>
              <a:gd name="connsiteX11-361" fmla="*/ 796631 w 3490661"/>
              <a:gd name="connsiteY11-362" fmla="*/ 2993759 h 3082645"/>
              <a:gd name="connsiteX12-363" fmla="*/ 950601 w 3490661"/>
              <a:gd name="connsiteY12-364" fmla="*/ 3082645 h 3082645"/>
              <a:gd name="connsiteX0-365" fmla="*/ 950601 w 3490661"/>
              <a:gd name="connsiteY0-366" fmla="*/ 3082645 h 3082645"/>
              <a:gd name="connsiteX1-367" fmla="*/ 2525075 w 3490661"/>
              <a:gd name="connsiteY1-368" fmla="*/ 3082645 h 3082645"/>
              <a:gd name="connsiteX2-369" fmla="*/ 2679028 w 3490661"/>
              <a:gd name="connsiteY2-370" fmla="*/ 2993745 h 3082645"/>
              <a:gd name="connsiteX3-371" fmla="*/ 3466261 w 3490661"/>
              <a:gd name="connsiteY3-372" fmla="*/ 1630209 h 3082645"/>
              <a:gd name="connsiteX4-373" fmla="*/ 3466254 w 3490661"/>
              <a:gd name="connsiteY4-374" fmla="*/ 1452423 h 3082645"/>
              <a:gd name="connsiteX5-375" fmla="*/ 2679021 w 3490661"/>
              <a:gd name="connsiteY5-376" fmla="*/ 88887 h 3082645"/>
              <a:gd name="connsiteX6-377" fmla="*/ 2525051 w 3490661"/>
              <a:gd name="connsiteY6-378" fmla="*/ 0 h 3082645"/>
              <a:gd name="connsiteX7-379" fmla="*/ 950576 w 3490661"/>
              <a:gd name="connsiteY7-380" fmla="*/ 0 h 3082645"/>
              <a:gd name="connsiteX8-381" fmla="*/ 796623 w 3490661"/>
              <a:gd name="connsiteY8-382" fmla="*/ 88900 h 3082645"/>
              <a:gd name="connsiteX9-383" fmla="*/ 9390 w 3490661"/>
              <a:gd name="connsiteY9-384" fmla="*/ 1452436 h 3082645"/>
              <a:gd name="connsiteX10-385" fmla="*/ 9398 w 3490661"/>
              <a:gd name="connsiteY10-386" fmla="*/ 1630223 h 3082645"/>
              <a:gd name="connsiteX11-387" fmla="*/ 796631 w 3490661"/>
              <a:gd name="connsiteY11-388" fmla="*/ 2993759 h 3082645"/>
              <a:gd name="connsiteX12-389" fmla="*/ 950601 w 3490661"/>
              <a:gd name="connsiteY12-390" fmla="*/ 3082645 h 3082645"/>
              <a:gd name="connsiteX0-391" fmla="*/ 950601 w 3490661"/>
              <a:gd name="connsiteY0-392" fmla="*/ 3082645 h 3082645"/>
              <a:gd name="connsiteX1-393" fmla="*/ 2525075 w 3490661"/>
              <a:gd name="connsiteY1-394" fmla="*/ 3082645 h 3082645"/>
              <a:gd name="connsiteX2-395" fmla="*/ 2679028 w 3490661"/>
              <a:gd name="connsiteY2-396" fmla="*/ 2993745 h 3082645"/>
              <a:gd name="connsiteX3-397" fmla="*/ 3466261 w 3490661"/>
              <a:gd name="connsiteY3-398" fmla="*/ 1630209 h 3082645"/>
              <a:gd name="connsiteX4-399" fmla="*/ 3466254 w 3490661"/>
              <a:gd name="connsiteY4-400" fmla="*/ 1452423 h 3082645"/>
              <a:gd name="connsiteX5-401" fmla="*/ 2679021 w 3490661"/>
              <a:gd name="connsiteY5-402" fmla="*/ 88887 h 3082645"/>
              <a:gd name="connsiteX6-403" fmla="*/ 2525051 w 3490661"/>
              <a:gd name="connsiteY6-404" fmla="*/ 0 h 3082645"/>
              <a:gd name="connsiteX7-405" fmla="*/ 950576 w 3490661"/>
              <a:gd name="connsiteY7-406" fmla="*/ 0 h 3082645"/>
              <a:gd name="connsiteX8-407" fmla="*/ 796623 w 3490661"/>
              <a:gd name="connsiteY8-408" fmla="*/ 88900 h 3082645"/>
              <a:gd name="connsiteX9-409" fmla="*/ 9390 w 3490661"/>
              <a:gd name="connsiteY9-410" fmla="*/ 1452436 h 3082645"/>
              <a:gd name="connsiteX10-411" fmla="*/ 9398 w 3490661"/>
              <a:gd name="connsiteY10-412" fmla="*/ 1630223 h 3082645"/>
              <a:gd name="connsiteX11-413" fmla="*/ 796631 w 3490661"/>
              <a:gd name="connsiteY11-414" fmla="*/ 2993759 h 3082645"/>
              <a:gd name="connsiteX12-415" fmla="*/ 950601 w 3490661"/>
              <a:gd name="connsiteY12-416" fmla="*/ 3082645 h 3082645"/>
              <a:gd name="connsiteX0-417" fmla="*/ 950601 w 3490661"/>
              <a:gd name="connsiteY0-418" fmla="*/ 3082645 h 3082645"/>
              <a:gd name="connsiteX1-419" fmla="*/ 2525075 w 3490661"/>
              <a:gd name="connsiteY1-420" fmla="*/ 3082645 h 3082645"/>
              <a:gd name="connsiteX2-421" fmla="*/ 2679028 w 3490661"/>
              <a:gd name="connsiteY2-422" fmla="*/ 2993745 h 3082645"/>
              <a:gd name="connsiteX3-423" fmla="*/ 3466261 w 3490661"/>
              <a:gd name="connsiteY3-424" fmla="*/ 1630209 h 3082645"/>
              <a:gd name="connsiteX4-425" fmla="*/ 3466254 w 3490661"/>
              <a:gd name="connsiteY4-426" fmla="*/ 1452423 h 3082645"/>
              <a:gd name="connsiteX5-427" fmla="*/ 2679021 w 3490661"/>
              <a:gd name="connsiteY5-428" fmla="*/ 88887 h 3082645"/>
              <a:gd name="connsiteX6-429" fmla="*/ 2525051 w 3490661"/>
              <a:gd name="connsiteY6-430" fmla="*/ 0 h 3082645"/>
              <a:gd name="connsiteX7-431" fmla="*/ 950576 w 3490661"/>
              <a:gd name="connsiteY7-432" fmla="*/ 0 h 3082645"/>
              <a:gd name="connsiteX8-433" fmla="*/ 796623 w 3490661"/>
              <a:gd name="connsiteY8-434" fmla="*/ 88900 h 3082645"/>
              <a:gd name="connsiteX9-435" fmla="*/ 9390 w 3490661"/>
              <a:gd name="connsiteY9-436" fmla="*/ 1452436 h 3082645"/>
              <a:gd name="connsiteX10-437" fmla="*/ 9398 w 3490661"/>
              <a:gd name="connsiteY10-438" fmla="*/ 1630223 h 3082645"/>
              <a:gd name="connsiteX11-439" fmla="*/ 796631 w 3490661"/>
              <a:gd name="connsiteY11-440" fmla="*/ 2993759 h 3082645"/>
              <a:gd name="connsiteX12-441" fmla="*/ 950601 w 3490661"/>
              <a:gd name="connsiteY12-442" fmla="*/ 3082645 h 3082645"/>
              <a:gd name="connsiteX0-443" fmla="*/ 950603 w 3490663"/>
              <a:gd name="connsiteY0-444" fmla="*/ 3082645 h 3082645"/>
              <a:gd name="connsiteX1-445" fmla="*/ 2525077 w 3490663"/>
              <a:gd name="connsiteY1-446" fmla="*/ 3082645 h 3082645"/>
              <a:gd name="connsiteX2-447" fmla="*/ 2679030 w 3490663"/>
              <a:gd name="connsiteY2-448" fmla="*/ 2993745 h 3082645"/>
              <a:gd name="connsiteX3-449" fmla="*/ 3466263 w 3490663"/>
              <a:gd name="connsiteY3-450" fmla="*/ 1630209 h 3082645"/>
              <a:gd name="connsiteX4-451" fmla="*/ 3466256 w 3490663"/>
              <a:gd name="connsiteY4-452" fmla="*/ 1452423 h 3082645"/>
              <a:gd name="connsiteX5-453" fmla="*/ 2679023 w 3490663"/>
              <a:gd name="connsiteY5-454" fmla="*/ 88887 h 3082645"/>
              <a:gd name="connsiteX6-455" fmla="*/ 2525053 w 3490663"/>
              <a:gd name="connsiteY6-456" fmla="*/ 0 h 3082645"/>
              <a:gd name="connsiteX7-457" fmla="*/ 950578 w 3490663"/>
              <a:gd name="connsiteY7-458" fmla="*/ 0 h 3082645"/>
              <a:gd name="connsiteX8-459" fmla="*/ 796625 w 3490663"/>
              <a:gd name="connsiteY8-460" fmla="*/ 88900 h 3082645"/>
              <a:gd name="connsiteX9-461" fmla="*/ 9392 w 3490663"/>
              <a:gd name="connsiteY9-462" fmla="*/ 1452436 h 3082645"/>
              <a:gd name="connsiteX10-463" fmla="*/ 9400 w 3490663"/>
              <a:gd name="connsiteY10-464" fmla="*/ 1630223 h 3082645"/>
              <a:gd name="connsiteX11-465" fmla="*/ 796633 w 3490663"/>
              <a:gd name="connsiteY11-466" fmla="*/ 2993759 h 3082645"/>
              <a:gd name="connsiteX12-467" fmla="*/ 950603 w 3490663"/>
              <a:gd name="connsiteY12-468" fmla="*/ 3082645 h 3082645"/>
              <a:gd name="connsiteX0-469" fmla="*/ 965611 w 3505671"/>
              <a:gd name="connsiteY0-470" fmla="*/ 3082645 h 3082645"/>
              <a:gd name="connsiteX1-471" fmla="*/ 2540085 w 3505671"/>
              <a:gd name="connsiteY1-472" fmla="*/ 3082645 h 3082645"/>
              <a:gd name="connsiteX2-473" fmla="*/ 2694038 w 3505671"/>
              <a:gd name="connsiteY2-474" fmla="*/ 2993745 h 3082645"/>
              <a:gd name="connsiteX3-475" fmla="*/ 3481271 w 3505671"/>
              <a:gd name="connsiteY3-476" fmla="*/ 1630209 h 3082645"/>
              <a:gd name="connsiteX4-477" fmla="*/ 3481264 w 3505671"/>
              <a:gd name="connsiteY4-478" fmla="*/ 1452423 h 3082645"/>
              <a:gd name="connsiteX5-479" fmla="*/ 2694031 w 3505671"/>
              <a:gd name="connsiteY5-480" fmla="*/ 88887 h 3082645"/>
              <a:gd name="connsiteX6-481" fmla="*/ 2540061 w 3505671"/>
              <a:gd name="connsiteY6-482" fmla="*/ 0 h 3082645"/>
              <a:gd name="connsiteX7-483" fmla="*/ 965586 w 3505671"/>
              <a:gd name="connsiteY7-484" fmla="*/ 0 h 3082645"/>
              <a:gd name="connsiteX8-485" fmla="*/ 811633 w 3505671"/>
              <a:gd name="connsiteY8-486" fmla="*/ 88900 h 3082645"/>
              <a:gd name="connsiteX9-487" fmla="*/ 24400 w 3505671"/>
              <a:gd name="connsiteY9-488" fmla="*/ 1452436 h 3082645"/>
              <a:gd name="connsiteX10-489" fmla="*/ 24408 w 3505671"/>
              <a:gd name="connsiteY10-490" fmla="*/ 1630223 h 3082645"/>
              <a:gd name="connsiteX11-491" fmla="*/ 811641 w 3505671"/>
              <a:gd name="connsiteY11-492" fmla="*/ 2993759 h 3082645"/>
              <a:gd name="connsiteX12-493" fmla="*/ 965611 w 3505671"/>
              <a:gd name="connsiteY12-494" fmla="*/ 3082645 h 3082645"/>
              <a:gd name="connsiteX0-495" fmla="*/ 965611 w 3505671"/>
              <a:gd name="connsiteY0-496" fmla="*/ 3082645 h 3082645"/>
              <a:gd name="connsiteX1-497" fmla="*/ 2540085 w 3505671"/>
              <a:gd name="connsiteY1-498" fmla="*/ 3082645 h 3082645"/>
              <a:gd name="connsiteX2-499" fmla="*/ 2694038 w 3505671"/>
              <a:gd name="connsiteY2-500" fmla="*/ 2993745 h 3082645"/>
              <a:gd name="connsiteX3-501" fmla="*/ 3481271 w 3505671"/>
              <a:gd name="connsiteY3-502" fmla="*/ 1630209 h 3082645"/>
              <a:gd name="connsiteX4-503" fmla="*/ 3481264 w 3505671"/>
              <a:gd name="connsiteY4-504" fmla="*/ 1452423 h 3082645"/>
              <a:gd name="connsiteX5-505" fmla="*/ 2694031 w 3505671"/>
              <a:gd name="connsiteY5-506" fmla="*/ 88887 h 3082645"/>
              <a:gd name="connsiteX6-507" fmla="*/ 2540061 w 3505671"/>
              <a:gd name="connsiteY6-508" fmla="*/ 0 h 3082645"/>
              <a:gd name="connsiteX7-509" fmla="*/ 965586 w 3505671"/>
              <a:gd name="connsiteY7-510" fmla="*/ 0 h 3082645"/>
              <a:gd name="connsiteX8-511" fmla="*/ 811633 w 3505671"/>
              <a:gd name="connsiteY8-512" fmla="*/ 88900 h 3082645"/>
              <a:gd name="connsiteX9-513" fmla="*/ 24400 w 3505671"/>
              <a:gd name="connsiteY9-514" fmla="*/ 1452436 h 3082645"/>
              <a:gd name="connsiteX10-515" fmla="*/ 24408 w 3505671"/>
              <a:gd name="connsiteY10-516" fmla="*/ 1630223 h 3082645"/>
              <a:gd name="connsiteX11-517" fmla="*/ 811641 w 3505671"/>
              <a:gd name="connsiteY11-518" fmla="*/ 2993759 h 3082645"/>
              <a:gd name="connsiteX12-519" fmla="*/ 965611 w 3505671"/>
              <a:gd name="connsiteY12-520" fmla="*/ 3082645 h 3082645"/>
              <a:gd name="connsiteX0-521" fmla="*/ 965611 w 3505671"/>
              <a:gd name="connsiteY0-522" fmla="*/ 3082645 h 3082645"/>
              <a:gd name="connsiteX1-523" fmla="*/ 2540085 w 3505671"/>
              <a:gd name="connsiteY1-524" fmla="*/ 3082645 h 3082645"/>
              <a:gd name="connsiteX2-525" fmla="*/ 2694038 w 3505671"/>
              <a:gd name="connsiteY2-526" fmla="*/ 2993745 h 3082645"/>
              <a:gd name="connsiteX3-527" fmla="*/ 3481271 w 3505671"/>
              <a:gd name="connsiteY3-528" fmla="*/ 1630209 h 3082645"/>
              <a:gd name="connsiteX4-529" fmla="*/ 3481264 w 3505671"/>
              <a:gd name="connsiteY4-530" fmla="*/ 1452423 h 3082645"/>
              <a:gd name="connsiteX5-531" fmla="*/ 2694031 w 3505671"/>
              <a:gd name="connsiteY5-532" fmla="*/ 88887 h 3082645"/>
              <a:gd name="connsiteX6-533" fmla="*/ 2540061 w 3505671"/>
              <a:gd name="connsiteY6-534" fmla="*/ 0 h 3082645"/>
              <a:gd name="connsiteX7-535" fmla="*/ 965586 w 3505671"/>
              <a:gd name="connsiteY7-536" fmla="*/ 0 h 3082645"/>
              <a:gd name="connsiteX8-537" fmla="*/ 811633 w 3505671"/>
              <a:gd name="connsiteY8-538" fmla="*/ 88900 h 3082645"/>
              <a:gd name="connsiteX9-539" fmla="*/ 24400 w 3505671"/>
              <a:gd name="connsiteY9-540" fmla="*/ 1452436 h 3082645"/>
              <a:gd name="connsiteX10-541" fmla="*/ 24408 w 3505671"/>
              <a:gd name="connsiteY10-542" fmla="*/ 1630223 h 3082645"/>
              <a:gd name="connsiteX11-543" fmla="*/ 811641 w 3505671"/>
              <a:gd name="connsiteY11-544" fmla="*/ 2993759 h 3082645"/>
              <a:gd name="connsiteX12-545" fmla="*/ 965611 w 3505671"/>
              <a:gd name="connsiteY12-546" fmla="*/ 3082645 h 3082645"/>
              <a:gd name="connsiteX0-547" fmla="*/ 965611 w 3505671"/>
              <a:gd name="connsiteY0-548" fmla="*/ 3082645 h 3082645"/>
              <a:gd name="connsiteX1-549" fmla="*/ 2540085 w 3505671"/>
              <a:gd name="connsiteY1-550" fmla="*/ 3082645 h 3082645"/>
              <a:gd name="connsiteX2-551" fmla="*/ 2694038 w 3505671"/>
              <a:gd name="connsiteY2-552" fmla="*/ 2993745 h 3082645"/>
              <a:gd name="connsiteX3-553" fmla="*/ 3481271 w 3505671"/>
              <a:gd name="connsiteY3-554" fmla="*/ 1630209 h 3082645"/>
              <a:gd name="connsiteX4-555" fmla="*/ 3481264 w 3505671"/>
              <a:gd name="connsiteY4-556" fmla="*/ 1452423 h 3082645"/>
              <a:gd name="connsiteX5-557" fmla="*/ 2694031 w 3505671"/>
              <a:gd name="connsiteY5-558" fmla="*/ 88887 h 3082645"/>
              <a:gd name="connsiteX6-559" fmla="*/ 2540061 w 3505671"/>
              <a:gd name="connsiteY6-560" fmla="*/ 0 h 3082645"/>
              <a:gd name="connsiteX7-561" fmla="*/ 965586 w 3505671"/>
              <a:gd name="connsiteY7-562" fmla="*/ 0 h 3082645"/>
              <a:gd name="connsiteX8-563" fmla="*/ 811633 w 3505671"/>
              <a:gd name="connsiteY8-564" fmla="*/ 88900 h 3082645"/>
              <a:gd name="connsiteX9-565" fmla="*/ 24400 w 3505671"/>
              <a:gd name="connsiteY9-566" fmla="*/ 1452436 h 3082645"/>
              <a:gd name="connsiteX10-567" fmla="*/ 24408 w 3505671"/>
              <a:gd name="connsiteY10-568" fmla="*/ 1630223 h 3082645"/>
              <a:gd name="connsiteX11-569" fmla="*/ 811641 w 3505671"/>
              <a:gd name="connsiteY11-570" fmla="*/ 2993759 h 3082645"/>
              <a:gd name="connsiteX12-571" fmla="*/ 965611 w 3505671"/>
              <a:gd name="connsiteY12-572" fmla="*/ 3082645 h 30826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05671" h="3082645">
                <a:moveTo>
                  <a:pt x="965611" y="3082645"/>
                </a:moveTo>
                <a:cubicBezTo>
                  <a:pt x="1030690" y="3082645"/>
                  <a:pt x="2475006" y="3082646"/>
                  <a:pt x="2540085" y="3082645"/>
                </a:cubicBezTo>
                <a:cubicBezTo>
                  <a:pt x="2605164" y="3082646"/>
                  <a:pt x="2661499" y="3050107"/>
                  <a:pt x="2694038" y="2993745"/>
                </a:cubicBezTo>
                <a:cubicBezTo>
                  <a:pt x="2726578" y="2937386"/>
                  <a:pt x="3448731" y="1686570"/>
                  <a:pt x="3481271" y="1630209"/>
                </a:cubicBezTo>
                <a:cubicBezTo>
                  <a:pt x="3513810" y="1573850"/>
                  <a:pt x="3513803" y="1508784"/>
                  <a:pt x="3481264" y="1452423"/>
                </a:cubicBezTo>
                <a:cubicBezTo>
                  <a:pt x="3448724" y="1396064"/>
                  <a:pt x="2726570" y="145248"/>
                  <a:pt x="2694031" y="88887"/>
                </a:cubicBezTo>
                <a:cubicBezTo>
                  <a:pt x="2661492" y="32528"/>
                  <a:pt x="2605139" y="1"/>
                  <a:pt x="2540061" y="0"/>
                </a:cubicBezTo>
                <a:cubicBezTo>
                  <a:pt x="2474982" y="1"/>
                  <a:pt x="1030665" y="1"/>
                  <a:pt x="965586" y="0"/>
                </a:cubicBezTo>
                <a:cubicBezTo>
                  <a:pt x="900507" y="1"/>
                  <a:pt x="844173" y="32540"/>
                  <a:pt x="811633" y="88900"/>
                </a:cubicBezTo>
                <a:cubicBezTo>
                  <a:pt x="779094" y="145261"/>
                  <a:pt x="56940" y="1396077"/>
                  <a:pt x="24400" y="1452436"/>
                </a:cubicBezTo>
                <a:cubicBezTo>
                  <a:pt x="-8139" y="1508797"/>
                  <a:pt x="-8132" y="1573863"/>
                  <a:pt x="24408" y="1630223"/>
                </a:cubicBezTo>
                <a:cubicBezTo>
                  <a:pt x="56947" y="1686584"/>
                  <a:pt x="779101" y="2937400"/>
                  <a:pt x="811641" y="2993759"/>
                </a:cubicBezTo>
                <a:cubicBezTo>
                  <a:pt x="844180" y="3050120"/>
                  <a:pt x="900532" y="3082645"/>
                  <a:pt x="965611" y="3082645"/>
                </a:cubicBezTo>
                <a:close/>
              </a:path>
            </a:pathLst>
          </a:custGeom>
          <a:gradFill>
            <a:gsLst>
              <a:gs pos="100000">
                <a:schemeClr val="accent2">
                  <a:alpha val="100000"/>
                </a:schemeClr>
              </a:gs>
              <a:gs pos="0">
                <a:schemeClr val="accent2">
                  <a:lumMod val="60000"/>
                  <a:lumOff val="40000"/>
                  <a:alpha val="100000"/>
                </a:schemeClr>
              </a:gs>
            </a:gsLst>
            <a:lin ang="54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9017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600" b="1">
              <a:solidFill>
                <a:schemeClr val="lt1"/>
              </a:solidFill>
              <a:sym typeface="+mn-ea"/>
            </a:endParaRPr>
          </a:p>
        </p:txBody>
      </p:sp>
      <p:sp>
        <p:nvSpPr>
          <p:cNvPr id="26" name="任意多边形: 形状 14296"/>
          <p:cNvSpPr/>
          <p:nvPr>
            <p:custDataLst>
              <p:tags r:id="rId8"/>
            </p:custDataLst>
          </p:nvPr>
        </p:nvSpPr>
        <p:spPr>
          <a:xfrm rot="1800000">
            <a:off x="7574916" y="5230813"/>
            <a:ext cx="480060" cy="422275"/>
          </a:xfrm>
          <a:custGeom>
            <a:avLst/>
            <a:gdLst>
              <a:gd name="connsiteX0" fmla="*/ 950601 w 3475650"/>
              <a:gd name="connsiteY0" fmla="*/ 3082645 h 3082645"/>
              <a:gd name="connsiteX1" fmla="*/ 2525075 w 3475650"/>
              <a:gd name="connsiteY1" fmla="*/ 3082645 h 3082645"/>
              <a:gd name="connsiteX2" fmla="*/ 2679028 w 3475650"/>
              <a:gd name="connsiteY2" fmla="*/ 2993745 h 3082645"/>
              <a:gd name="connsiteX3" fmla="*/ 3466261 w 3475650"/>
              <a:gd name="connsiteY3" fmla="*/ 1630209 h 3082645"/>
              <a:gd name="connsiteX4" fmla="*/ 3466254 w 3475650"/>
              <a:gd name="connsiteY4" fmla="*/ 1452423 h 3082645"/>
              <a:gd name="connsiteX5" fmla="*/ 2679021 w 3475650"/>
              <a:gd name="connsiteY5" fmla="*/ 88887 h 3082645"/>
              <a:gd name="connsiteX6" fmla="*/ 2525051 w 3475650"/>
              <a:gd name="connsiteY6" fmla="*/ 0 h 3082645"/>
              <a:gd name="connsiteX7" fmla="*/ 950576 w 3475650"/>
              <a:gd name="connsiteY7" fmla="*/ 0 h 3082645"/>
              <a:gd name="connsiteX8" fmla="*/ 796623 w 3475650"/>
              <a:gd name="connsiteY8" fmla="*/ 88900 h 3082645"/>
              <a:gd name="connsiteX9" fmla="*/ 9390 w 3475650"/>
              <a:gd name="connsiteY9" fmla="*/ 1452436 h 3082645"/>
              <a:gd name="connsiteX10" fmla="*/ 9398 w 3475650"/>
              <a:gd name="connsiteY10" fmla="*/ 1630223 h 3082645"/>
              <a:gd name="connsiteX11" fmla="*/ 796631 w 3475650"/>
              <a:gd name="connsiteY11" fmla="*/ 2993759 h 3082645"/>
              <a:gd name="connsiteX12" fmla="*/ 950601 w 3475650"/>
              <a:gd name="connsiteY12" fmla="*/ 3082645 h 3082645"/>
              <a:gd name="connsiteX0-1" fmla="*/ 950601 w 3475650"/>
              <a:gd name="connsiteY0-2" fmla="*/ 3082645 h 3082645"/>
              <a:gd name="connsiteX1-3" fmla="*/ 2525075 w 3475650"/>
              <a:gd name="connsiteY1-4" fmla="*/ 3082645 h 3082645"/>
              <a:gd name="connsiteX2-5" fmla="*/ 2679028 w 3475650"/>
              <a:gd name="connsiteY2-6" fmla="*/ 2993745 h 3082645"/>
              <a:gd name="connsiteX3-7" fmla="*/ 3466261 w 3475650"/>
              <a:gd name="connsiteY3-8" fmla="*/ 1630209 h 3082645"/>
              <a:gd name="connsiteX4-9" fmla="*/ 3466254 w 3475650"/>
              <a:gd name="connsiteY4-10" fmla="*/ 1452423 h 3082645"/>
              <a:gd name="connsiteX5-11" fmla="*/ 2679021 w 3475650"/>
              <a:gd name="connsiteY5-12" fmla="*/ 88887 h 3082645"/>
              <a:gd name="connsiteX6-13" fmla="*/ 2525051 w 3475650"/>
              <a:gd name="connsiteY6-14" fmla="*/ 0 h 3082645"/>
              <a:gd name="connsiteX7-15" fmla="*/ 950576 w 3475650"/>
              <a:gd name="connsiteY7-16" fmla="*/ 0 h 3082645"/>
              <a:gd name="connsiteX8-17" fmla="*/ 796623 w 3475650"/>
              <a:gd name="connsiteY8-18" fmla="*/ 88900 h 3082645"/>
              <a:gd name="connsiteX9-19" fmla="*/ 9390 w 3475650"/>
              <a:gd name="connsiteY9-20" fmla="*/ 1452436 h 3082645"/>
              <a:gd name="connsiteX10-21" fmla="*/ 9398 w 3475650"/>
              <a:gd name="connsiteY10-22" fmla="*/ 1630223 h 3082645"/>
              <a:gd name="connsiteX11-23" fmla="*/ 796631 w 3475650"/>
              <a:gd name="connsiteY11-24" fmla="*/ 2993759 h 3082645"/>
              <a:gd name="connsiteX12-25" fmla="*/ 950601 w 3475650"/>
              <a:gd name="connsiteY12-26" fmla="*/ 3082645 h 3082645"/>
              <a:gd name="connsiteX0-27" fmla="*/ 950601 w 3475650"/>
              <a:gd name="connsiteY0-28" fmla="*/ 3082645 h 3082645"/>
              <a:gd name="connsiteX1-29" fmla="*/ 2525075 w 3475650"/>
              <a:gd name="connsiteY1-30" fmla="*/ 3082645 h 3082645"/>
              <a:gd name="connsiteX2-31" fmla="*/ 2679028 w 3475650"/>
              <a:gd name="connsiteY2-32" fmla="*/ 2993745 h 3082645"/>
              <a:gd name="connsiteX3-33" fmla="*/ 3466261 w 3475650"/>
              <a:gd name="connsiteY3-34" fmla="*/ 1630209 h 3082645"/>
              <a:gd name="connsiteX4-35" fmla="*/ 3466254 w 3475650"/>
              <a:gd name="connsiteY4-36" fmla="*/ 1452423 h 3082645"/>
              <a:gd name="connsiteX5-37" fmla="*/ 2679021 w 3475650"/>
              <a:gd name="connsiteY5-38" fmla="*/ 88887 h 3082645"/>
              <a:gd name="connsiteX6-39" fmla="*/ 2525051 w 3475650"/>
              <a:gd name="connsiteY6-40" fmla="*/ 0 h 3082645"/>
              <a:gd name="connsiteX7-41" fmla="*/ 950576 w 3475650"/>
              <a:gd name="connsiteY7-42" fmla="*/ 0 h 3082645"/>
              <a:gd name="connsiteX8-43" fmla="*/ 796623 w 3475650"/>
              <a:gd name="connsiteY8-44" fmla="*/ 88900 h 3082645"/>
              <a:gd name="connsiteX9-45" fmla="*/ 9390 w 3475650"/>
              <a:gd name="connsiteY9-46" fmla="*/ 1452436 h 3082645"/>
              <a:gd name="connsiteX10-47" fmla="*/ 9398 w 3475650"/>
              <a:gd name="connsiteY10-48" fmla="*/ 1630223 h 3082645"/>
              <a:gd name="connsiteX11-49" fmla="*/ 796631 w 3475650"/>
              <a:gd name="connsiteY11-50" fmla="*/ 2993759 h 3082645"/>
              <a:gd name="connsiteX12-51" fmla="*/ 950601 w 3475650"/>
              <a:gd name="connsiteY12-52" fmla="*/ 3082645 h 3082645"/>
              <a:gd name="connsiteX0-53" fmla="*/ 950601 w 3475650"/>
              <a:gd name="connsiteY0-54" fmla="*/ 3082645 h 3082645"/>
              <a:gd name="connsiteX1-55" fmla="*/ 2525075 w 3475650"/>
              <a:gd name="connsiteY1-56" fmla="*/ 3082645 h 3082645"/>
              <a:gd name="connsiteX2-57" fmla="*/ 2679028 w 3475650"/>
              <a:gd name="connsiteY2-58" fmla="*/ 2993745 h 3082645"/>
              <a:gd name="connsiteX3-59" fmla="*/ 3466261 w 3475650"/>
              <a:gd name="connsiteY3-60" fmla="*/ 1630209 h 3082645"/>
              <a:gd name="connsiteX4-61" fmla="*/ 3466254 w 3475650"/>
              <a:gd name="connsiteY4-62" fmla="*/ 1452423 h 3082645"/>
              <a:gd name="connsiteX5-63" fmla="*/ 2679021 w 3475650"/>
              <a:gd name="connsiteY5-64" fmla="*/ 88887 h 3082645"/>
              <a:gd name="connsiteX6-65" fmla="*/ 2525051 w 3475650"/>
              <a:gd name="connsiteY6-66" fmla="*/ 0 h 3082645"/>
              <a:gd name="connsiteX7-67" fmla="*/ 950576 w 3475650"/>
              <a:gd name="connsiteY7-68" fmla="*/ 0 h 3082645"/>
              <a:gd name="connsiteX8-69" fmla="*/ 796623 w 3475650"/>
              <a:gd name="connsiteY8-70" fmla="*/ 88900 h 3082645"/>
              <a:gd name="connsiteX9-71" fmla="*/ 9390 w 3475650"/>
              <a:gd name="connsiteY9-72" fmla="*/ 1452436 h 3082645"/>
              <a:gd name="connsiteX10-73" fmla="*/ 9398 w 3475650"/>
              <a:gd name="connsiteY10-74" fmla="*/ 1630223 h 3082645"/>
              <a:gd name="connsiteX11-75" fmla="*/ 796631 w 3475650"/>
              <a:gd name="connsiteY11-76" fmla="*/ 2993759 h 3082645"/>
              <a:gd name="connsiteX12-77" fmla="*/ 950601 w 3475650"/>
              <a:gd name="connsiteY12-78" fmla="*/ 3082645 h 3082645"/>
              <a:gd name="connsiteX0-79" fmla="*/ 950601 w 3475650"/>
              <a:gd name="connsiteY0-80" fmla="*/ 3082645 h 3082645"/>
              <a:gd name="connsiteX1-81" fmla="*/ 2525075 w 3475650"/>
              <a:gd name="connsiteY1-82" fmla="*/ 3082645 h 3082645"/>
              <a:gd name="connsiteX2-83" fmla="*/ 2679028 w 3475650"/>
              <a:gd name="connsiteY2-84" fmla="*/ 2993745 h 3082645"/>
              <a:gd name="connsiteX3-85" fmla="*/ 3466261 w 3475650"/>
              <a:gd name="connsiteY3-86" fmla="*/ 1630209 h 3082645"/>
              <a:gd name="connsiteX4-87" fmla="*/ 3466254 w 3475650"/>
              <a:gd name="connsiteY4-88" fmla="*/ 1452423 h 3082645"/>
              <a:gd name="connsiteX5-89" fmla="*/ 2679021 w 3475650"/>
              <a:gd name="connsiteY5-90" fmla="*/ 88887 h 3082645"/>
              <a:gd name="connsiteX6-91" fmla="*/ 2525051 w 3475650"/>
              <a:gd name="connsiteY6-92" fmla="*/ 0 h 3082645"/>
              <a:gd name="connsiteX7-93" fmla="*/ 950576 w 3475650"/>
              <a:gd name="connsiteY7-94" fmla="*/ 0 h 3082645"/>
              <a:gd name="connsiteX8-95" fmla="*/ 796623 w 3475650"/>
              <a:gd name="connsiteY8-96" fmla="*/ 88900 h 3082645"/>
              <a:gd name="connsiteX9-97" fmla="*/ 9390 w 3475650"/>
              <a:gd name="connsiteY9-98" fmla="*/ 1452436 h 3082645"/>
              <a:gd name="connsiteX10-99" fmla="*/ 9398 w 3475650"/>
              <a:gd name="connsiteY10-100" fmla="*/ 1630223 h 3082645"/>
              <a:gd name="connsiteX11-101" fmla="*/ 796631 w 3475650"/>
              <a:gd name="connsiteY11-102" fmla="*/ 2993759 h 3082645"/>
              <a:gd name="connsiteX12-103" fmla="*/ 950601 w 3475650"/>
              <a:gd name="connsiteY12-104" fmla="*/ 3082645 h 3082645"/>
              <a:gd name="connsiteX0-105" fmla="*/ 950601 w 3475650"/>
              <a:gd name="connsiteY0-106" fmla="*/ 3082645 h 3082645"/>
              <a:gd name="connsiteX1-107" fmla="*/ 2525075 w 3475650"/>
              <a:gd name="connsiteY1-108" fmla="*/ 3082645 h 3082645"/>
              <a:gd name="connsiteX2-109" fmla="*/ 2679028 w 3475650"/>
              <a:gd name="connsiteY2-110" fmla="*/ 2993745 h 3082645"/>
              <a:gd name="connsiteX3-111" fmla="*/ 3466261 w 3475650"/>
              <a:gd name="connsiteY3-112" fmla="*/ 1630209 h 3082645"/>
              <a:gd name="connsiteX4-113" fmla="*/ 3466254 w 3475650"/>
              <a:gd name="connsiteY4-114" fmla="*/ 1452423 h 3082645"/>
              <a:gd name="connsiteX5-115" fmla="*/ 2679021 w 3475650"/>
              <a:gd name="connsiteY5-116" fmla="*/ 88887 h 3082645"/>
              <a:gd name="connsiteX6-117" fmla="*/ 2525051 w 3475650"/>
              <a:gd name="connsiteY6-118" fmla="*/ 0 h 3082645"/>
              <a:gd name="connsiteX7-119" fmla="*/ 950576 w 3475650"/>
              <a:gd name="connsiteY7-120" fmla="*/ 0 h 3082645"/>
              <a:gd name="connsiteX8-121" fmla="*/ 796623 w 3475650"/>
              <a:gd name="connsiteY8-122" fmla="*/ 88900 h 3082645"/>
              <a:gd name="connsiteX9-123" fmla="*/ 9390 w 3475650"/>
              <a:gd name="connsiteY9-124" fmla="*/ 1452436 h 3082645"/>
              <a:gd name="connsiteX10-125" fmla="*/ 9398 w 3475650"/>
              <a:gd name="connsiteY10-126" fmla="*/ 1630223 h 3082645"/>
              <a:gd name="connsiteX11-127" fmla="*/ 796631 w 3475650"/>
              <a:gd name="connsiteY11-128" fmla="*/ 2993759 h 3082645"/>
              <a:gd name="connsiteX12-129" fmla="*/ 950601 w 3475650"/>
              <a:gd name="connsiteY12-130" fmla="*/ 3082645 h 3082645"/>
              <a:gd name="connsiteX0-131" fmla="*/ 950601 w 3475653"/>
              <a:gd name="connsiteY0-132" fmla="*/ 3082645 h 3082645"/>
              <a:gd name="connsiteX1-133" fmla="*/ 2525075 w 3475653"/>
              <a:gd name="connsiteY1-134" fmla="*/ 3082645 h 3082645"/>
              <a:gd name="connsiteX2-135" fmla="*/ 2679028 w 3475653"/>
              <a:gd name="connsiteY2-136" fmla="*/ 2993745 h 3082645"/>
              <a:gd name="connsiteX3-137" fmla="*/ 3466261 w 3475653"/>
              <a:gd name="connsiteY3-138" fmla="*/ 1630209 h 3082645"/>
              <a:gd name="connsiteX4-139" fmla="*/ 3466254 w 3475653"/>
              <a:gd name="connsiteY4-140" fmla="*/ 1452423 h 3082645"/>
              <a:gd name="connsiteX5-141" fmla="*/ 2679021 w 3475653"/>
              <a:gd name="connsiteY5-142" fmla="*/ 88887 h 3082645"/>
              <a:gd name="connsiteX6-143" fmla="*/ 2525051 w 3475653"/>
              <a:gd name="connsiteY6-144" fmla="*/ 0 h 3082645"/>
              <a:gd name="connsiteX7-145" fmla="*/ 950576 w 3475653"/>
              <a:gd name="connsiteY7-146" fmla="*/ 0 h 3082645"/>
              <a:gd name="connsiteX8-147" fmla="*/ 796623 w 3475653"/>
              <a:gd name="connsiteY8-148" fmla="*/ 88900 h 3082645"/>
              <a:gd name="connsiteX9-149" fmla="*/ 9390 w 3475653"/>
              <a:gd name="connsiteY9-150" fmla="*/ 1452436 h 3082645"/>
              <a:gd name="connsiteX10-151" fmla="*/ 9398 w 3475653"/>
              <a:gd name="connsiteY10-152" fmla="*/ 1630223 h 3082645"/>
              <a:gd name="connsiteX11-153" fmla="*/ 796631 w 3475653"/>
              <a:gd name="connsiteY11-154" fmla="*/ 2993759 h 3082645"/>
              <a:gd name="connsiteX12-155" fmla="*/ 950601 w 3475653"/>
              <a:gd name="connsiteY12-156" fmla="*/ 3082645 h 3082645"/>
              <a:gd name="connsiteX0-157" fmla="*/ 950601 w 3490661"/>
              <a:gd name="connsiteY0-158" fmla="*/ 3082645 h 3082645"/>
              <a:gd name="connsiteX1-159" fmla="*/ 2525075 w 3490661"/>
              <a:gd name="connsiteY1-160" fmla="*/ 3082645 h 3082645"/>
              <a:gd name="connsiteX2-161" fmla="*/ 2679028 w 3490661"/>
              <a:gd name="connsiteY2-162" fmla="*/ 2993745 h 3082645"/>
              <a:gd name="connsiteX3-163" fmla="*/ 3466261 w 3490661"/>
              <a:gd name="connsiteY3-164" fmla="*/ 1630209 h 3082645"/>
              <a:gd name="connsiteX4-165" fmla="*/ 3466254 w 3490661"/>
              <a:gd name="connsiteY4-166" fmla="*/ 1452423 h 3082645"/>
              <a:gd name="connsiteX5-167" fmla="*/ 2679021 w 3490661"/>
              <a:gd name="connsiteY5-168" fmla="*/ 88887 h 3082645"/>
              <a:gd name="connsiteX6-169" fmla="*/ 2525051 w 3490661"/>
              <a:gd name="connsiteY6-170" fmla="*/ 0 h 3082645"/>
              <a:gd name="connsiteX7-171" fmla="*/ 950576 w 3490661"/>
              <a:gd name="connsiteY7-172" fmla="*/ 0 h 3082645"/>
              <a:gd name="connsiteX8-173" fmla="*/ 796623 w 3490661"/>
              <a:gd name="connsiteY8-174" fmla="*/ 88900 h 3082645"/>
              <a:gd name="connsiteX9-175" fmla="*/ 9390 w 3490661"/>
              <a:gd name="connsiteY9-176" fmla="*/ 1452436 h 3082645"/>
              <a:gd name="connsiteX10-177" fmla="*/ 9398 w 3490661"/>
              <a:gd name="connsiteY10-178" fmla="*/ 1630223 h 3082645"/>
              <a:gd name="connsiteX11-179" fmla="*/ 796631 w 3490661"/>
              <a:gd name="connsiteY11-180" fmla="*/ 2993759 h 3082645"/>
              <a:gd name="connsiteX12-181" fmla="*/ 950601 w 3490661"/>
              <a:gd name="connsiteY12-182" fmla="*/ 3082645 h 3082645"/>
              <a:gd name="connsiteX0-183" fmla="*/ 950601 w 3490661"/>
              <a:gd name="connsiteY0-184" fmla="*/ 3082645 h 3082645"/>
              <a:gd name="connsiteX1-185" fmla="*/ 2525075 w 3490661"/>
              <a:gd name="connsiteY1-186" fmla="*/ 3082645 h 3082645"/>
              <a:gd name="connsiteX2-187" fmla="*/ 2679028 w 3490661"/>
              <a:gd name="connsiteY2-188" fmla="*/ 2993745 h 3082645"/>
              <a:gd name="connsiteX3-189" fmla="*/ 3466261 w 3490661"/>
              <a:gd name="connsiteY3-190" fmla="*/ 1630209 h 3082645"/>
              <a:gd name="connsiteX4-191" fmla="*/ 3466254 w 3490661"/>
              <a:gd name="connsiteY4-192" fmla="*/ 1452423 h 3082645"/>
              <a:gd name="connsiteX5-193" fmla="*/ 2679021 w 3490661"/>
              <a:gd name="connsiteY5-194" fmla="*/ 88887 h 3082645"/>
              <a:gd name="connsiteX6-195" fmla="*/ 2525051 w 3490661"/>
              <a:gd name="connsiteY6-196" fmla="*/ 0 h 3082645"/>
              <a:gd name="connsiteX7-197" fmla="*/ 950576 w 3490661"/>
              <a:gd name="connsiteY7-198" fmla="*/ 0 h 3082645"/>
              <a:gd name="connsiteX8-199" fmla="*/ 796623 w 3490661"/>
              <a:gd name="connsiteY8-200" fmla="*/ 88900 h 3082645"/>
              <a:gd name="connsiteX9-201" fmla="*/ 9390 w 3490661"/>
              <a:gd name="connsiteY9-202" fmla="*/ 1452436 h 3082645"/>
              <a:gd name="connsiteX10-203" fmla="*/ 9398 w 3490661"/>
              <a:gd name="connsiteY10-204" fmla="*/ 1630223 h 3082645"/>
              <a:gd name="connsiteX11-205" fmla="*/ 796631 w 3490661"/>
              <a:gd name="connsiteY11-206" fmla="*/ 2993759 h 3082645"/>
              <a:gd name="connsiteX12-207" fmla="*/ 950601 w 3490661"/>
              <a:gd name="connsiteY12-208" fmla="*/ 3082645 h 3082645"/>
              <a:gd name="connsiteX0-209" fmla="*/ 950601 w 3490661"/>
              <a:gd name="connsiteY0-210" fmla="*/ 3082645 h 3082645"/>
              <a:gd name="connsiteX1-211" fmla="*/ 2525075 w 3490661"/>
              <a:gd name="connsiteY1-212" fmla="*/ 3082645 h 3082645"/>
              <a:gd name="connsiteX2-213" fmla="*/ 2679028 w 3490661"/>
              <a:gd name="connsiteY2-214" fmla="*/ 2993745 h 3082645"/>
              <a:gd name="connsiteX3-215" fmla="*/ 3466261 w 3490661"/>
              <a:gd name="connsiteY3-216" fmla="*/ 1630209 h 3082645"/>
              <a:gd name="connsiteX4-217" fmla="*/ 3466254 w 3490661"/>
              <a:gd name="connsiteY4-218" fmla="*/ 1452423 h 3082645"/>
              <a:gd name="connsiteX5-219" fmla="*/ 2679021 w 3490661"/>
              <a:gd name="connsiteY5-220" fmla="*/ 88887 h 3082645"/>
              <a:gd name="connsiteX6-221" fmla="*/ 2525051 w 3490661"/>
              <a:gd name="connsiteY6-222" fmla="*/ 0 h 3082645"/>
              <a:gd name="connsiteX7-223" fmla="*/ 950576 w 3490661"/>
              <a:gd name="connsiteY7-224" fmla="*/ 0 h 3082645"/>
              <a:gd name="connsiteX8-225" fmla="*/ 796623 w 3490661"/>
              <a:gd name="connsiteY8-226" fmla="*/ 88900 h 3082645"/>
              <a:gd name="connsiteX9-227" fmla="*/ 9390 w 3490661"/>
              <a:gd name="connsiteY9-228" fmla="*/ 1452436 h 3082645"/>
              <a:gd name="connsiteX10-229" fmla="*/ 9398 w 3490661"/>
              <a:gd name="connsiteY10-230" fmla="*/ 1630223 h 3082645"/>
              <a:gd name="connsiteX11-231" fmla="*/ 796631 w 3490661"/>
              <a:gd name="connsiteY11-232" fmla="*/ 2993759 h 3082645"/>
              <a:gd name="connsiteX12-233" fmla="*/ 950601 w 3490661"/>
              <a:gd name="connsiteY12-234" fmla="*/ 3082645 h 3082645"/>
              <a:gd name="connsiteX0-235" fmla="*/ 950601 w 3490661"/>
              <a:gd name="connsiteY0-236" fmla="*/ 3082645 h 3082645"/>
              <a:gd name="connsiteX1-237" fmla="*/ 2525075 w 3490661"/>
              <a:gd name="connsiteY1-238" fmla="*/ 3082645 h 3082645"/>
              <a:gd name="connsiteX2-239" fmla="*/ 2679028 w 3490661"/>
              <a:gd name="connsiteY2-240" fmla="*/ 2993745 h 3082645"/>
              <a:gd name="connsiteX3-241" fmla="*/ 3466261 w 3490661"/>
              <a:gd name="connsiteY3-242" fmla="*/ 1630209 h 3082645"/>
              <a:gd name="connsiteX4-243" fmla="*/ 3466254 w 3490661"/>
              <a:gd name="connsiteY4-244" fmla="*/ 1452423 h 3082645"/>
              <a:gd name="connsiteX5-245" fmla="*/ 2679021 w 3490661"/>
              <a:gd name="connsiteY5-246" fmla="*/ 88887 h 3082645"/>
              <a:gd name="connsiteX6-247" fmla="*/ 2525051 w 3490661"/>
              <a:gd name="connsiteY6-248" fmla="*/ 0 h 3082645"/>
              <a:gd name="connsiteX7-249" fmla="*/ 950576 w 3490661"/>
              <a:gd name="connsiteY7-250" fmla="*/ 0 h 3082645"/>
              <a:gd name="connsiteX8-251" fmla="*/ 796623 w 3490661"/>
              <a:gd name="connsiteY8-252" fmla="*/ 88900 h 3082645"/>
              <a:gd name="connsiteX9-253" fmla="*/ 9390 w 3490661"/>
              <a:gd name="connsiteY9-254" fmla="*/ 1452436 h 3082645"/>
              <a:gd name="connsiteX10-255" fmla="*/ 9398 w 3490661"/>
              <a:gd name="connsiteY10-256" fmla="*/ 1630223 h 3082645"/>
              <a:gd name="connsiteX11-257" fmla="*/ 796631 w 3490661"/>
              <a:gd name="connsiteY11-258" fmla="*/ 2993759 h 3082645"/>
              <a:gd name="connsiteX12-259" fmla="*/ 950601 w 3490661"/>
              <a:gd name="connsiteY12-260" fmla="*/ 3082645 h 3082645"/>
              <a:gd name="connsiteX0-261" fmla="*/ 950601 w 3490661"/>
              <a:gd name="connsiteY0-262" fmla="*/ 3082645 h 3082645"/>
              <a:gd name="connsiteX1-263" fmla="*/ 2525075 w 3490661"/>
              <a:gd name="connsiteY1-264" fmla="*/ 3082645 h 3082645"/>
              <a:gd name="connsiteX2-265" fmla="*/ 2679028 w 3490661"/>
              <a:gd name="connsiteY2-266" fmla="*/ 2993745 h 3082645"/>
              <a:gd name="connsiteX3-267" fmla="*/ 3466261 w 3490661"/>
              <a:gd name="connsiteY3-268" fmla="*/ 1630209 h 3082645"/>
              <a:gd name="connsiteX4-269" fmla="*/ 3466254 w 3490661"/>
              <a:gd name="connsiteY4-270" fmla="*/ 1452423 h 3082645"/>
              <a:gd name="connsiteX5-271" fmla="*/ 2679021 w 3490661"/>
              <a:gd name="connsiteY5-272" fmla="*/ 88887 h 3082645"/>
              <a:gd name="connsiteX6-273" fmla="*/ 2525051 w 3490661"/>
              <a:gd name="connsiteY6-274" fmla="*/ 0 h 3082645"/>
              <a:gd name="connsiteX7-275" fmla="*/ 950576 w 3490661"/>
              <a:gd name="connsiteY7-276" fmla="*/ 0 h 3082645"/>
              <a:gd name="connsiteX8-277" fmla="*/ 796623 w 3490661"/>
              <a:gd name="connsiteY8-278" fmla="*/ 88900 h 3082645"/>
              <a:gd name="connsiteX9-279" fmla="*/ 9390 w 3490661"/>
              <a:gd name="connsiteY9-280" fmla="*/ 1452436 h 3082645"/>
              <a:gd name="connsiteX10-281" fmla="*/ 9398 w 3490661"/>
              <a:gd name="connsiteY10-282" fmla="*/ 1630223 h 3082645"/>
              <a:gd name="connsiteX11-283" fmla="*/ 796631 w 3490661"/>
              <a:gd name="connsiteY11-284" fmla="*/ 2993759 h 3082645"/>
              <a:gd name="connsiteX12-285" fmla="*/ 950601 w 3490661"/>
              <a:gd name="connsiteY12-286" fmla="*/ 3082645 h 3082645"/>
              <a:gd name="connsiteX0-287" fmla="*/ 950601 w 3490661"/>
              <a:gd name="connsiteY0-288" fmla="*/ 3082645 h 3082645"/>
              <a:gd name="connsiteX1-289" fmla="*/ 2525075 w 3490661"/>
              <a:gd name="connsiteY1-290" fmla="*/ 3082645 h 3082645"/>
              <a:gd name="connsiteX2-291" fmla="*/ 2679028 w 3490661"/>
              <a:gd name="connsiteY2-292" fmla="*/ 2993745 h 3082645"/>
              <a:gd name="connsiteX3-293" fmla="*/ 3466261 w 3490661"/>
              <a:gd name="connsiteY3-294" fmla="*/ 1630209 h 3082645"/>
              <a:gd name="connsiteX4-295" fmla="*/ 3466254 w 3490661"/>
              <a:gd name="connsiteY4-296" fmla="*/ 1452423 h 3082645"/>
              <a:gd name="connsiteX5-297" fmla="*/ 2679021 w 3490661"/>
              <a:gd name="connsiteY5-298" fmla="*/ 88887 h 3082645"/>
              <a:gd name="connsiteX6-299" fmla="*/ 2525051 w 3490661"/>
              <a:gd name="connsiteY6-300" fmla="*/ 0 h 3082645"/>
              <a:gd name="connsiteX7-301" fmla="*/ 950576 w 3490661"/>
              <a:gd name="connsiteY7-302" fmla="*/ 0 h 3082645"/>
              <a:gd name="connsiteX8-303" fmla="*/ 796623 w 3490661"/>
              <a:gd name="connsiteY8-304" fmla="*/ 88900 h 3082645"/>
              <a:gd name="connsiteX9-305" fmla="*/ 9390 w 3490661"/>
              <a:gd name="connsiteY9-306" fmla="*/ 1452436 h 3082645"/>
              <a:gd name="connsiteX10-307" fmla="*/ 9398 w 3490661"/>
              <a:gd name="connsiteY10-308" fmla="*/ 1630223 h 3082645"/>
              <a:gd name="connsiteX11-309" fmla="*/ 796631 w 3490661"/>
              <a:gd name="connsiteY11-310" fmla="*/ 2993759 h 3082645"/>
              <a:gd name="connsiteX12-311" fmla="*/ 950601 w 3490661"/>
              <a:gd name="connsiteY12-312" fmla="*/ 3082645 h 3082645"/>
              <a:gd name="connsiteX0-313" fmla="*/ 950601 w 3490661"/>
              <a:gd name="connsiteY0-314" fmla="*/ 3082645 h 3082645"/>
              <a:gd name="connsiteX1-315" fmla="*/ 2525075 w 3490661"/>
              <a:gd name="connsiteY1-316" fmla="*/ 3082645 h 3082645"/>
              <a:gd name="connsiteX2-317" fmla="*/ 2679028 w 3490661"/>
              <a:gd name="connsiteY2-318" fmla="*/ 2993745 h 3082645"/>
              <a:gd name="connsiteX3-319" fmla="*/ 3466261 w 3490661"/>
              <a:gd name="connsiteY3-320" fmla="*/ 1630209 h 3082645"/>
              <a:gd name="connsiteX4-321" fmla="*/ 3466254 w 3490661"/>
              <a:gd name="connsiteY4-322" fmla="*/ 1452423 h 3082645"/>
              <a:gd name="connsiteX5-323" fmla="*/ 2679021 w 3490661"/>
              <a:gd name="connsiteY5-324" fmla="*/ 88887 h 3082645"/>
              <a:gd name="connsiteX6-325" fmla="*/ 2525051 w 3490661"/>
              <a:gd name="connsiteY6-326" fmla="*/ 0 h 3082645"/>
              <a:gd name="connsiteX7-327" fmla="*/ 950576 w 3490661"/>
              <a:gd name="connsiteY7-328" fmla="*/ 0 h 3082645"/>
              <a:gd name="connsiteX8-329" fmla="*/ 796623 w 3490661"/>
              <a:gd name="connsiteY8-330" fmla="*/ 88900 h 3082645"/>
              <a:gd name="connsiteX9-331" fmla="*/ 9390 w 3490661"/>
              <a:gd name="connsiteY9-332" fmla="*/ 1452436 h 3082645"/>
              <a:gd name="connsiteX10-333" fmla="*/ 9398 w 3490661"/>
              <a:gd name="connsiteY10-334" fmla="*/ 1630223 h 3082645"/>
              <a:gd name="connsiteX11-335" fmla="*/ 796631 w 3490661"/>
              <a:gd name="connsiteY11-336" fmla="*/ 2993759 h 3082645"/>
              <a:gd name="connsiteX12-337" fmla="*/ 950601 w 3490661"/>
              <a:gd name="connsiteY12-338" fmla="*/ 3082645 h 3082645"/>
              <a:gd name="connsiteX0-339" fmla="*/ 950601 w 3490661"/>
              <a:gd name="connsiteY0-340" fmla="*/ 3082645 h 3082645"/>
              <a:gd name="connsiteX1-341" fmla="*/ 2525075 w 3490661"/>
              <a:gd name="connsiteY1-342" fmla="*/ 3082645 h 3082645"/>
              <a:gd name="connsiteX2-343" fmla="*/ 2679028 w 3490661"/>
              <a:gd name="connsiteY2-344" fmla="*/ 2993745 h 3082645"/>
              <a:gd name="connsiteX3-345" fmla="*/ 3466261 w 3490661"/>
              <a:gd name="connsiteY3-346" fmla="*/ 1630209 h 3082645"/>
              <a:gd name="connsiteX4-347" fmla="*/ 3466254 w 3490661"/>
              <a:gd name="connsiteY4-348" fmla="*/ 1452423 h 3082645"/>
              <a:gd name="connsiteX5-349" fmla="*/ 2679021 w 3490661"/>
              <a:gd name="connsiteY5-350" fmla="*/ 88887 h 3082645"/>
              <a:gd name="connsiteX6-351" fmla="*/ 2525051 w 3490661"/>
              <a:gd name="connsiteY6-352" fmla="*/ 0 h 3082645"/>
              <a:gd name="connsiteX7-353" fmla="*/ 950576 w 3490661"/>
              <a:gd name="connsiteY7-354" fmla="*/ 0 h 3082645"/>
              <a:gd name="connsiteX8-355" fmla="*/ 796623 w 3490661"/>
              <a:gd name="connsiteY8-356" fmla="*/ 88900 h 3082645"/>
              <a:gd name="connsiteX9-357" fmla="*/ 9390 w 3490661"/>
              <a:gd name="connsiteY9-358" fmla="*/ 1452436 h 3082645"/>
              <a:gd name="connsiteX10-359" fmla="*/ 9398 w 3490661"/>
              <a:gd name="connsiteY10-360" fmla="*/ 1630223 h 3082645"/>
              <a:gd name="connsiteX11-361" fmla="*/ 796631 w 3490661"/>
              <a:gd name="connsiteY11-362" fmla="*/ 2993759 h 3082645"/>
              <a:gd name="connsiteX12-363" fmla="*/ 950601 w 3490661"/>
              <a:gd name="connsiteY12-364" fmla="*/ 3082645 h 3082645"/>
              <a:gd name="connsiteX0-365" fmla="*/ 950601 w 3490661"/>
              <a:gd name="connsiteY0-366" fmla="*/ 3082645 h 3082645"/>
              <a:gd name="connsiteX1-367" fmla="*/ 2525075 w 3490661"/>
              <a:gd name="connsiteY1-368" fmla="*/ 3082645 h 3082645"/>
              <a:gd name="connsiteX2-369" fmla="*/ 2679028 w 3490661"/>
              <a:gd name="connsiteY2-370" fmla="*/ 2993745 h 3082645"/>
              <a:gd name="connsiteX3-371" fmla="*/ 3466261 w 3490661"/>
              <a:gd name="connsiteY3-372" fmla="*/ 1630209 h 3082645"/>
              <a:gd name="connsiteX4-373" fmla="*/ 3466254 w 3490661"/>
              <a:gd name="connsiteY4-374" fmla="*/ 1452423 h 3082645"/>
              <a:gd name="connsiteX5-375" fmla="*/ 2679021 w 3490661"/>
              <a:gd name="connsiteY5-376" fmla="*/ 88887 h 3082645"/>
              <a:gd name="connsiteX6-377" fmla="*/ 2525051 w 3490661"/>
              <a:gd name="connsiteY6-378" fmla="*/ 0 h 3082645"/>
              <a:gd name="connsiteX7-379" fmla="*/ 950576 w 3490661"/>
              <a:gd name="connsiteY7-380" fmla="*/ 0 h 3082645"/>
              <a:gd name="connsiteX8-381" fmla="*/ 796623 w 3490661"/>
              <a:gd name="connsiteY8-382" fmla="*/ 88900 h 3082645"/>
              <a:gd name="connsiteX9-383" fmla="*/ 9390 w 3490661"/>
              <a:gd name="connsiteY9-384" fmla="*/ 1452436 h 3082645"/>
              <a:gd name="connsiteX10-385" fmla="*/ 9398 w 3490661"/>
              <a:gd name="connsiteY10-386" fmla="*/ 1630223 h 3082645"/>
              <a:gd name="connsiteX11-387" fmla="*/ 796631 w 3490661"/>
              <a:gd name="connsiteY11-388" fmla="*/ 2993759 h 3082645"/>
              <a:gd name="connsiteX12-389" fmla="*/ 950601 w 3490661"/>
              <a:gd name="connsiteY12-390" fmla="*/ 3082645 h 3082645"/>
              <a:gd name="connsiteX0-391" fmla="*/ 950601 w 3490661"/>
              <a:gd name="connsiteY0-392" fmla="*/ 3082645 h 3082645"/>
              <a:gd name="connsiteX1-393" fmla="*/ 2525075 w 3490661"/>
              <a:gd name="connsiteY1-394" fmla="*/ 3082645 h 3082645"/>
              <a:gd name="connsiteX2-395" fmla="*/ 2679028 w 3490661"/>
              <a:gd name="connsiteY2-396" fmla="*/ 2993745 h 3082645"/>
              <a:gd name="connsiteX3-397" fmla="*/ 3466261 w 3490661"/>
              <a:gd name="connsiteY3-398" fmla="*/ 1630209 h 3082645"/>
              <a:gd name="connsiteX4-399" fmla="*/ 3466254 w 3490661"/>
              <a:gd name="connsiteY4-400" fmla="*/ 1452423 h 3082645"/>
              <a:gd name="connsiteX5-401" fmla="*/ 2679021 w 3490661"/>
              <a:gd name="connsiteY5-402" fmla="*/ 88887 h 3082645"/>
              <a:gd name="connsiteX6-403" fmla="*/ 2525051 w 3490661"/>
              <a:gd name="connsiteY6-404" fmla="*/ 0 h 3082645"/>
              <a:gd name="connsiteX7-405" fmla="*/ 950576 w 3490661"/>
              <a:gd name="connsiteY7-406" fmla="*/ 0 h 3082645"/>
              <a:gd name="connsiteX8-407" fmla="*/ 796623 w 3490661"/>
              <a:gd name="connsiteY8-408" fmla="*/ 88900 h 3082645"/>
              <a:gd name="connsiteX9-409" fmla="*/ 9390 w 3490661"/>
              <a:gd name="connsiteY9-410" fmla="*/ 1452436 h 3082645"/>
              <a:gd name="connsiteX10-411" fmla="*/ 9398 w 3490661"/>
              <a:gd name="connsiteY10-412" fmla="*/ 1630223 h 3082645"/>
              <a:gd name="connsiteX11-413" fmla="*/ 796631 w 3490661"/>
              <a:gd name="connsiteY11-414" fmla="*/ 2993759 h 3082645"/>
              <a:gd name="connsiteX12-415" fmla="*/ 950601 w 3490661"/>
              <a:gd name="connsiteY12-416" fmla="*/ 3082645 h 3082645"/>
              <a:gd name="connsiteX0-417" fmla="*/ 950601 w 3490661"/>
              <a:gd name="connsiteY0-418" fmla="*/ 3082645 h 3082645"/>
              <a:gd name="connsiteX1-419" fmla="*/ 2525075 w 3490661"/>
              <a:gd name="connsiteY1-420" fmla="*/ 3082645 h 3082645"/>
              <a:gd name="connsiteX2-421" fmla="*/ 2679028 w 3490661"/>
              <a:gd name="connsiteY2-422" fmla="*/ 2993745 h 3082645"/>
              <a:gd name="connsiteX3-423" fmla="*/ 3466261 w 3490661"/>
              <a:gd name="connsiteY3-424" fmla="*/ 1630209 h 3082645"/>
              <a:gd name="connsiteX4-425" fmla="*/ 3466254 w 3490661"/>
              <a:gd name="connsiteY4-426" fmla="*/ 1452423 h 3082645"/>
              <a:gd name="connsiteX5-427" fmla="*/ 2679021 w 3490661"/>
              <a:gd name="connsiteY5-428" fmla="*/ 88887 h 3082645"/>
              <a:gd name="connsiteX6-429" fmla="*/ 2525051 w 3490661"/>
              <a:gd name="connsiteY6-430" fmla="*/ 0 h 3082645"/>
              <a:gd name="connsiteX7-431" fmla="*/ 950576 w 3490661"/>
              <a:gd name="connsiteY7-432" fmla="*/ 0 h 3082645"/>
              <a:gd name="connsiteX8-433" fmla="*/ 796623 w 3490661"/>
              <a:gd name="connsiteY8-434" fmla="*/ 88900 h 3082645"/>
              <a:gd name="connsiteX9-435" fmla="*/ 9390 w 3490661"/>
              <a:gd name="connsiteY9-436" fmla="*/ 1452436 h 3082645"/>
              <a:gd name="connsiteX10-437" fmla="*/ 9398 w 3490661"/>
              <a:gd name="connsiteY10-438" fmla="*/ 1630223 h 3082645"/>
              <a:gd name="connsiteX11-439" fmla="*/ 796631 w 3490661"/>
              <a:gd name="connsiteY11-440" fmla="*/ 2993759 h 3082645"/>
              <a:gd name="connsiteX12-441" fmla="*/ 950601 w 3490661"/>
              <a:gd name="connsiteY12-442" fmla="*/ 3082645 h 3082645"/>
              <a:gd name="connsiteX0-443" fmla="*/ 950603 w 3490663"/>
              <a:gd name="connsiteY0-444" fmla="*/ 3082645 h 3082645"/>
              <a:gd name="connsiteX1-445" fmla="*/ 2525077 w 3490663"/>
              <a:gd name="connsiteY1-446" fmla="*/ 3082645 h 3082645"/>
              <a:gd name="connsiteX2-447" fmla="*/ 2679030 w 3490663"/>
              <a:gd name="connsiteY2-448" fmla="*/ 2993745 h 3082645"/>
              <a:gd name="connsiteX3-449" fmla="*/ 3466263 w 3490663"/>
              <a:gd name="connsiteY3-450" fmla="*/ 1630209 h 3082645"/>
              <a:gd name="connsiteX4-451" fmla="*/ 3466256 w 3490663"/>
              <a:gd name="connsiteY4-452" fmla="*/ 1452423 h 3082645"/>
              <a:gd name="connsiteX5-453" fmla="*/ 2679023 w 3490663"/>
              <a:gd name="connsiteY5-454" fmla="*/ 88887 h 3082645"/>
              <a:gd name="connsiteX6-455" fmla="*/ 2525053 w 3490663"/>
              <a:gd name="connsiteY6-456" fmla="*/ 0 h 3082645"/>
              <a:gd name="connsiteX7-457" fmla="*/ 950578 w 3490663"/>
              <a:gd name="connsiteY7-458" fmla="*/ 0 h 3082645"/>
              <a:gd name="connsiteX8-459" fmla="*/ 796625 w 3490663"/>
              <a:gd name="connsiteY8-460" fmla="*/ 88900 h 3082645"/>
              <a:gd name="connsiteX9-461" fmla="*/ 9392 w 3490663"/>
              <a:gd name="connsiteY9-462" fmla="*/ 1452436 h 3082645"/>
              <a:gd name="connsiteX10-463" fmla="*/ 9400 w 3490663"/>
              <a:gd name="connsiteY10-464" fmla="*/ 1630223 h 3082645"/>
              <a:gd name="connsiteX11-465" fmla="*/ 796633 w 3490663"/>
              <a:gd name="connsiteY11-466" fmla="*/ 2993759 h 3082645"/>
              <a:gd name="connsiteX12-467" fmla="*/ 950603 w 3490663"/>
              <a:gd name="connsiteY12-468" fmla="*/ 3082645 h 3082645"/>
              <a:gd name="connsiteX0-469" fmla="*/ 965611 w 3505671"/>
              <a:gd name="connsiteY0-470" fmla="*/ 3082645 h 3082645"/>
              <a:gd name="connsiteX1-471" fmla="*/ 2540085 w 3505671"/>
              <a:gd name="connsiteY1-472" fmla="*/ 3082645 h 3082645"/>
              <a:gd name="connsiteX2-473" fmla="*/ 2694038 w 3505671"/>
              <a:gd name="connsiteY2-474" fmla="*/ 2993745 h 3082645"/>
              <a:gd name="connsiteX3-475" fmla="*/ 3481271 w 3505671"/>
              <a:gd name="connsiteY3-476" fmla="*/ 1630209 h 3082645"/>
              <a:gd name="connsiteX4-477" fmla="*/ 3481264 w 3505671"/>
              <a:gd name="connsiteY4-478" fmla="*/ 1452423 h 3082645"/>
              <a:gd name="connsiteX5-479" fmla="*/ 2694031 w 3505671"/>
              <a:gd name="connsiteY5-480" fmla="*/ 88887 h 3082645"/>
              <a:gd name="connsiteX6-481" fmla="*/ 2540061 w 3505671"/>
              <a:gd name="connsiteY6-482" fmla="*/ 0 h 3082645"/>
              <a:gd name="connsiteX7-483" fmla="*/ 965586 w 3505671"/>
              <a:gd name="connsiteY7-484" fmla="*/ 0 h 3082645"/>
              <a:gd name="connsiteX8-485" fmla="*/ 811633 w 3505671"/>
              <a:gd name="connsiteY8-486" fmla="*/ 88900 h 3082645"/>
              <a:gd name="connsiteX9-487" fmla="*/ 24400 w 3505671"/>
              <a:gd name="connsiteY9-488" fmla="*/ 1452436 h 3082645"/>
              <a:gd name="connsiteX10-489" fmla="*/ 24408 w 3505671"/>
              <a:gd name="connsiteY10-490" fmla="*/ 1630223 h 3082645"/>
              <a:gd name="connsiteX11-491" fmla="*/ 811641 w 3505671"/>
              <a:gd name="connsiteY11-492" fmla="*/ 2993759 h 3082645"/>
              <a:gd name="connsiteX12-493" fmla="*/ 965611 w 3505671"/>
              <a:gd name="connsiteY12-494" fmla="*/ 3082645 h 3082645"/>
              <a:gd name="connsiteX0-495" fmla="*/ 965611 w 3505671"/>
              <a:gd name="connsiteY0-496" fmla="*/ 3082645 h 3082645"/>
              <a:gd name="connsiteX1-497" fmla="*/ 2540085 w 3505671"/>
              <a:gd name="connsiteY1-498" fmla="*/ 3082645 h 3082645"/>
              <a:gd name="connsiteX2-499" fmla="*/ 2694038 w 3505671"/>
              <a:gd name="connsiteY2-500" fmla="*/ 2993745 h 3082645"/>
              <a:gd name="connsiteX3-501" fmla="*/ 3481271 w 3505671"/>
              <a:gd name="connsiteY3-502" fmla="*/ 1630209 h 3082645"/>
              <a:gd name="connsiteX4-503" fmla="*/ 3481264 w 3505671"/>
              <a:gd name="connsiteY4-504" fmla="*/ 1452423 h 3082645"/>
              <a:gd name="connsiteX5-505" fmla="*/ 2694031 w 3505671"/>
              <a:gd name="connsiteY5-506" fmla="*/ 88887 h 3082645"/>
              <a:gd name="connsiteX6-507" fmla="*/ 2540061 w 3505671"/>
              <a:gd name="connsiteY6-508" fmla="*/ 0 h 3082645"/>
              <a:gd name="connsiteX7-509" fmla="*/ 965586 w 3505671"/>
              <a:gd name="connsiteY7-510" fmla="*/ 0 h 3082645"/>
              <a:gd name="connsiteX8-511" fmla="*/ 811633 w 3505671"/>
              <a:gd name="connsiteY8-512" fmla="*/ 88900 h 3082645"/>
              <a:gd name="connsiteX9-513" fmla="*/ 24400 w 3505671"/>
              <a:gd name="connsiteY9-514" fmla="*/ 1452436 h 3082645"/>
              <a:gd name="connsiteX10-515" fmla="*/ 24408 w 3505671"/>
              <a:gd name="connsiteY10-516" fmla="*/ 1630223 h 3082645"/>
              <a:gd name="connsiteX11-517" fmla="*/ 811641 w 3505671"/>
              <a:gd name="connsiteY11-518" fmla="*/ 2993759 h 3082645"/>
              <a:gd name="connsiteX12-519" fmla="*/ 965611 w 3505671"/>
              <a:gd name="connsiteY12-520" fmla="*/ 3082645 h 3082645"/>
              <a:gd name="connsiteX0-521" fmla="*/ 965611 w 3505671"/>
              <a:gd name="connsiteY0-522" fmla="*/ 3082645 h 3082645"/>
              <a:gd name="connsiteX1-523" fmla="*/ 2540085 w 3505671"/>
              <a:gd name="connsiteY1-524" fmla="*/ 3082645 h 3082645"/>
              <a:gd name="connsiteX2-525" fmla="*/ 2694038 w 3505671"/>
              <a:gd name="connsiteY2-526" fmla="*/ 2993745 h 3082645"/>
              <a:gd name="connsiteX3-527" fmla="*/ 3481271 w 3505671"/>
              <a:gd name="connsiteY3-528" fmla="*/ 1630209 h 3082645"/>
              <a:gd name="connsiteX4-529" fmla="*/ 3481264 w 3505671"/>
              <a:gd name="connsiteY4-530" fmla="*/ 1452423 h 3082645"/>
              <a:gd name="connsiteX5-531" fmla="*/ 2694031 w 3505671"/>
              <a:gd name="connsiteY5-532" fmla="*/ 88887 h 3082645"/>
              <a:gd name="connsiteX6-533" fmla="*/ 2540061 w 3505671"/>
              <a:gd name="connsiteY6-534" fmla="*/ 0 h 3082645"/>
              <a:gd name="connsiteX7-535" fmla="*/ 965586 w 3505671"/>
              <a:gd name="connsiteY7-536" fmla="*/ 0 h 3082645"/>
              <a:gd name="connsiteX8-537" fmla="*/ 811633 w 3505671"/>
              <a:gd name="connsiteY8-538" fmla="*/ 88900 h 3082645"/>
              <a:gd name="connsiteX9-539" fmla="*/ 24400 w 3505671"/>
              <a:gd name="connsiteY9-540" fmla="*/ 1452436 h 3082645"/>
              <a:gd name="connsiteX10-541" fmla="*/ 24408 w 3505671"/>
              <a:gd name="connsiteY10-542" fmla="*/ 1630223 h 3082645"/>
              <a:gd name="connsiteX11-543" fmla="*/ 811641 w 3505671"/>
              <a:gd name="connsiteY11-544" fmla="*/ 2993759 h 3082645"/>
              <a:gd name="connsiteX12-545" fmla="*/ 965611 w 3505671"/>
              <a:gd name="connsiteY12-546" fmla="*/ 3082645 h 3082645"/>
              <a:gd name="connsiteX0-547" fmla="*/ 965611 w 3505671"/>
              <a:gd name="connsiteY0-548" fmla="*/ 3082645 h 3082645"/>
              <a:gd name="connsiteX1-549" fmla="*/ 2540085 w 3505671"/>
              <a:gd name="connsiteY1-550" fmla="*/ 3082645 h 3082645"/>
              <a:gd name="connsiteX2-551" fmla="*/ 2694038 w 3505671"/>
              <a:gd name="connsiteY2-552" fmla="*/ 2993745 h 3082645"/>
              <a:gd name="connsiteX3-553" fmla="*/ 3481271 w 3505671"/>
              <a:gd name="connsiteY3-554" fmla="*/ 1630209 h 3082645"/>
              <a:gd name="connsiteX4-555" fmla="*/ 3481264 w 3505671"/>
              <a:gd name="connsiteY4-556" fmla="*/ 1452423 h 3082645"/>
              <a:gd name="connsiteX5-557" fmla="*/ 2694031 w 3505671"/>
              <a:gd name="connsiteY5-558" fmla="*/ 88887 h 3082645"/>
              <a:gd name="connsiteX6-559" fmla="*/ 2540061 w 3505671"/>
              <a:gd name="connsiteY6-560" fmla="*/ 0 h 3082645"/>
              <a:gd name="connsiteX7-561" fmla="*/ 965586 w 3505671"/>
              <a:gd name="connsiteY7-562" fmla="*/ 0 h 3082645"/>
              <a:gd name="connsiteX8-563" fmla="*/ 811633 w 3505671"/>
              <a:gd name="connsiteY8-564" fmla="*/ 88900 h 3082645"/>
              <a:gd name="connsiteX9-565" fmla="*/ 24400 w 3505671"/>
              <a:gd name="connsiteY9-566" fmla="*/ 1452436 h 3082645"/>
              <a:gd name="connsiteX10-567" fmla="*/ 24408 w 3505671"/>
              <a:gd name="connsiteY10-568" fmla="*/ 1630223 h 3082645"/>
              <a:gd name="connsiteX11-569" fmla="*/ 811641 w 3505671"/>
              <a:gd name="connsiteY11-570" fmla="*/ 2993759 h 3082645"/>
              <a:gd name="connsiteX12-571" fmla="*/ 965611 w 3505671"/>
              <a:gd name="connsiteY12-572" fmla="*/ 3082645 h 30826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05671" h="3082645">
                <a:moveTo>
                  <a:pt x="965611" y="3082645"/>
                </a:moveTo>
                <a:cubicBezTo>
                  <a:pt x="1030690" y="3082645"/>
                  <a:pt x="2475006" y="3082646"/>
                  <a:pt x="2540085" y="3082645"/>
                </a:cubicBezTo>
                <a:cubicBezTo>
                  <a:pt x="2605164" y="3082646"/>
                  <a:pt x="2661499" y="3050107"/>
                  <a:pt x="2694038" y="2993745"/>
                </a:cubicBezTo>
                <a:cubicBezTo>
                  <a:pt x="2726578" y="2937386"/>
                  <a:pt x="3448731" y="1686570"/>
                  <a:pt x="3481271" y="1630209"/>
                </a:cubicBezTo>
                <a:cubicBezTo>
                  <a:pt x="3513810" y="1573850"/>
                  <a:pt x="3513803" y="1508784"/>
                  <a:pt x="3481264" y="1452423"/>
                </a:cubicBezTo>
                <a:cubicBezTo>
                  <a:pt x="3448724" y="1396064"/>
                  <a:pt x="2726570" y="145248"/>
                  <a:pt x="2694031" y="88887"/>
                </a:cubicBezTo>
                <a:cubicBezTo>
                  <a:pt x="2661492" y="32528"/>
                  <a:pt x="2605139" y="1"/>
                  <a:pt x="2540061" y="0"/>
                </a:cubicBezTo>
                <a:cubicBezTo>
                  <a:pt x="2474982" y="1"/>
                  <a:pt x="1030665" y="1"/>
                  <a:pt x="965586" y="0"/>
                </a:cubicBezTo>
                <a:cubicBezTo>
                  <a:pt x="900507" y="1"/>
                  <a:pt x="844173" y="32540"/>
                  <a:pt x="811633" y="88900"/>
                </a:cubicBezTo>
                <a:cubicBezTo>
                  <a:pt x="779094" y="145261"/>
                  <a:pt x="56940" y="1396077"/>
                  <a:pt x="24400" y="1452436"/>
                </a:cubicBezTo>
                <a:cubicBezTo>
                  <a:pt x="-8139" y="1508797"/>
                  <a:pt x="-8132" y="1573863"/>
                  <a:pt x="24408" y="1630223"/>
                </a:cubicBezTo>
                <a:cubicBezTo>
                  <a:pt x="56947" y="1686584"/>
                  <a:pt x="779101" y="2937400"/>
                  <a:pt x="811641" y="2993759"/>
                </a:cubicBezTo>
                <a:cubicBezTo>
                  <a:pt x="844180" y="3050120"/>
                  <a:pt x="900532" y="3082645"/>
                  <a:pt x="965611" y="3082645"/>
                </a:cubicBezTo>
                <a:close/>
              </a:path>
            </a:pathLst>
          </a:cu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27" name="任意多边形: 形状 14296"/>
          <p:cNvSpPr/>
          <p:nvPr>
            <p:custDataLst>
              <p:tags r:id="rId9"/>
            </p:custDataLst>
          </p:nvPr>
        </p:nvSpPr>
        <p:spPr>
          <a:xfrm rot="1800000">
            <a:off x="7614921" y="5273358"/>
            <a:ext cx="400050" cy="337185"/>
          </a:xfrm>
          <a:custGeom>
            <a:avLst/>
            <a:gdLst>
              <a:gd name="connsiteX0" fmla="*/ 950601 w 3475650"/>
              <a:gd name="connsiteY0" fmla="*/ 3082645 h 3082645"/>
              <a:gd name="connsiteX1" fmla="*/ 2525075 w 3475650"/>
              <a:gd name="connsiteY1" fmla="*/ 3082645 h 3082645"/>
              <a:gd name="connsiteX2" fmla="*/ 2679028 w 3475650"/>
              <a:gd name="connsiteY2" fmla="*/ 2993745 h 3082645"/>
              <a:gd name="connsiteX3" fmla="*/ 3466261 w 3475650"/>
              <a:gd name="connsiteY3" fmla="*/ 1630209 h 3082645"/>
              <a:gd name="connsiteX4" fmla="*/ 3466254 w 3475650"/>
              <a:gd name="connsiteY4" fmla="*/ 1452423 h 3082645"/>
              <a:gd name="connsiteX5" fmla="*/ 2679021 w 3475650"/>
              <a:gd name="connsiteY5" fmla="*/ 88887 h 3082645"/>
              <a:gd name="connsiteX6" fmla="*/ 2525051 w 3475650"/>
              <a:gd name="connsiteY6" fmla="*/ 0 h 3082645"/>
              <a:gd name="connsiteX7" fmla="*/ 950576 w 3475650"/>
              <a:gd name="connsiteY7" fmla="*/ 0 h 3082645"/>
              <a:gd name="connsiteX8" fmla="*/ 796623 w 3475650"/>
              <a:gd name="connsiteY8" fmla="*/ 88900 h 3082645"/>
              <a:gd name="connsiteX9" fmla="*/ 9390 w 3475650"/>
              <a:gd name="connsiteY9" fmla="*/ 1452436 h 3082645"/>
              <a:gd name="connsiteX10" fmla="*/ 9398 w 3475650"/>
              <a:gd name="connsiteY10" fmla="*/ 1630223 h 3082645"/>
              <a:gd name="connsiteX11" fmla="*/ 796631 w 3475650"/>
              <a:gd name="connsiteY11" fmla="*/ 2993759 h 3082645"/>
              <a:gd name="connsiteX12" fmla="*/ 950601 w 3475650"/>
              <a:gd name="connsiteY12" fmla="*/ 3082645 h 3082645"/>
              <a:gd name="connsiteX0-1" fmla="*/ 950601 w 3475650"/>
              <a:gd name="connsiteY0-2" fmla="*/ 3082645 h 3082645"/>
              <a:gd name="connsiteX1-3" fmla="*/ 2525075 w 3475650"/>
              <a:gd name="connsiteY1-4" fmla="*/ 3082645 h 3082645"/>
              <a:gd name="connsiteX2-5" fmla="*/ 2679028 w 3475650"/>
              <a:gd name="connsiteY2-6" fmla="*/ 2993745 h 3082645"/>
              <a:gd name="connsiteX3-7" fmla="*/ 3466261 w 3475650"/>
              <a:gd name="connsiteY3-8" fmla="*/ 1630209 h 3082645"/>
              <a:gd name="connsiteX4-9" fmla="*/ 3466254 w 3475650"/>
              <a:gd name="connsiteY4-10" fmla="*/ 1452423 h 3082645"/>
              <a:gd name="connsiteX5-11" fmla="*/ 2679021 w 3475650"/>
              <a:gd name="connsiteY5-12" fmla="*/ 88887 h 3082645"/>
              <a:gd name="connsiteX6-13" fmla="*/ 2525051 w 3475650"/>
              <a:gd name="connsiteY6-14" fmla="*/ 0 h 3082645"/>
              <a:gd name="connsiteX7-15" fmla="*/ 950576 w 3475650"/>
              <a:gd name="connsiteY7-16" fmla="*/ 0 h 3082645"/>
              <a:gd name="connsiteX8-17" fmla="*/ 796623 w 3475650"/>
              <a:gd name="connsiteY8-18" fmla="*/ 88900 h 3082645"/>
              <a:gd name="connsiteX9-19" fmla="*/ 9390 w 3475650"/>
              <a:gd name="connsiteY9-20" fmla="*/ 1452436 h 3082645"/>
              <a:gd name="connsiteX10-21" fmla="*/ 9398 w 3475650"/>
              <a:gd name="connsiteY10-22" fmla="*/ 1630223 h 3082645"/>
              <a:gd name="connsiteX11-23" fmla="*/ 796631 w 3475650"/>
              <a:gd name="connsiteY11-24" fmla="*/ 2993759 h 3082645"/>
              <a:gd name="connsiteX12-25" fmla="*/ 950601 w 3475650"/>
              <a:gd name="connsiteY12-26" fmla="*/ 3082645 h 3082645"/>
              <a:gd name="connsiteX0-27" fmla="*/ 950601 w 3475650"/>
              <a:gd name="connsiteY0-28" fmla="*/ 3082645 h 3082645"/>
              <a:gd name="connsiteX1-29" fmla="*/ 2525075 w 3475650"/>
              <a:gd name="connsiteY1-30" fmla="*/ 3082645 h 3082645"/>
              <a:gd name="connsiteX2-31" fmla="*/ 2679028 w 3475650"/>
              <a:gd name="connsiteY2-32" fmla="*/ 2993745 h 3082645"/>
              <a:gd name="connsiteX3-33" fmla="*/ 3466261 w 3475650"/>
              <a:gd name="connsiteY3-34" fmla="*/ 1630209 h 3082645"/>
              <a:gd name="connsiteX4-35" fmla="*/ 3466254 w 3475650"/>
              <a:gd name="connsiteY4-36" fmla="*/ 1452423 h 3082645"/>
              <a:gd name="connsiteX5-37" fmla="*/ 2679021 w 3475650"/>
              <a:gd name="connsiteY5-38" fmla="*/ 88887 h 3082645"/>
              <a:gd name="connsiteX6-39" fmla="*/ 2525051 w 3475650"/>
              <a:gd name="connsiteY6-40" fmla="*/ 0 h 3082645"/>
              <a:gd name="connsiteX7-41" fmla="*/ 950576 w 3475650"/>
              <a:gd name="connsiteY7-42" fmla="*/ 0 h 3082645"/>
              <a:gd name="connsiteX8-43" fmla="*/ 796623 w 3475650"/>
              <a:gd name="connsiteY8-44" fmla="*/ 88900 h 3082645"/>
              <a:gd name="connsiteX9-45" fmla="*/ 9390 w 3475650"/>
              <a:gd name="connsiteY9-46" fmla="*/ 1452436 h 3082645"/>
              <a:gd name="connsiteX10-47" fmla="*/ 9398 w 3475650"/>
              <a:gd name="connsiteY10-48" fmla="*/ 1630223 h 3082645"/>
              <a:gd name="connsiteX11-49" fmla="*/ 796631 w 3475650"/>
              <a:gd name="connsiteY11-50" fmla="*/ 2993759 h 3082645"/>
              <a:gd name="connsiteX12-51" fmla="*/ 950601 w 3475650"/>
              <a:gd name="connsiteY12-52" fmla="*/ 3082645 h 3082645"/>
              <a:gd name="connsiteX0-53" fmla="*/ 950601 w 3475650"/>
              <a:gd name="connsiteY0-54" fmla="*/ 3082645 h 3082645"/>
              <a:gd name="connsiteX1-55" fmla="*/ 2525075 w 3475650"/>
              <a:gd name="connsiteY1-56" fmla="*/ 3082645 h 3082645"/>
              <a:gd name="connsiteX2-57" fmla="*/ 2679028 w 3475650"/>
              <a:gd name="connsiteY2-58" fmla="*/ 2993745 h 3082645"/>
              <a:gd name="connsiteX3-59" fmla="*/ 3466261 w 3475650"/>
              <a:gd name="connsiteY3-60" fmla="*/ 1630209 h 3082645"/>
              <a:gd name="connsiteX4-61" fmla="*/ 3466254 w 3475650"/>
              <a:gd name="connsiteY4-62" fmla="*/ 1452423 h 3082645"/>
              <a:gd name="connsiteX5-63" fmla="*/ 2679021 w 3475650"/>
              <a:gd name="connsiteY5-64" fmla="*/ 88887 h 3082645"/>
              <a:gd name="connsiteX6-65" fmla="*/ 2525051 w 3475650"/>
              <a:gd name="connsiteY6-66" fmla="*/ 0 h 3082645"/>
              <a:gd name="connsiteX7-67" fmla="*/ 950576 w 3475650"/>
              <a:gd name="connsiteY7-68" fmla="*/ 0 h 3082645"/>
              <a:gd name="connsiteX8-69" fmla="*/ 796623 w 3475650"/>
              <a:gd name="connsiteY8-70" fmla="*/ 88900 h 3082645"/>
              <a:gd name="connsiteX9-71" fmla="*/ 9390 w 3475650"/>
              <a:gd name="connsiteY9-72" fmla="*/ 1452436 h 3082645"/>
              <a:gd name="connsiteX10-73" fmla="*/ 9398 w 3475650"/>
              <a:gd name="connsiteY10-74" fmla="*/ 1630223 h 3082645"/>
              <a:gd name="connsiteX11-75" fmla="*/ 796631 w 3475650"/>
              <a:gd name="connsiteY11-76" fmla="*/ 2993759 h 3082645"/>
              <a:gd name="connsiteX12-77" fmla="*/ 950601 w 3475650"/>
              <a:gd name="connsiteY12-78" fmla="*/ 3082645 h 3082645"/>
              <a:gd name="connsiteX0-79" fmla="*/ 950601 w 3475650"/>
              <a:gd name="connsiteY0-80" fmla="*/ 3082645 h 3082645"/>
              <a:gd name="connsiteX1-81" fmla="*/ 2525075 w 3475650"/>
              <a:gd name="connsiteY1-82" fmla="*/ 3082645 h 3082645"/>
              <a:gd name="connsiteX2-83" fmla="*/ 2679028 w 3475650"/>
              <a:gd name="connsiteY2-84" fmla="*/ 2993745 h 3082645"/>
              <a:gd name="connsiteX3-85" fmla="*/ 3466261 w 3475650"/>
              <a:gd name="connsiteY3-86" fmla="*/ 1630209 h 3082645"/>
              <a:gd name="connsiteX4-87" fmla="*/ 3466254 w 3475650"/>
              <a:gd name="connsiteY4-88" fmla="*/ 1452423 h 3082645"/>
              <a:gd name="connsiteX5-89" fmla="*/ 2679021 w 3475650"/>
              <a:gd name="connsiteY5-90" fmla="*/ 88887 h 3082645"/>
              <a:gd name="connsiteX6-91" fmla="*/ 2525051 w 3475650"/>
              <a:gd name="connsiteY6-92" fmla="*/ 0 h 3082645"/>
              <a:gd name="connsiteX7-93" fmla="*/ 950576 w 3475650"/>
              <a:gd name="connsiteY7-94" fmla="*/ 0 h 3082645"/>
              <a:gd name="connsiteX8-95" fmla="*/ 796623 w 3475650"/>
              <a:gd name="connsiteY8-96" fmla="*/ 88900 h 3082645"/>
              <a:gd name="connsiteX9-97" fmla="*/ 9390 w 3475650"/>
              <a:gd name="connsiteY9-98" fmla="*/ 1452436 h 3082645"/>
              <a:gd name="connsiteX10-99" fmla="*/ 9398 w 3475650"/>
              <a:gd name="connsiteY10-100" fmla="*/ 1630223 h 3082645"/>
              <a:gd name="connsiteX11-101" fmla="*/ 796631 w 3475650"/>
              <a:gd name="connsiteY11-102" fmla="*/ 2993759 h 3082645"/>
              <a:gd name="connsiteX12-103" fmla="*/ 950601 w 3475650"/>
              <a:gd name="connsiteY12-104" fmla="*/ 3082645 h 3082645"/>
              <a:gd name="connsiteX0-105" fmla="*/ 950601 w 3475650"/>
              <a:gd name="connsiteY0-106" fmla="*/ 3082645 h 3082645"/>
              <a:gd name="connsiteX1-107" fmla="*/ 2525075 w 3475650"/>
              <a:gd name="connsiteY1-108" fmla="*/ 3082645 h 3082645"/>
              <a:gd name="connsiteX2-109" fmla="*/ 2679028 w 3475650"/>
              <a:gd name="connsiteY2-110" fmla="*/ 2993745 h 3082645"/>
              <a:gd name="connsiteX3-111" fmla="*/ 3466261 w 3475650"/>
              <a:gd name="connsiteY3-112" fmla="*/ 1630209 h 3082645"/>
              <a:gd name="connsiteX4-113" fmla="*/ 3466254 w 3475650"/>
              <a:gd name="connsiteY4-114" fmla="*/ 1452423 h 3082645"/>
              <a:gd name="connsiteX5-115" fmla="*/ 2679021 w 3475650"/>
              <a:gd name="connsiteY5-116" fmla="*/ 88887 h 3082645"/>
              <a:gd name="connsiteX6-117" fmla="*/ 2525051 w 3475650"/>
              <a:gd name="connsiteY6-118" fmla="*/ 0 h 3082645"/>
              <a:gd name="connsiteX7-119" fmla="*/ 950576 w 3475650"/>
              <a:gd name="connsiteY7-120" fmla="*/ 0 h 3082645"/>
              <a:gd name="connsiteX8-121" fmla="*/ 796623 w 3475650"/>
              <a:gd name="connsiteY8-122" fmla="*/ 88900 h 3082645"/>
              <a:gd name="connsiteX9-123" fmla="*/ 9390 w 3475650"/>
              <a:gd name="connsiteY9-124" fmla="*/ 1452436 h 3082645"/>
              <a:gd name="connsiteX10-125" fmla="*/ 9398 w 3475650"/>
              <a:gd name="connsiteY10-126" fmla="*/ 1630223 h 3082645"/>
              <a:gd name="connsiteX11-127" fmla="*/ 796631 w 3475650"/>
              <a:gd name="connsiteY11-128" fmla="*/ 2993759 h 3082645"/>
              <a:gd name="connsiteX12-129" fmla="*/ 950601 w 3475650"/>
              <a:gd name="connsiteY12-130" fmla="*/ 3082645 h 3082645"/>
              <a:gd name="connsiteX0-131" fmla="*/ 950601 w 3475653"/>
              <a:gd name="connsiteY0-132" fmla="*/ 3082645 h 3082645"/>
              <a:gd name="connsiteX1-133" fmla="*/ 2525075 w 3475653"/>
              <a:gd name="connsiteY1-134" fmla="*/ 3082645 h 3082645"/>
              <a:gd name="connsiteX2-135" fmla="*/ 2679028 w 3475653"/>
              <a:gd name="connsiteY2-136" fmla="*/ 2993745 h 3082645"/>
              <a:gd name="connsiteX3-137" fmla="*/ 3466261 w 3475653"/>
              <a:gd name="connsiteY3-138" fmla="*/ 1630209 h 3082645"/>
              <a:gd name="connsiteX4-139" fmla="*/ 3466254 w 3475653"/>
              <a:gd name="connsiteY4-140" fmla="*/ 1452423 h 3082645"/>
              <a:gd name="connsiteX5-141" fmla="*/ 2679021 w 3475653"/>
              <a:gd name="connsiteY5-142" fmla="*/ 88887 h 3082645"/>
              <a:gd name="connsiteX6-143" fmla="*/ 2525051 w 3475653"/>
              <a:gd name="connsiteY6-144" fmla="*/ 0 h 3082645"/>
              <a:gd name="connsiteX7-145" fmla="*/ 950576 w 3475653"/>
              <a:gd name="connsiteY7-146" fmla="*/ 0 h 3082645"/>
              <a:gd name="connsiteX8-147" fmla="*/ 796623 w 3475653"/>
              <a:gd name="connsiteY8-148" fmla="*/ 88900 h 3082645"/>
              <a:gd name="connsiteX9-149" fmla="*/ 9390 w 3475653"/>
              <a:gd name="connsiteY9-150" fmla="*/ 1452436 h 3082645"/>
              <a:gd name="connsiteX10-151" fmla="*/ 9398 w 3475653"/>
              <a:gd name="connsiteY10-152" fmla="*/ 1630223 h 3082645"/>
              <a:gd name="connsiteX11-153" fmla="*/ 796631 w 3475653"/>
              <a:gd name="connsiteY11-154" fmla="*/ 2993759 h 3082645"/>
              <a:gd name="connsiteX12-155" fmla="*/ 950601 w 3475653"/>
              <a:gd name="connsiteY12-156" fmla="*/ 3082645 h 3082645"/>
              <a:gd name="connsiteX0-157" fmla="*/ 950601 w 3490661"/>
              <a:gd name="connsiteY0-158" fmla="*/ 3082645 h 3082645"/>
              <a:gd name="connsiteX1-159" fmla="*/ 2525075 w 3490661"/>
              <a:gd name="connsiteY1-160" fmla="*/ 3082645 h 3082645"/>
              <a:gd name="connsiteX2-161" fmla="*/ 2679028 w 3490661"/>
              <a:gd name="connsiteY2-162" fmla="*/ 2993745 h 3082645"/>
              <a:gd name="connsiteX3-163" fmla="*/ 3466261 w 3490661"/>
              <a:gd name="connsiteY3-164" fmla="*/ 1630209 h 3082645"/>
              <a:gd name="connsiteX4-165" fmla="*/ 3466254 w 3490661"/>
              <a:gd name="connsiteY4-166" fmla="*/ 1452423 h 3082645"/>
              <a:gd name="connsiteX5-167" fmla="*/ 2679021 w 3490661"/>
              <a:gd name="connsiteY5-168" fmla="*/ 88887 h 3082645"/>
              <a:gd name="connsiteX6-169" fmla="*/ 2525051 w 3490661"/>
              <a:gd name="connsiteY6-170" fmla="*/ 0 h 3082645"/>
              <a:gd name="connsiteX7-171" fmla="*/ 950576 w 3490661"/>
              <a:gd name="connsiteY7-172" fmla="*/ 0 h 3082645"/>
              <a:gd name="connsiteX8-173" fmla="*/ 796623 w 3490661"/>
              <a:gd name="connsiteY8-174" fmla="*/ 88900 h 3082645"/>
              <a:gd name="connsiteX9-175" fmla="*/ 9390 w 3490661"/>
              <a:gd name="connsiteY9-176" fmla="*/ 1452436 h 3082645"/>
              <a:gd name="connsiteX10-177" fmla="*/ 9398 w 3490661"/>
              <a:gd name="connsiteY10-178" fmla="*/ 1630223 h 3082645"/>
              <a:gd name="connsiteX11-179" fmla="*/ 796631 w 3490661"/>
              <a:gd name="connsiteY11-180" fmla="*/ 2993759 h 3082645"/>
              <a:gd name="connsiteX12-181" fmla="*/ 950601 w 3490661"/>
              <a:gd name="connsiteY12-182" fmla="*/ 3082645 h 3082645"/>
              <a:gd name="connsiteX0-183" fmla="*/ 950601 w 3490661"/>
              <a:gd name="connsiteY0-184" fmla="*/ 3082645 h 3082645"/>
              <a:gd name="connsiteX1-185" fmla="*/ 2525075 w 3490661"/>
              <a:gd name="connsiteY1-186" fmla="*/ 3082645 h 3082645"/>
              <a:gd name="connsiteX2-187" fmla="*/ 2679028 w 3490661"/>
              <a:gd name="connsiteY2-188" fmla="*/ 2993745 h 3082645"/>
              <a:gd name="connsiteX3-189" fmla="*/ 3466261 w 3490661"/>
              <a:gd name="connsiteY3-190" fmla="*/ 1630209 h 3082645"/>
              <a:gd name="connsiteX4-191" fmla="*/ 3466254 w 3490661"/>
              <a:gd name="connsiteY4-192" fmla="*/ 1452423 h 3082645"/>
              <a:gd name="connsiteX5-193" fmla="*/ 2679021 w 3490661"/>
              <a:gd name="connsiteY5-194" fmla="*/ 88887 h 3082645"/>
              <a:gd name="connsiteX6-195" fmla="*/ 2525051 w 3490661"/>
              <a:gd name="connsiteY6-196" fmla="*/ 0 h 3082645"/>
              <a:gd name="connsiteX7-197" fmla="*/ 950576 w 3490661"/>
              <a:gd name="connsiteY7-198" fmla="*/ 0 h 3082645"/>
              <a:gd name="connsiteX8-199" fmla="*/ 796623 w 3490661"/>
              <a:gd name="connsiteY8-200" fmla="*/ 88900 h 3082645"/>
              <a:gd name="connsiteX9-201" fmla="*/ 9390 w 3490661"/>
              <a:gd name="connsiteY9-202" fmla="*/ 1452436 h 3082645"/>
              <a:gd name="connsiteX10-203" fmla="*/ 9398 w 3490661"/>
              <a:gd name="connsiteY10-204" fmla="*/ 1630223 h 3082645"/>
              <a:gd name="connsiteX11-205" fmla="*/ 796631 w 3490661"/>
              <a:gd name="connsiteY11-206" fmla="*/ 2993759 h 3082645"/>
              <a:gd name="connsiteX12-207" fmla="*/ 950601 w 3490661"/>
              <a:gd name="connsiteY12-208" fmla="*/ 3082645 h 3082645"/>
              <a:gd name="connsiteX0-209" fmla="*/ 950601 w 3490661"/>
              <a:gd name="connsiteY0-210" fmla="*/ 3082645 h 3082645"/>
              <a:gd name="connsiteX1-211" fmla="*/ 2525075 w 3490661"/>
              <a:gd name="connsiteY1-212" fmla="*/ 3082645 h 3082645"/>
              <a:gd name="connsiteX2-213" fmla="*/ 2679028 w 3490661"/>
              <a:gd name="connsiteY2-214" fmla="*/ 2993745 h 3082645"/>
              <a:gd name="connsiteX3-215" fmla="*/ 3466261 w 3490661"/>
              <a:gd name="connsiteY3-216" fmla="*/ 1630209 h 3082645"/>
              <a:gd name="connsiteX4-217" fmla="*/ 3466254 w 3490661"/>
              <a:gd name="connsiteY4-218" fmla="*/ 1452423 h 3082645"/>
              <a:gd name="connsiteX5-219" fmla="*/ 2679021 w 3490661"/>
              <a:gd name="connsiteY5-220" fmla="*/ 88887 h 3082645"/>
              <a:gd name="connsiteX6-221" fmla="*/ 2525051 w 3490661"/>
              <a:gd name="connsiteY6-222" fmla="*/ 0 h 3082645"/>
              <a:gd name="connsiteX7-223" fmla="*/ 950576 w 3490661"/>
              <a:gd name="connsiteY7-224" fmla="*/ 0 h 3082645"/>
              <a:gd name="connsiteX8-225" fmla="*/ 796623 w 3490661"/>
              <a:gd name="connsiteY8-226" fmla="*/ 88900 h 3082645"/>
              <a:gd name="connsiteX9-227" fmla="*/ 9390 w 3490661"/>
              <a:gd name="connsiteY9-228" fmla="*/ 1452436 h 3082645"/>
              <a:gd name="connsiteX10-229" fmla="*/ 9398 w 3490661"/>
              <a:gd name="connsiteY10-230" fmla="*/ 1630223 h 3082645"/>
              <a:gd name="connsiteX11-231" fmla="*/ 796631 w 3490661"/>
              <a:gd name="connsiteY11-232" fmla="*/ 2993759 h 3082645"/>
              <a:gd name="connsiteX12-233" fmla="*/ 950601 w 3490661"/>
              <a:gd name="connsiteY12-234" fmla="*/ 3082645 h 3082645"/>
              <a:gd name="connsiteX0-235" fmla="*/ 950601 w 3490661"/>
              <a:gd name="connsiteY0-236" fmla="*/ 3082645 h 3082645"/>
              <a:gd name="connsiteX1-237" fmla="*/ 2525075 w 3490661"/>
              <a:gd name="connsiteY1-238" fmla="*/ 3082645 h 3082645"/>
              <a:gd name="connsiteX2-239" fmla="*/ 2679028 w 3490661"/>
              <a:gd name="connsiteY2-240" fmla="*/ 2993745 h 3082645"/>
              <a:gd name="connsiteX3-241" fmla="*/ 3466261 w 3490661"/>
              <a:gd name="connsiteY3-242" fmla="*/ 1630209 h 3082645"/>
              <a:gd name="connsiteX4-243" fmla="*/ 3466254 w 3490661"/>
              <a:gd name="connsiteY4-244" fmla="*/ 1452423 h 3082645"/>
              <a:gd name="connsiteX5-245" fmla="*/ 2679021 w 3490661"/>
              <a:gd name="connsiteY5-246" fmla="*/ 88887 h 3082645"/>
              <a:gd name="connsiteX6-247" fmla="*/ 2525051 w 3490661"/>
              <a:gd name="connsiteY6-248" fmla="*/ 0 h 3082645"/>
              <a:gd name="connsiteX7-249" fmla="*/ 950576 w 3490661"/>
              <a:gd name="connsiteY7-250" fmla="*/ 0 h 3082645"/>
              <a:gd name="connsiteX8-251" fmla="*/ 796623 w 3490661"/>
              <a:gd name="connsiteY8-252" fmla="*/ 88900 h 3082645"/>
              <a:gd name="connsiteX9-253" fmla="*/ 9390 w 3490661"/>
              <a:gd name="connsiteY9-254" fmla="*/ 1452436 h 3082645"/>
              <a:gd name="connsiteX10-255" fmla="*/ 9398 w 3490661"/>
              <a:gd name="connsiteY10-256" fmla="*/ 1630223 h 3082645"/>
              <a:gd name="connsiteX11-257" fmla="*/ 796631 w 3490661"/>
              <a:gd name="connsiteY11-258" fmla="*/ 2993759 h 3082645"/>
              <a:gd name="connsiteX12-259" fmla="*/ 950601 w 3490661"/>
              <a:gd name="connsiteY12-260" fmla="*/ 3082645 h 3082645"/>
              <a:gd name="connsiteX0-261" fmla="*/ 950601 w 3490661"/>
              <a:gd name="connsiteY0-262" fmla="*/ 3082645 h 3082645"/>
              <a:gd name="connsiteX1-263" fmla="*/ 2525075 w 3490661"/>
              <a:gd name="connsiteY1-264" fmla="*/ 3082645 h 3082645"/>
              <a:gd name="connsiteX2-265" fmla="*/ 2679028 w 3490661"/>
              <a:gd name="connsiteY2-266" fmla="*/ 2993745 h 3082645"/>
              <a:gd name="connsiteX3-267" fmla="*/ 3466261 w 3490661"/>
              <a:gd name="connsiteY3-268" fmla="*/ 1630209 h 3082645"/>
              <a:gd name="connsiteX4-269" fmla="*/ 3466254 w 3490661"/>
              <a:gd name="connsiteY4-270" fmla="*/ 1452423 h 3082645"/>
              <a:gd name="connsiteX5-271" fmla="*/ 2679021 w 3490661"/>
              <a:gd name="connsiteY5-272" fmla="*/ 88887 h 3082645"/>
              <a:gd name="connsiteX6-273" fmla="*/ 2525051 w 3490661"/>
              <a:gd name="connsiteY6-274" fmla="*/ 0 h 3082645"/>
              <a:gd name="connsiteX7-275" fmla="*/ 950576 w 3490661"/>
              <a:gd name="connsiteY7-276" fmla="*/ 0 h 3082645"/>
              <a:gd name="connsiteX8-277" fmla="*/ 796623 w 3490661"/>
              <a:gd name="connsiteY8-278" fmla="*/ 88900 h 3082645"/>
              <a:gd name="connsiteX9-279" fmla="*/ 9390 w 3490661"/>
              <a:gd name="connsiteY9-280" fmla="*/ 1452436 h 3082645"/>
              <a:gd name="connsiteX10-281" fmla="*/ 9398 w 3490661"/>
              <a:gd name="connsiteY10-282" fmla="*/ 1630223 h 3082645"/>
              <a:gd name="connsiteX11-283" fmla="*/ 796631 w 3490661"/>
              <a:gd name="connsiteY11-284" fmla="*/ 2993759 h 3082645"/>
              <a:gd name="connsiteX12-285" fmla="*/ 950601 w 3490661"/>
              <a:gd name="connsiteY12-286" fmla="*/ 3082645 h 3082645"/>
              <a:gd name="connsiteX0-287" fmla="*/ 950601 w 3490661"/>
              <a:gd name="connsiteY0-288" fmla="*/ 3082645 h 3082645"/>
              <a:gd name="connsiteX1-289" fmla="*/ 2525075 w 3490661"/>
              <a:gd name="connsiteY1-290" fmla="*/ 3082645 h 3082645"/>
              <a:gd name="connsiteX2-291" fmla="*/ 2679028 w 3490661"/>
              <a:gd name="connsiteY2-292" fmla="*/ 2993745 h 3082645"/>
              <a:gd name="connsiteX3-293" fmla="*/ 3466261 w 3490661"/>
              <a:gd name="connsiteY3-294" fmla="*/ 1630209 h 3082645"/>
              <a:gd name="connsiteX4-295" fmla="*/ 3466254 w 3490661"/>
              <a:gd name="connsiteY4-296" fmla="*/ 1452423 h 3082645"/>
              <a:gd name="connsiteX5-297" fmla="*/ 2679021 w 3490661"/>
              <a:gd name="connsiteY5-298" fmla="*/ 88887 h 3082645"/>
              <a:gd name="connsiteX6-299" fmla="*/ 2525051 w 3490661"/>
              <a:gd name="connsiteY6-300" fmla="*/ 0 h 3082645"/>
              <a:gd name="connsiteX7-301" fmla="*/ 950576 w 3490661"/>
              <a:gd name="connsiteY7-302" fmla="*/ 0 h 3082645"/>
              <a:gd name="connsiteX8-303" fmla="*/ 796623 w 3490661"/>
              <a:gd name="connsiteY8-304" fmla="*/ 88900 h 3082645"/>
              <a:gd name="connsiteX9-305" fmla="*/ 9390 w 3490661"/>
              <a:gd name="connsiteY9-306" fmla="*/ 1452436 h 3082645"/>
              <a:gd name="connsiteX10-307" fmla="*/ 9398 w 3490661"/>
              <a:gd name="connsiteY10-308" fmla="*/ 1630223 h 3082645"/>
              <a:gd name="connsiteX11-309" fmla="*/ 796631 w 3490661"/>
              <a:gd name="connsiteY11-310" fmla="*/ 2993759 h 3082645"/>
              <a:gd name="connsiteX12-311" fmla="*/ 950601 w 3490661"/>
              <a:gd name="connsiteY12-312" fmla="*/ 3082645 h 3082645"/>
              <a:gd name="connsiteX0-313" fmla="*/ 950601 w 3490661"/>
              <a:gd name="connsiteY0-314" fmla="*/ 3082645 h 3082645"/>
              <a:gd name="connsiteX1-315" fmla="*/ 2525075 w 3490661"/>
              <a:gd name="connsiteY1-316" fmla="*/ 3082645 h 3082645"/>
              <a:gd name="connsiteX2-317" fmla="*/ 2679028 w 3490661"/>
              <a:gd name="connsiteY2-318" fmla="*/ 2993745 h 3082645"/>
              <a:gd name="connsiteX3-319" fmla="*/ 3466261 w 3490661"/>
              <a:gd name="connsiteY3-320" fmla="*/ 1630209 h 3082645"/>
              <a:gd name="connsiteX4-321" fmla="*/ 3466254 w 3490661"/>
              <a:gd name="connsiteY4-322" fmla="*/ 1452423 h 3082645"/>
              <a:gd name="connsiteX5-323" fmla="*/ 2679021 w 3490661"/>
              <a:gd name="connsiteY5-324" fmla="*/ 88887 h 3082645"/>
              <a:gd name="connsiteX6-325" fmla="*/ 2525051 w 3490661"/>
              <a:gd name="connsiteY6-326" fmla="*/ 0 h 3082645"/>
              <a:gd name="connsiteX7-327" fmla="*/ 950576 w 3490661"/>
              <a:gd name="connsiteY7-328" fmla="*/ 0 h 3082645"/>
              <a:gd name="connsiteX8-329" fmla="*/ 796623 w 3490661"/>
              <a:gd name="connsiteY8-330" fmla="*/ 88900 h 3082645"/>
              <a:gd name="connsiteX9-331" fmla="*/ 9390 w 3490661"/>
              <a:gd name="connsiteY9-332" fmla="*/ 1452436 h 3082645"/>
              <a:gd name="connsiteX10-333" fmla="*/ 9398 w 3490661"/>
              <a:gd name="connsiteY10-334" fmla="*/ 1630223 h 3082645"/>
              <a:gd name="connsiteX11-335" fmla="*/ 796631 w 3490661"/>
              <a:gd name="connsiteY11-336" fmla="*/ 2993759 h 3082645"/>
              <a:gd name="connsiteX12-337" fmla="*/ 950601 w 3490661"/>
              <a:gd name="connsiteY12-338" fmla="*/ 3082645 h 3082645"/>
              <a:gd name="connsiteX0-339" fmla="*/ 950601 w 3490661"/>
              <a:gd name="connsiteY0-340" fmla="*/ 3082645 h 3082645"/>
              <a:gd name="connsiteX1-341" fmla="*/ 2525075 w 3490661"/>
              <a:gd name="connsiteY1-342" fmla="*/ 3082645 h 3082645"/>
              <a:gd name="connsiteX2-343" fmla="*/ 2679028 w 3490661"/>
              <a:gd name="connsiteY2-344" fmla="*/ 2993745 h 3082645"/>
              <a:gd name="connsiteX3-345" fmla="*/ 3466261 w 3490661"/>
              <a:gd name="connsiteY3-346" fmla="*/ 1630209 h 3082645"/>
              <a:gd name="connsiteX4-347" fmla="*/ 3466254 w 3490661"/>
              <a:gd name="connsiteY4-348" fmla="*/ 1452423 h 3082645"/>
              <a:gd name="connsiteX5-349" fmla="*/ 2679021 w 3490661"/>
              <a:gd name="connsiteY5-350" fmla="*/ 88887 h 3082645"/>
              <a:gd name="connsiteX6-351" fmla="*/ 2525051 w 3490661"/>
              <a:gd name="connsiteY6-352" fmla="*/ 0 h 3082645"/>
              <a:gd name="connsiteX7-353" fmla="*/ 950576 w 3490661"/>
              <a:gd name="connsiteY7-354" fmla="*/ 0 h 3082645"/>
              <a:gd name="connsiteX8-355" fmla="*/ 796623 w 3490661"/>
              <a:gd name="connsiteY8-356" fmla="*/ 88900 h 3082645"/>
              <a:gd name="connsiteX9-357" fmla="*/ 9390 w 3490661"/>
              <a:gd name="connsiteY9-358" fmla="*/ 1452436 h 3082645"/>
              <a:gd name="connsiteX10-359" fmla="*/ 9398 w 3490661"/>
              <a:gd name="connsiteY10-360" fmla="*/ 1630223 h 3082645"/>
              <a:gd name="connsiteX11-361" fmla="*/ 796631 w 3490661"/>
              <a:gd name="connsiteY11-362" fmla="*/ 2993759 h 3082645"/>
              <a:gd name="connsiteX12-363" fmla="*/ 950601 w 3490661"/>
              <a:gd name="connsiteY12-364" fmla="*/ 3082645 h 3082645"/>
              <a:gd name="connsiteX0-365" fmla="*/ 950601 w 3490661"/>
              <a:gd name="connsiteY0-366" fmla="*/ 3082645 h 3082645"/>
              <a:gd name="connsiteX1-367" fmla="*/ 2525075 w 3490661"/>
              <a:gd name="connsiteY1-368" fmla="*/ 3082645 h 3082645"/>
              <a:gd name="connsiteX2-369" fmla="*/ 2679028 w 3490661"/>
              <a:gd name="connsiteY2-370" fmla="*/ 2993745 h 3082645"/>
              <a:gd name="connsiteX3-371" fmla="*/ 3466261 w 3490661"/>
              <a:gd name="connsiteY3-372" fmla="*/ 1630209 h 3082645"/>
              <a:gd name="connsiteX4-373" fmla="*/ 3466254 w 3490661"/>
              <a:gd name="connsiteY4-374" fmla="*/ 1452423 h 3082645"/>
              <a:gd name="connsiteX5-375" fmla="*/ 2679021 w 3490661"/>
              <a:gd name="connsiteY5-376" fmla="*/ 88887 h 3082645"/>
              <a:gd name="connsiteX6-377" fmla="*/ 2525051 w 3490661"/>
              <a:gd name="connsiteY6-378" fmla="*/ 0 h 3082645"/>
              <a:gd name="connsiteX7-379" fmla="*/ 950576 w 3490661"/>
              <a:gd name="connsiteY7-380" fmla="*/ 0 h 3082645"/>
              <a:gd name="connsiteX8-381" fmla="*/ 796623 w 3490661"/>
              <a:gd name="connsiteY8-382" fmla="*/ 88900 h 3082645"/>
              <a:gd name="connsiteX9-383" fmla="*/ 9390 w 3490661"/>
              <a:gd name="connsiteY9-384" fmla="*/ 1452436 h 3082645"/>
              <a:gd name="connsiteX10-385" fmla="*/ 9398 w 3490661"/>
              <a:gd name="connsiteY10-386" fmla="*/ 1630223 h 3082645"/>
              <a:gd name="connsiteX11-387" fmla="*/ 796631 w 3490661"/>
              <a:gd name="connsiteY11-388" fmla="*/ 2993759 h 3082645"/>
              <a:gd name="connsiteX12-389" fmla="*/ 950601 w 3490661"/>
              <a:gd name="connsiteY12-390" fmla="*/ 3082645 h 3082645"/>
              <a:gd name="connsiteX0-391" fmla="*/ 950601 w 3490661"/>
              <a:gd name="connsiteY0-392" fmla="*/ 3082645 h 3082645"/>
              <a:gd name="connsiteX1-393" fmla="*/ 2525075 w 3490661"/>
              <a:gd name="connsiteY1-394" fmla="*/ 3082645 h 3082645"/>
              <a:gd name="connsiteX2-395" fmla="*/ 2679028 w 3490661"/>
              <a:gd name="connsiteY2-396" fmla="*/ 2993745 h 3082645"/>
              <a:gd name="connsiteX3-397" fmla="*/ 3466261 w 3490661"/>
              <a:gd name="connsiteY3-398" fmla="*/ 1630209 h 3082645"/>
              <a:gd name="connsiteX4-399" fmla="*/ 3466254 w 3490661"/>
              <a:gd name="connsiteY4-400" fmla="*/ 1452423 h 3082645"/>
              <a:gd name="connsiteX5-401" fmla="*/ 2679021 w 3490661"/>
              <a:gd name="connsiteY5-402" fmla="*/ 88887 h 3082645"/>
              <a:gd name="connsiteX6-403" fmla="*/ 2525051 w 3490661"/>
              <a:gd name="connsiteY6-404" fmla="*/ 0 h 3082645"/>
              <a:gd name="connsiteX7-405" fmla="*/ 950576 w 3490661"/>
              <a:gd name="connsiteY7-406" fmla="*/ 0 h 3082645"/>
              <a:gd name="connsiteX8-407" fmla="*/ 796623 w 3490661"/>
              <a:gd name="connsiteY8-408" fmla="*/ 88900 h 3082645"/>
              <a:gd name="connsiteX9-409" fmla="*/ 9390 w 3490661"/>
              <a:gd name="connsiteY9-410" fmla="*/ 1452436 h 3082645"/>
              <a:gd name="connsiteX10-411" fmla="*/ 9398 w 3490661"/>
              <a:gd name="connsiteY10-412" fmla="*/ 1630223 h 3082645"/>
              <a:gd name="connsiteX11-413" fmla="*/ 796631 w 3490661"/>
              <a:gd name="connsiteY11-414" fmla="*/ 2993759 h 3082645"/>
              <a:gd name="connsiteX12-415" fmla="*/ 950601 w 3490661"/>
              <a:gd name="connsiteY12-416" fmla="*/ 3082645 h 3082645"/>
              <a:gd name="connsiteX0-417" fmla="*/ 950601 w 3490661"/>
              <a:gd name="connsiteY0-418" fmla="*/ 3082645 h 3082645"/>
              <a:gd name="connsiteX1-419" fmla="*/ 2525075 w 3490661"/>
              <a:gd name="connsiteY1-420" fmla="*/ 3082645 h 3082645"/>
              <a:gd name="connsiteX2-421" fmla="*/ 2679028 w 3490661"/>
              <a:gd name="connsiteY2-422" fmla="*/ 2993745 h 3082645"/>
              <a:gd name="connsiteX3-423" fmla="*/ 3466261 w 3490661"/>
              <a:gd name="connsiteY3-424" fmla="*/ 1630209 h 3082645"/>
              <a:gd name="connsiteX4-425" fmla="*/ 3466254 w 3490661"/>
              <a:gd name="connsiteY4-426" fmla="*/ 1452423 h 3082645"/>
              <a:gd name="connsiteX5-427" fmla="*/ 2679021 w 3490661"/>
              <a:gd name="connsiteY5-428" fmla="*/ 88887 h 3082645"/>
              <a:gd name="connsiteX6-429" fmla="*/ 2525051 w 3490661"/>
              <a:gd name="connsiteY6-430" fmla="*/ 0 h 3082645"/>
              <a:gd name="connsiteX7-431" fmla="*/ 950576 w 3490661"/>
              <a:gd name="connsiteY7-432" fmla="*/ 0 h 3082645"/>
              <a:gd name="connsiteX8-433" fmla="*/ 796623 w 3490661"/>
              <a:gd name="connsiteY8-434" fmla="*/ 88900 h 3082645"/>
              <a:gd name="connsiteX9-435" fmla="*/ 9390 w 3490661"/>
              <a:gd name="connsiteY9-436" fmla="*/ 1452436 h 3082645"/>
              <a:gd name="connsiteX10-437" fmla="*/ 9398 w 3490661"/>
              <a:gd name="connsiteY10-438" fmla="*/ 1630223 h 3082645"/>
              <a:gd name="connsiteX11-439" fmla="*/ 796631 w 3490661"/>
              <a:gd name="connsiteY11-440" fmla="*/ 2993759 h 3082645"/>
              <a:gd name="connsiteX12-441" fmla="*/ 950601 w 3490661"/>
              <a:gd name="connsiteY12-442" fmla="*/ 3082645 h 3082645"/>
              <a:gd name="connsiteX0-443" fmla="*/ 950603 w 3490663"/>
              <a:gd name="connsiteY0-444" fmla="*/ 3082645 h 3082645"/>
              <a:gd name="connsiteX1-445" fmla="*/ 2525077 w 3490663"/>
              <a:gd name="connsiteY1-446" fmla="*/ 3082645 h 3082645"/>
              <a:gd name="connsiteX2-447" fmla="*/ 2679030 w 3490663"/>
              <a:gd name="connsiteY2-448" fmla="*/ 2993745 h 3082645"/>
              <a:gd name="connsiteX3-449" fmla="*/ 3466263 w 3490663"/>
              <a:gd name="connsiteY3-450" fmla="*/ 1630209 h 3082645"/>
              <a:gd name="connsiteX4-451" fmla="*/ 3466256 w 3490663"/>
              <a:gd name="connsiteY4-452" fmla="*/ 1452423 h 3082645"/>
              <a:gd name="connsiteX5-453" fmla="*/ 2679023 w 3490663"/>
              <a:gd name="connsiteY5-454" fmla="*/ 88887 h 3082645"/>
              <a:gd name="connsiteX6-455" fmla="*/ 2525053 w 3490663"/>
              <a:gd name="connsiteY6-456" fmla="*/ 0 h 3082645"/>
              <a:gd name="connsiteX7-457" fmla="*/ 950578 w 3490663"/>
              <a:gd name="connsiteY7-458" fmla="*/ 0 h 3082645"/>
              <a:gd name="connsiteX8-459" fmla="*/ 796625 w 3490663"/>
              <a:gd name="connsiteY8-460" fmla="*/ 88900 h 3082645"/>
              <a:gd name="connsiteX9-461" fmla="*/ 9392 w 3490663"/>
              <a:gd name="connsiteY9-462" fmla="*/ 1452436 h 3082645"/>
              <a:gd name="connsiteX10-463" fmla="*/ 9400 w 3490663"/>
              <a:gd name="connsiteY10-464" fmla="*/ 1630223 h 3082645"/>
              <a:gd name="connsiteX11-465" fmla="*/ 796633 w 3490663"/>
              <a:gd name="connsiteY11-466" fmla="*/ 2993759 h 3082645"/>
              <a:gd name="connsiteX12-467" fmla="*/ 950603 w 3490663"/>
              <a:gd name="connsiteY12-468" fmla="*/ 3082645 h 3082645"/>
              <a:gd name="connsiteX0-469" fmla="*/ 965611 w 3505671"/>
              <a:gd name="connsiteY0-470" fmla="*/ 3082645 h 3082645"/>
              <a:gd name="connsiteX1-471" fmla="*/ 2540085 w 3505671"/>
              <a:gd name="connsiteY1-472" fmla="*/ 3082645 h 3082645"/>
              <a:gd name="connsiteX2-473" fmla="*/ 2694038 w 3505671"/>
              <a:gd name="connsiteY2-474" fmla="*/ 2993745 h 3082645"/>
              <a:gd name="connsiteX3-475" fmla="*/ 3481271 w 3505671"/>
              <a:gd name="connsiteY3-476" fmla="*/ 1630209 h 3082645"/>
              <a:gd name="connsiteX4-477" fmla="*/ 3481264 w 3505671"/>
              <a:gd name="connsiteY4-478" fmla="*/ 1452423 h 3082645"/>
              <a:gd name="connsiteX5-479" fmla="*/ 2694031 w 3505671"/>
              <a:gd name="connsiteY5-480" fmla="*/ 88887 h 3082645"/>
              <a:gd name="connsiteX6-481" fmla="*/ 2540061 w 3505671"/>
              <a:gd name="connsiteY6-482" fmla="*/ 0 h 3082645"/>
              <a:gd name="connsiteX7-483" fmla="*/ 965586 w 3505671"/>
              <a:gd name="connsiteY7-484" fmla="*/ 0 h 3082645"/>
              <a:gd name="connsiteX8-485" fmla="*/ 811633 w 3505671"/>
              <a:gd name="connsiteY8-486" fmla="*/ 88900 h 3082645"/>
              <a:gd name="connsiteX9-487" fmla="*/ 24400 w 3505671"/>
              <a:gd name="connsiteY9-488" fmla="*/ 1452436 h 3082645"/>
              <a:gd name="connsiteX10-489" fmla="*/ 24408 w 3505671"/>
              <a:gd name="connsiteY10-490" fmla="*/ 1630223 h 3082645"/>
              <a:gd name="connsiteX11-491" fmla="*/ 811641 w 3505671"/>
              <a:gd name="connsiteY11-492" fmla="*/ 2993759 h 3082645"/>
              <a:gd name="connsiteX12-493" fmla="*/ 965611 w 3505671"/>
              <a:gd name="connsiteY12-494" fmla="*/ 3082645 h 3082645"/>
              <a:gd name="connsiteX0-495" fmla="*/ 965611 w 3505671"/>
              <a:gd name="connsiteY0-496" fmla="*/ 3082645 h 3082645"/>
              <a:gd name="connsiteX1-497" fmla="*/ 2540085 w 3505671"/>
              <a:gd name="connsiteY1-498" fmla="*/ 3082645 h 3082645"/>
              <a:gd name="connsiteX2-499" fmla="*/ 2694038 w 3505671"/>
              <a:gd name="connsiteY2-500" fmla="*/ 2993745 h 3082645"/>
              <a:gd name="connsiteX3-501" fmla="*/ 3481271 w 3505671"/>
              <a:gd name="connsiteY3-502" fmla="*/ 1630209 h 3082645"/>
              <a:gd name="connsiteX4-503" fmla="*/ 3481264 w 3505671"/>
              <a:gd name="connsiteY4-504" fmla="*/ 1452423 h 3082645"/>
              <a:gd name="connsiteX5-505" fmla="*/ 2694031 w 3505671"/>
              <a:gd name="connsiteY5-506" fmla="*/ 88887 h 3082645"/>
              <a:gd name="connsiteX6-507" fmla="*/ 2540061 w 3505671"/>
              <a:gd name="connsiteY6-508" fmla="*/ 0 h 3082645"/>
              <a:gd name="connsiteX7-509" fmla="*/ 965586 w 3505671"/>
              <a:gd name="connsiteY7-510" fmla="*/ 0 h 3082645"/>
              <a:gd name="connsiteX8-511" fmla="*/ 811633 w 3505671"/>
              <a:gd name="connsiteY8-512" fmla="*/ 88900 h 3082645"/>
              <a:gd name="connsiteX9-513" fmla="*/ 24400 w 3505671"/>
              <a:gd name="connsiteY9-514" fmla="*/ 1452436 h 3082645"/>
              <a:gd name="connsiteX10-515" fmla="*/ 24408 w 3505671"/>
              <a:gd name="connsiteY10-516" fmla="*/ 1630223 h 3082645"/>
              <a:gd name="connsiteX11-517" fmla="*/ 811641 w 3505671"/>
              <a:gd name="connsiteY11-518" fmla="*/ 2993759 h 3082645"/>
              <a:gd name="connsiteX12-519" fmla="*/ 965611 w 3505671"/>
              <a:gd name="connsiteY12-520" fmla="*/ 3082645 h 3082645"/>
              <a:gd name="connsiteX0-521" fmla="*/ 965611 w 3505671"/>
              <a:gd name="connsiteY0-522" fmla="*/ 3082645 h 3082645"/>
              <a:gd name="connsiteX1-523" fmla="*/ 2540085 w 3505671"/>
              <a:gd name="connsiteY1-524" fmla="*/ 3082645 h 3082645"/>
              <a:gd name="connsiteX2-525" fmla="*/ 2694038 w 3505671"/>
              <a:gd name="connsiteY2-526" fmla="*/ 2993745 h 3082645"/>
              <a:gd name="connsiteX3-527" fmla="*/ 3481271 w 3505671"/>
              <a:gd name="connsiteY3-528" fmla="*/ 1630209 h 3082645"/>
              <a:gd name="connsiteX4-529" fmla="*/ 3481264 w 3505671"/>
              <a:gd name="connsiteY4-530" fmla="*/ 1452423 h 3082645"/>
              <a:gd name="connsiteX5-531" fmla="*/ 2694031 w 3505671"/>
              <a:gd name="connsiteY5-532" fmla="*/ 88887 h 3082645"/>
              <a:gd name="connsiteX6-533" fmla="*/ 2540061 w 3505671"/>
              <a:gd name="connsiteY6-534" fmla="*/ 0 h 3082645"/>
              <a:gd name="connsiteX7-535" fmla="*/ 965586 w 3505671"/>
              <a:gd name="connsiteY7-536" fmla="*/ 0 h 3082645"/>
              <a:gd name="connsiteX8-537" fmla="*/ 811633 w 3505671"/>
              <a:gd name="connsiteY8-538" fmla="*/ 88900 h 3082645"/>
              <a:gd name="connsiteX9-539" fmla="*/ 24400 w 3505671"/>
              <a:gd name="connsiteY9-540" fmla="*/ 1452436 h 3082645"/>
              <a:gd name="connsiteX10-541" fmla="*/ 24408 w 3505671"/>
              <a:gd name="connsiteY10-542" fmla="*/ 1630223 h 3082645"/>
              <a:gd name="connsiteX11-543" fmla="*/ 811641 w 3505671"/>
              <a:gd name="connsiteY11-544" fmla="*/ 2993759 h 3082645"/>
              <a:gd name="connsiteX12-545" fmla="*/ 965611 w 3505671"/>
              <a:gd name="connsiteY12-546" fmla="*/ 3082645 h 3082645"/>
              <a:gd name="connsiteX0-547" fmla="*/ 965611 w 3505671"/>
              <a:gd name="connsiteY0-548" fmla="*/ 3082645 h 3082645"/>
              <a:gd name="connsiteX1-549" fmla="*/ 2540085 w 3505671"/>
              <a:gd name="connsiteY1-550" fmla="*/ 3082645 h 3082645"/>
              <a:gd name="connsiteX2-551" fmla="*/ 2694038 w 3505671"/>
              <a:gd name="connsiteY2-552" fmla="*/ 2993745 h 3082645"/>
              <a:gd name="connsiteX3-553" fmla="*/ 3481271 w 3505671"/>
              <a:gd name="connsiteY3-554" fmla="*/ 1630209 h 3082645"/>
              <a:gd name="connsiteX4-555" fmla="*/ 3481264 w 3505671"/>
              <a:gd name="connsiteY4-556" fmla="*/ 1452423 h 3082645"/>
              <a:gd name="connsiteX5-557" fmla="*/ 2694031 w 3505671"/>
              <a:gd name="connsiteY5-558" fmla="*/ 88887 h 3082645"/>
              <a:gd name="connsiteX6-559" fmla="*/ 2540061 w 3505671"/>
              <a:gd name="connsiteY6-560" fmla="*/ 0 h 3082645"/>
              <a:gd name="connsiteX7-561" fmla="*/ 965586 w 3505671"/>
              <a:gd name="connsiteY7-562" fmla="*/ 0 h 3082645"/>
              <a:gd name="connsiteX8-563" fmla="*/ 811633 w 3505671"/>
              <a:gd name="connsiteY8-564" fmla="*/ 88900 h 3082645"/>
              <a:gd name="connsiteX9-565" fmla="*/ 24400 w 3505671"/>
              <a:gd name="connsiteY9-566" fmla="*/ 1452436 h 3082645"/>
              <a:gd name="connsiteX10-567" fmla="*/ 24408 w 3505671"/>
              <a:gd name="connsiteY10-568" fmla="*/ 1630223 h 3082645"/>
              <a:gd name="connsiteX11-569" fmla="*/ 811641 w 3505671"/>
              <a:gd name="connsiteY11-570" fmla="*/ 2993759 h 3082645"/>
              <a:gd name="connsiteX12-571" fmla="*/ 965611 w 3505671"/>
              <a:gd name="connsiteY12-572" fmla="*/ 3082645 h 30826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3505671" h="3082645">
                <a:moveTo>
                  <a:pt x="965611" y="3082645"/>
                </a:moveTo>
                <a:cubicBezTo>
                  <a:pt x="1030690" y="3082645"/>
                  <a:pt x="2475006" y="3082646"/>
                  <a:pt x="2540085" y="3082645"/>
                </a:cubicBezTo>
                <a:cubicBezTo>
                  <a:pt x="2605164" y="3082646"/>
                  <a:pt x="2661499" y="3050107"/>
                  <a:pt x="2694038" y="2993745"/>
                </a:cubicBezTo>
                <a:cubicBezTo>
                  <a:pt x="2726578" y="2937386"/>
                  <a:pt x="3448731" y="1686570"/>
                  <a:pt x="3481271" y="1630209"/>
                </a:cubicBezTo>
                <a:cubicBezTo>
                  <a:pt x="3513810" y="1573850"/>
                  <a:pt x="3513803" y="1508784"/>
                  <a:pt x="3481264" y="1452423"/>
                </a:cubicBezTo>
                <a:cubicBezTo>
                  <a:pt x="3448724" y="1396064"/>
                  <a:pt x="2726570" y="145248"/>
                  <a:pt x="2694031" y="88887"/>
                </a:cubicBezTo>
                <a:cubicBezTo>
                  <a:pt x="2661492" y="32528"/>
                  <a:pt x="2605139" y="1"/>
                  <a:pt x="2540061" y="0"/>
                </a:cubicBezTo>
                <a:cubicBezTo>
                  <a:pt x="2474982" y="1"/>
                  <a:pt x="1030665" y="1"/>
                  <a:pt x="965586" y="0"/>
                </a:cubicBezTo>
                <a:cubicBezTo>
                  <a:pt x="900507" y="1"/>
                  <a:pt x="844173" y="32540"/>
                  <a:pt x="811633" y="88900"/>
                </a:cubicBezTo>
                <a:cubicBezTo>
                  <a:pt x="779094" y="145261"/>
                  <a:pt x="56940" y="1396077"/>
                  <a:pt x="24400" y="1452436"/>
                </a:cubicBezTo>
                <a:cubicBezTo>
                  <a:pt x="-8139" y="1508797"/>
                  <a:pt x="-8132" y="1573863"/>
                  <a:pt x="24408" y="1630223"/>
                </a:cubicBezTo>
                <a:cubicBezTo>
                  <a:pt x="56947" y="1686584"/>
                  <a:pt x="779101" y="2937400"/>
                  <a:pt x="811641" y="2993759"/>
                </a:cubicBezTo>
                <a:cubicBezTo>
                  <a:pt x="844180" y="3050120"/>
                  <a:pt x="900532" y="3082645"/>
                  <a:pt x="965611" y="3082645"/>
                </a:cubicBezTo>
                <a:close/>
              </a:path>
            </a:pathLst>
          </a:custGeom>
          <a:gradFill>
            <a:gsLst>
              <a:gs pos="100000">
                <a:schemeClr val="accent2">
                  <a:alpha val="100000"/>
                </a:schemeClr>
              </a:gs>
              <a:gs pos="0">
                <a:schemeClr val="accent2">
                  <a:lumMod val="60000"/>
                  <a:lumOff val="40000"/>
                  <a:alpha val="100000"/>
                </a:schemeClr>
              </a:gs>
            </a:gsLst>
            <a:lin ang="54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9017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600" b="1">
              <a:solidFill>
                <a:schemeClr val="lt1"/>
              </a:solidFill>
              <a:sym typeface="+mn-ea"/>
            </a:endParaRPr>
          </a:p>
        </p:txBody>
      </p:sp>
      <p:sp>
        <p:nvSpPr>
          <p:cNvPr id="23" name="矩形 22"/>
          <p:cNvSpPr/>
          <p:nvPr>
            <p:custDataLst>
              <p:tags r:id="rId10"/>
            </p:custDataLst>
          </p:nvPr>
        </p:nvSpPr>
        <p:spPr>
          <a:xfrm>
            <a:off x="8279131" y="2733358"/>
            <a:ext cx="2185035" cy="699135"/>
          </a:xfrm>
          <a:prstGeom prst="rect">
            <a:avLst/>
          </a:prstGeom>
          <a:noFill/>
        </p:spPr>
        <p:txBody>
          <a:bodyPr wrap="square" lIns="0" tIns="0" rIns="0" bIns="0" rtlCol="0" anchor="b">
            <a:noAutofit/>
          </a:bodyPr>
          <a:lstStyle/>
          <a:p>
            <a:pPr algn="just">
              <a:spcBef>
                <a:spcPct val="0"/>
              </a:spcBef>
              <a:spcAft>
                <a:spcPct val="0"/>
              </a:spcAft>
            </a:pPr>
            <a:r>
              <a:rPr lang="zh-CN" altLang="en-US">
                <a:sym typeface="+mn-ea"/>
              </a:rPr>
              <a:t>战略要务徽章</a:t>
            </a:r>
            <a:endParaRPr lang="zh-CN" altLang="en-US" b="1">
              <a:solidFill>
                <a:schemeClr val="accent2"/>
              </a:solidFill>
              <a:latin typeface="+mn-ea"/>
              <a:cs typeface="+mn-ea"/>
              <a:sym typeface="+mn-ea"/>
            </a:endParaRPr>
          </a:p>
        </p:txBody>
      </p:sp>
      <p:sp>
        <p:nvSpPr>
          <p:cNvPr id="24" name="矩形 23"/>
          <p:cNvSpPr/>
          <p:nvPr>
            <p:custDataLst>
              <p:tags r:id="rId11"/>
            </p:custDataLst>
          </p:nvPr>
        </p:nvSpPr>
        <p:spPr>
          <a:xfrm>
            <a:off x="8279131" y="3473133"/>
            <a:ext cx="2179320" cy="727710"/>
          </a:xfrm>
          <a:prstGeom prst="rect">
            <a:avLst/>
          </a:prstGeom>
          <a:noFill/>
        </p:spPr>
        <p:txBody>
          <a:bodyPr wrap="square" lIns="0" tIns="0" rIns="0" bIns="0" rtlCol="0" anchor="t" anchorCtr="0">
            <a:noAutofit/>
          </a:bodyPr>
          <a:lstStyle/>
          <a:p>
            <a:pPr algn="just">
              <a:lnSpc>
                <a:spcPct val="130000"/>
              </a:lnSpc>
              <a:spcBef>
                <a:spcPct val="0"/>
              </a:spcBef>
              <a:spcAft>
                <a:spcPct val="0"/>
              </a:spcAft>
            </a:pPr>
            <a:r>
              <a:rPr lang="zh-CN" altLang="en-US" sz="1400">
                <a:sym typeface="+mn-ea"/>
              </a:rPr>
              <a:t>由跨部门组织驱动，支持特定的战略重点（如多元共融、企业服务兵团）</a:t>
            </a:r>
            <a:endParaRPr lang="zh-CN" altLang="en-US" sz="1400">
              <a:solidFill>
                <a:schemeClr val="tx1">
                  <a:lumMod val="85000"/>
                  <a:lumOff val="15000"/>
                </a:schemeClr>
              </a:solidFill>
              <a:latin typeface="+mn-ea"/>
              <a:cs typeface="+mn-ea"/>
              <a:sym typeface="+mn-ea"/>
            </a:endParaRPr>
          </a:p>
        </p:txBody>
      </p:sp>
      <p:sp>
        <p:nvSpPr>
          <p:cNvPr id="25" name="矩形 24"/>
          <p:cNvSpPr/>
          <p:nvPr>
            <p:custDataLst>
              <p:tags r:id="rId12"/>
            </p:custDataLst>
          </p:nvPr>
        </p:nvSpPr>
        <p:spPr>
          <a:xfrm>
            <a:off x="8280401" y="4770438"/>
            <a:ext cx="2185035" cy="699135"/>
          </a:xfrm>
          <a:prstGeom prst="rect">
            <a:avLst/>
          </a:prstGeom>
          <a:noFill/>
        </p:spPr>
        <p:txBody>
          <a:bodyPr wrap="square" lIns="0" tIns="0" rIns="0" bIns="0" rtlCol="0" anchor="b">
            <a:noAutofit/>
          </a:bodyPr>
          <a:lstStyle/>
          <a:p>
            <a:pPr algn="just">
              <a:spcBef>
                <a:spcPct val="0"/>
              </a:spcBef>
              <a:spcAft>
                <a:spcPct val="0"/>
              </a:spcAft>
            </a:pPr>
            <a:r>
              <a:rPr lang="zh-CN" altLang="en-US">
                <a:sym typeface="+mn-ea"/>
              </a:rPr>
              <a:t>外部徽章</a:t>
            </a:r>
            <a:endParaRPr lang="zh-CN" altLang="en-US" b="1">
              <a:solidFill>
                <a:schemeClr val="accent2"/>
              </a:solidFill>
              <a:latin typeface="+mn-ea"/>
              <a:cs typeface="+mn-ea"/>
              <a:sym typeface="+mn-ea"/>
            </a:endParaRPr>
          </a:p>
        </p:txBody>
      </p:sp>
      <p:sp>
        <p:nvSpPr>
          <p:cNvPr id="28" name="矩形 27"/>
          <p:cNvSpPr/>
          <p:nvPr>
            <p:custDataLst>
              <p:tags r:id="rId13"/>
            </p:custDataLst>
          </p:nvPr>
        </p:nvSpPr>
        <p:spPr>
          <a:xfrm>
            <a:off x="8280401" y="5510213"/>
            <a:ext cx="2200910" cy="727710"/>
          </a:xfrm>
          <a:prstGeom prst="rect">
            <a:avLst/>
          </a:prstGeom>
          <a:noFill/>
        </p:spPr>
        <p:txBody>
          <a:bodyPr wrap="square" lIns="0" tIns="0" rIns="0" bIns="0" rtlCol="0" anchor="t" anchorCtr="0">
            <a:noAutofit/>
          </a:bodyPr>
          <a:lstStyle/>
          <a:p>
            <a:pPr algn="just">
              <a:lnSpc>
                <a:spcPct val="130000"/>
              </a:lnSpc>
              <a:spcBef>
                <a:spcPct val="0"/>
              </a:spcBef>
              <a:spcAft>
                <a:spcPct val="0"/>
              </a:spcAft>
            </a:pPr>
            <a:r>
              <a:rPr lang="zh-CN" altLang="en-US" sz="1400">
                <a:sym typeface="+mn-ea"/>
              </a:rPr>
              <a:t>主要面向非</a:t>
            </a:r>
            <a:r>
              <a:rPr lang="en-US" altLang="zh-CN" sz="1400">
                <a:sym typeface="+mn-ea"/>
              </a:rPr>
              <a:t>IBM</a:t>
            </a:r>
            <a:r>
              <a:rPr lang="zh-CN" altLang="en-US" sz="1400">
                <a:sym typeface="+mn-ea"/>
              </a:rPr>
              <a:t>员工（如业务合作伙伴），也可由</a:t>
            </a:r>
            <a:r>
              <a:rPr lang="en-US" altLang="zh-CN" sz="1400">
                <a:sym typeface="+mn-ea"/>
              </a:rPr>
              <a:t>IBM</a:t>
            </a:r>
            <a:r>
              <a:rPr lang="zh-CN" altLang="en-US" sz="1400">
                <a:sym typeface="+mn-ea"/>
              </a:rPr>
              <a:t>员工获取</a:t>
            </a:r>
            <a:endParaRPr lang="zh-CN" altLang="en-US" sz="1400">
              <a:solidFill>
                <a:schemeClr val="tx1">
                  <a:lumMod val="85000"/>
                  <a:lumOff val="15000"/>
                </a:schemeClr>
              </a:solidFill>
              <a:latin typeface="+mn-ea"/>
              <a:cs typeface="+mn-ea"/>
              <a:sym typeface="+mn-ea"/>
            </a:endParaRPr>
          </a:p>
        </p:txBody>
      </p:sp>
      <p:pic>
        <p:nvPicPr>
          <p:cNvPr id="29" name="图片 5" descr="343435383036303b343532343134393bcdb7c4d4b7e7b1a9"/>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4519931" y="3336608"/>
            <a:ext cx="205105" cy="205105"/>
          </a:xfrm>
          <a:prstGeom prst="rect">
            <a:avLst/>
          </a:prstGeom>
        </p:spPr>
      </p:pic>
      <p:sp>
        <p:nvSpPr>
          <p:cNvPr id="30" name="矩形 29"/>
          <p:cNvSpPr/>
          <p:nvPr>
            <p:custDataLst>
              <p:tags r:id="rId17"/>
            </p:custDataLst>
          </p:nvPr>
        </p:nvSpPr>
        <p:spPr>
          <a:xfrm>
            <a:off x="2013585" y="4770438"/>
            <a:ext cx="2185035" cy="699135"/>
          </a:xfrm>
          <a:prstGeom prst="rect">
            <a:avLst/>
          </a:prstGeom>
          <a:noFill/>
        </p:spPr>
        <p:txBody>
          <a:bodyPr wrap="square" lIns="0" tIns="0" rIns="0" bIns="0" rtlCol="0" anchor="b">
            <a:noAutofit/>
          </a:bodyPr>
          <a:lstStyle/>
          <a:p>
            <a:pPr algn="r">
              <a:spcBef>
                <a:spcPct val="0"/>
              </a:spcBef>
              <a:spcAft>
                <a:spcPct val="0"/>
              </a:spcAft>
            </a:pPr>
            <a:r>
              <a:rPr lang="zh-CN" altLang="en-US">
                <a:sym typeface="+mn-ea"/>
              </a:rPr>
              <a:t>技能徽章</a:t>
            </a:r>
            <a:endParaRPr lang="zh-CN" altLang="en-US" b="1">
              <a:solidFill>
                <a:schemeClr val="accent1"/>
              </a:solidFill>
              <a:latin typeface="+mn-ea"/>
              <a:cs typeface="+mn-ea"/>
              <a:sym typeface="+mn-ea"/>
            </a:endParaRPr>
          </a:p>
        </p:txBody>
      </p:sp>
      <p:sp>
        <p:nvSpPr>
          <p:cNvPr id="31" name="矩形 30"/>
          <p:cNvSpPr/>
          <p:nvPr>
            <p:custDataLst>
              <p:tags r:id="rId18"/>
            </p:custDataLst>
          </p:nvPr>
        </p:nvSpPr>
        <p:spPr>
          <a:xfrm>
            <a:off x="1091565" y="5510530"/>
            <a:ext cx="3331210" cy="727710"/>
          </a:xfrm>
          <a:prstGeom prst="rect">
            <a:avLst/>
          </a:prstGeom>
          <a:noFill/>
        </p:spPr>
        <p:txBody>
          <a:bodyPr wrap="square" lIns="0" tIns="0" rIns="0" bIns="0" rtlCol="0" anchor="t" anchorCtr="0">
            <a:noAutofit/>
          </a:bodyPr>
          <a:lstStyle/>
          <a:p>
            <a:pPr indent="0">
              <a:buNone/>
            </a:pPr>
            <a:r>
              <a:rPr lang="zh-CN" altLang="en-US" sz="1400">
                <a:sym typeface="+mn-ea"/>
              </a:rPr>
              <a:t>围绕对业务至关重要的战略性技能而设</a:t>
            </a:r>
            <a:endParaRPr lang="zh-CN" altLang="en-US" sz="1400"/>
          </a:p>
          <a:p>
            <a:pPr lvl="0">
              <a:buFont typeface="Arial" panose="020B0604020202090204"/>
              <a:buChar char="◦"/>
            </a:pPr>
            <a:r>
              <a:rPr lang="zh-CN" altLang="en-US" sz="1400">
                <a:sym typeface="+mn-ea"/>
              </a:rPr>
              <a:t>技术技能： </a:t>
            </a:r>
            <a:r>
              <a:rPr lang="en-US" altLang="zh-CN" sz="1400">
                <a:sym typeface="+mn-ea"/>
              </a:rPr>
              <a:t>AI</a:t>
            </a:r>
            <a:r>
              <a:rPr lang="zh-CN" altLang="en-US" sz="1400">
                <a:sym typeface="+mn-ea"/>
              </a:rPr>
              <a:t>、云计算、安全、区块链等</a:t>
            </a:r>
            <a:endParaRPr lang="zh-CN" altLang="en-US" sz="1400"/>
          </a:p>
          <a:p>
            <a:pPr lvl="0">
              <a:buFont typeface="Arial" panose="020B0604020202090204"/>
              <a:buChar char="◦"/>
            </a:pPr>
            <a:r>
              <a:rPr lang="zh-CN" altLang="en-US" sz="1400">
                <a:sym typeface="+mn-ea"/>
              </a:rPr>
              <a:t>工作方式： 设计思维、敏捷</a:t>
            </a:r>
            <a:endParaRPr lang="zh-CN" altLang="en-US" sz="1400"/>
          </a:p>
          <a:p>
            <a:pPr lvl="0">
              <a:buFont typeface="Arial" panose="020B0604020202090204"/>
              <a:buChar char="◦"/>
            </a:pPr>
            <a:r>
              <a:rPr lang="zh-CN" altLang="en-US" sz="1400">
                <a:sym typeface="+mn-ea"/>
              </a:rPr>
              <a:t>人际技能： 领导力、软技能</a:t>
            </a:r>
            <a:endParaRPr lang="zh-CN" altLang="en-US" sz="1400"/>
          </a:p>
          <a:p>
            <a:pPr algn="r">
              <a:lnSpc>
                <a:spcPct val="130000"/>
              </a:lnSpc>
              <a:spcBef>
                <a:spcPct val="0"/>
              </a:spcBef>
              <a:spcAft>
                <a:spcPct val="0"/>
              </a:spcAft>
            </a:pPr>
            <a:endParaRPr lang="zh-CN" altLang="en-US" sz="1400">
              <a:solidFill>
                <a:schemeClr val="tx1">
                  <a:lumMod val="85000"/>
                  <a:lumOff val="15000"/>
                </a:schemeClr>
              </a:solidFill>
              <a:latin typeface="+mn-ea"/>
              <a:cs typeface="+mn-ea"/>
              <a:sym typeface="+mn-ea"/>
            </a:endParaRPr>
          </a:p>
        </p:txBody>
      </p:sp>
      <p:sp>
        <p:nvSpPr>
          <p:cNvPr id="32" name="矩形 31"/>
          <p:cNvSpPr/>
          <p:nvPr>
            <p:custDataLst>
              <p:tags r:id="rId19"/>
            </p:custDataLst>
          </p:nvPr>
        </p:nvSpPr>
        <p:spPr>
          <a:xfrm>
            <a:off x="2007235" y="2733358"/>
            <a:ext cx="2185035" cy="699135"/>
          </a:xfrm>
          <a:prstGeom prst="rect">
            <a:avLst/>
          </a:prstGeom>
          <a:noFill/>
        </p:spPr>
        <p:txBody>
          <a:bodyPr wrap="square" lIns="0" tIns="0" rIns="0" bIns="0" rtlCol="0" anchor="b">
            <a:noAutofit/>
          </a:bodyPr>
          <a:lstStyle/>
          <a:p>
            <a:pPr algn="r">
              <a:spcBef>
                <a:spcPct val="0"/>
              </a:spcBef>
              <a:spcAft>
                <a:spcPct val="0"/>
              </a:spcAft>
            </a:pPr>
            <a:r>
              <a:rPr lang="zh-CN" altLang="en-US">
                <a:sym typeface="+mn-ea"/>
              </a:rPr>
              <a:t>岗位角色徽章</a:t>
            </a:r>
            <a:endParaRPr lang="zh-CN" altLang="en-US" b="1" dirty="0">
              <a:solidFill>
                <a:schemeClr val="accent1"/>
              </a:solidFill>
              <a:latin typeface="+mn-ea"/>
              <a:cs typeface="+mn-ea"/>
              <a:sym typeface="+mn-ea"/>
            </a:endParaRPr>
          </a:p>
        </p:txBody>
      </p:sp>
      <p:sp>
        <p:nvSpPr>
          <p:cNvPr id="33" name="矩形 32"/>
          <p:cNvSpPr/>
          <p:nvPr>
            <p:custDataLst>
              <p:tags r:id="rId20"/>
            </p:custDataLst>
          </p:nvPr>
        </p:nvSpPr>
        <p:spPr>
          <a:xfrm>
            <a:off x="2007235" y="3473133"/>
            <a:ext cx="2185035" cy="727710"/>
          </a:xfrm>
          <a:prstGeom prst="rect">
            <a:avLst/>
          </a:prstGeom>
          <a:noFill/>
        </p:spPr>
        <p:txBody>
          <a:bodyPr wrap="square" lIns="0" tIns="0" rIns="0" bIns="0" rtlCol="0" anchor="t" anchorCtr="0">
            <a:noAutofit/>
          </a:bodyPr>
          <a:lstStyle/>
          <a:p>
            <a:pPr algn="r">
              <a:lnSpc>
                <a:spcPct val="130000"/>
              </a:lnSpc>
              <a:spcBef>
                <a:spcPct val="0"/>
              </a:spcBef>
              <a:spcAft>
                <a:spcPct val="0"/>
              </a:spcAft>
            </a:pPr>
            <a:r>
              <a:rPr lang="zh-CN" altLang="en-US" sz="1400">
                <a:sym typeface="+mn-ea"/>
              </a:rPr>
              <a:t>为支持特定岗位的卓越表现和职业里程碑而设（如架构师、设计师、销售）</a:t>
            </a:r>
            <a:endParaRPr lang="zh-CN" altLang="en-US" sz="1400" dirty="0">
              <a:solidFill>
                <a:schemeClr val="tx1">
                  <a:lumMod val="85000"/>
                  <a:lumOff val="15000"/>
                </a:schemeClr>
              </a:solidFill>
              <a:latin typeface="+mn-ea"/>
              <a:cs typeface="+mn-ea"/>
              <a:sym typeface="+mn-ea"/>
            </a:endParaRPr>
          </a:p>
        </p:txBody>
      </p:sp>
      <p:pic>
        <p:nvPicPr>
          <p:cNvPr id="34" name="图片 15" descr="343439383331313b343532303033313bd3a6d3c3c9ccb3c7"/>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726681" y="3352483"/>
            <a:ext cx="172720" cy="172720"/>
          </a:xfrm>
          <a:prstGeom prst="rect">
            <a:avLst/>
          </a:prstGeom>
        </p:spPr>
      </p:pic>
      <p:pic>
        <p:nvPicPr>
          <p:cNvPr id="35" name="图片 12" descr="343439383331313b343532303032383bbfcdbba7b9dcc0ed"/>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4528186" y="5333683"/>
            <a:ext cx="215900" cy="215900"/>
          </a:xfrm>
          <a:prstGeom prst="rect">
            <a:avLst/>
          </a:prstGeom>
        </p:spPr>
      </p:pic>
      <p:pic>
        <p:nvPicPr>
          <p:cNvPr id="36" name="图片 14" descr="343439383331313b343532303033303bd2d1b9bad3a6d3c3"/>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7727951" y="5355273"/>
            <a:ext cx="172720" cy="172720"/>
          </a:xfrm>
          <a:prstGeom prst="rect">
            <a:avLst/>
          </a:prstGeom>
        </p:spPr>
      </p:pic>
      <p:sp>
        <p:nvSpPr>
          <p:cNvPr id="37" name="圆角矩形 36"/>
          <p:cNvSpPr/>
          <p:nvPr>
            <p:custDataLst>
              <p:tags r:id="rId30"/>
            </p:custDataLst>
          </p:nvPr>
        </p:nvSpPr>
        <p:spPr>
          <a:xfrm>
            <a:off x="5379086" y="3602673"/>
            <a:ext cx="1678940" cy="1678940"/>
          </a:xfrm>
          <a:prstGeom prst="roundRect">
            <a:avLst>
              <a:gd name="adj" fmla="val 26744"/>
            </a:avLst>
          </a:prstGeom>
          <a:gradFill>
            <a:gsLst>
              <a:gs pos="0">
                <a:schemeClr val="accent1">
                  <a:alpha val="17000"/>
                </a:schemeClr>
              </a:gs>
              <a:gs pos="100000">
                <a:schemeClr val="accent1">
                  <a:alpha val="23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38" name="圆角矩形 37"/>
          <p:cNvSpPr/>
          <p:nvPr>
            <p:custDataLst>
              <p:tags r:id="rId31"/>
            </p:custDataLst>
          </p:nvPr>
        </p:nvSpPr>
        <p:spPr>
          <a:xfrm rot="2700000">
            <a:off x="5063491" y="3287078"/>
            <a:ext cx="2310130" cy="2310130"/>
          </a:xfrm>
          <a:prstGeom prst="roundRect">
            <a:avLst>
              <a:gd name="adj" fmla="val 26744"/>
            </a:avLst>
          </a:prstGeom>
          <a:noFill/>
          <a:ln w="38100">
            <a:gradFill>
              <a:gsLst>
                <a:gs pos="100000">
                  <a:schemeClr val="accent1">
                    <a:alpha val="25000"/>
                  </a:schemeClr>
                </a:gs>
                <a:gs pos="0">
                  <a:schemeClr val="accent1">
                    <a:alpha val="28000"/>
                  </a:schemeClr>
                </a:gs>
              </a:gsLst>
              <a:lin ang="19560000" scaled="1"/>
            </a:gra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39" name="圆角矩形 38"/>
          <p:cNvSpPr/>
          <p:nvPr>
            <p:custDataLst>
              <p:tags r:id="rId32"/>
            </p:custDataLst>
          </p:nvPr>
        </p:nvSpPr>
        <p:spPr>
          <a:xfrm rot="2700000">
            <a:off x="4948556" y="3172143"/>
            <a:ext cx="2540000" cy="2540000"/>
          </a:xfrm>
          <a:prstGeom prst="roundRect">
            <a:avLst>
              <a:gd name="adj" fmla="val 26744"/>
            </a:avLst>
          </a:prstGeom>
          <a:noFill/>
          <a:ln w="12700">
            <a:gradFill>
              <a:gsLst>
                <a:gs pos="100000">
                  <a:schemeClr val="accent1">
                    <a:alpha val="54000"/>
                  </a:schemeClr>
                </a:gs>
                <a:gs pos="0">
                  <a:schemeClr val="accent1">
                    <a:alpha val="55000"/>
                  </a:schemeClr>
                </a:gs>
              </a:gsLst>
              <a:lin ang="19560000" scaled="1"/>
            </a:gra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40" name="任意多边形 39"/>
          <p:cNvSpPr/>
          <p:nvPr>
            <p:custDataLst>
              <p:tags r:id="rId33"/>
            </p:custDataLst>
          </p:nvPr>
        </p:nvSpPr>
        <p:spPr>
          <a:xfrm>
            <a:off x="5216526" y="3440748"/>
            <a:ext cx="2002790" cy="2002790"/>
          </a:xfrm>
          <a:custGeom>
            <a:avLst/>
            <a:gdLst/>
            <a:ahLst/>
            <a:cxnLst>
              <a:cxn ang="3">
                <a:pos x="hc" y="t"/>
              </a:cxn>
              <a:cxn ang="cd2">
                <a:pos x="l" y="vc"/>
              </a:cxn>
              <a:cxn ang="cd4">
                <a:pos x="hc" y="b"/>
              </a:cxn>
              <a:cxn ang="0">
                <a:pos x="r" y="vc"/>
              </a:cxn>
            </a:cxnLst>
            <a:rect l="l" t="t" r="r" b="b"/>
            <a:pathLst>
              <a:path w="4096" h="4096">
                <a:moveTo>
                  <a:pt x="2048" y="0"/>
                </a:moveTo>
                <a:cubicBezTo>
                  <a:pt x="2283" y="0"/>
                  <a:pt x="2518" y="90"/>
                  <a:pt x="2697" y="269"/>
                </a:cubicBezTo>
                <a:lnTo>
                  <a:pt x="3827" y="1398"/>
                </a:lnTo>
                <a:cubicBezTo>
                  <a:pt x="4185" y="1757"/>
                  <a:pt x="4185" y="2339"/>
                  <a:pt x="3827" y="2697"/>
                </a:cubicBezTo>
                <a:lnTo>
                  <a:pt x="2697" y="3827"/>
                </a:lnTo>
                <a:cubicBezTo>
                  <a:pt x="2339" y="4185"/>
                  <a:pt x="1757" y="4185"/>
                  <a:pt x="1398" y="3827"/>
                </a:cubicBezTo>
                <a:lnTo>
                  <a:pt x="269" y="2697"/>
                </a:lnTo>
                <a:cubicBezTo>
                  <a:pt x="-90" y="2339"/>
                  <a:pt x="-90" y="1757"/>
                  <a:pt x="269" y="1398"/>
                </a:cubicBezTo>
                <a:lnTo>
                  <a:pt x="1398" y="269"/>
                </a:lnTo>
                <a:cubicBezTo>
                  <a:pt x="1578" y="90"/>
                  <a:pt x="1813" y="0"/>
                  <a:pt x="2048" y="0"/>
                </a:cubicBezTo>
                <a:close/>
              </a:path>
            </a:pathLst>
          </a:custGeom>
          <a:gradFill>
            <a:gsLst>
              <a:gs pos="0">
                <a:schemeClr val="accent1">
                  <a:alpha val="100000"/>
                </a:schemeClr>
              </a:gs>
              <a:gs pos="100000">
                <a:schemeClr val="accent1">
                  <a:lumMod val="80000"/>
                  <a:lumOff val="20000"/>
                  <a:alpha val="100000"/>
                </a:schemeClr>
              </a:gs>
            </a:gsLst>
            <a:lin ang="13500000"/>
          </a:gradFill>
          <a:ln>
            <a:noFill/>
          </a:ln>
          <a:effectLst>
            <a:outerShdw blurRad="215900" dist="1143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45" tIns="323850" rIns="360045" bIns="288290" numCol="1" spcCol="0" rtlCol="0" fromWordArt="0" anchor="ctr" anchorCtr="0" forceAA="0" compatLnSpc="1">
            <a:noAutofit/>
          </a:bodyPr>
          <a:lstStyle/>
          <a:p>
            <a:pPr lvl="0" algn="ctr">
              <a:spcBef>
                <a:spcPct val="0"/>
              </a:spcBef>
              <a:spcAft>
                <a:spcPct val="0"/>
              </a:spcAft>
              <a:buClrTx/>
              <a:buSzTx/>
              <a:buFontTx/>
            </a:pPr>
            <a:r>
              <a:rPr lang="zh-CN" altLang="en-US" b="1" dirty="0">
                <a:solidFill>
                  <a:schemeClr val="lt1">
                    <a:lumMod val="100000"/>
                  </a:schemeClr>
                </a:solidFill>
                <a:uFillTx/>
                <a:latin typeface="+mn-ea"/>
                <a:cs typeface="+mn-ea"/>
                <a:sym typeface="+mn-ea"/>
              </a:rPr>
              <a:t>徽章分类体系</a:t>
            </a:r>
            <a:endParaRPr lang="zh-CN" altLang="en-US" b="1" dirty="0">
              <a:solidFill>
                <a:schemeClr val="lt1">
                  <a:lumMod val="100000"/>
                </a:schemeClr>
              </a:solidFill>
              <a:uFillTx/>
              <a:latin typeface="+mn-ea"/>
              <a:cs typeface="+mn-ea"/>
              <a:sym typeface="+mn-ea"/>
            </a:endParaRPr>
          </a:p>
        </p:txBody>
      </p:sp>
      <p:sp>
        <p:nvSpPr>
          <p:cNvPr id="41" name="文本框 40"/>
          <p:cNvSpPr txBox="1"/>
          <p:nvPr/>
        </p:nvSpPr>
        <p:spPr>
          <a:xfrm>
            <a:off x="839470" y="2045335"/>
            <a:ext cx="4251325" cy="583565"/>
          </a:xfrm>
          <a:prstGeom prst="rect">
            <a:avLst/>
          </a:prstGeom>
          <a:noFill/>
        </p:spPr>
        <p:txBody>
          <a:bodyPr wrap="square" rtlCol="0">
            <a:spAutoFit/>
          </a:bodyPr>
          <a:p>
            <a:r>
              <a:rPr lang="zh-CN" altLang="en-US" sz="1600"/>
              <a:t>一种授予完成可验证标准的员工的虚拟数字凭证，为个人能力的获得提供了可核查的证据</a:t>
            </a:r>
            <a:r>
              <a:rPr lang="en-US" altLang="zh-CN" sz="1600"/>
              <a:t> ：</a:t>
            </a:r>
            <a:endParaRPr lang="en-US" altLang="zh-CN" sz="1600"/>
          </a:p>
        </p:txBody>
      </p:sp>
      <p:sp>
        <p:nvSpPr>
          <p:cNvPr id="42" name="文本框 41"/>
          <p:cNvSpPr txBox="1"/>
          <p:nvPr/>
        </p:nvSpPr>
        <p:spPr>
          <a:xfrm>
            <a:off x="5090795" y="1916430"/>
            <a:ext cx="6464300" cy="829945"/>
          </a:xfrm>
          <a:prstGeom prst="rect">
            <a:avLst/>
          </a:prstGeom>
        </p:spPr>
        <p:txBody>
          <a:bodyPr wrap="square">
            <a:spAutoFit/>
          </a:bodyPr>
          <a:p>
            <a:r>
              <a:rPr lang="zh-CN" altLang="en-US" sz="1200"/>
              <a:t>可验证 </a:t>
            </a:r>
            <a:r>
              <a:rPr lang="en-US" altLang="zh-CN" sz="1200"/>
              <a:t>(Verifiable): </a:t>
            </a:r>
            <a:r>
              <a:rPr lang="zh-CN" altLang="en-US" sz="1200"/>
              <a:t>徽章内含元数据，点击即可查看获得标准和凭证</a:t>
            </a:r>
            <a:endParaRPr lang="zh-CN" altLang="en-US" sz="1200"/>
          </a:p>
          <a:p>
            <a:r>
              <a:rPr lang="zh-CN" altLang="en-US" sz="1200"/>
              <a:t>可发现 </a:t>
            </a:r>
            <a:r>
              <a:rPr lang="en-US" altLang="zh-CN" sz="1200"/>
              <a:t>(Discoverable) &amp; </a:t>
            </a:r>
            <a:r>
              <a:rPr lang="zh-CN" altLang="en-US" sz="1200"/>
              <a:t>可见 </a:t>
            </a:r>
            <a:r>
              <a:rPr lang="en-US" altLang="zh-CN" sz="1200"/>
              <a:t>(Visible): </a:t>
            </a:r>
            <a:r>
              <a:rPr lang="zh-CN" altLang="en-US" sz="1200"/>
              <a:t>让个人能力更容易被组织内外看到</a:t>
            </a:r>
            <a:endParaRPr lang="zh-CN" altLang="en-US" sz="1200"/>
          </a:p>
          <a:p>
            <a:r>
              <a:rPr lang="zh-CN" altLang="en-US" sz="1200"/>
              <a:t>便携 </a:t>
            </a:r>
            <a:r>
              <a:rPr lang="en-US" altLang="zh-CN" sz="1200"/>
              <a:t>(Portable): </a:t>
            </a:r>
            <a:r>
              <a:rPr lang="zh-CN" altLang="en-US" sz="1200"/>
              <a:t>可在社交媒体（如领英）、邮件签名等处轻松分享</a:t>
            </a:r>
            <a:endParaRPr lang="zh-CN" altLang="en-US" sz="1200"/>
          </a:p>
          <a:p>
            <a:r>
              <a:rPr lang="zh-CN" altLang="en-US" sz="1200"/>
              <a:t>差异化 </a:t>
            </a:r>
            <a:r>
              <a:rPr lang="en-US" altLang="zh-CN" sz="1200"/>
              <a:t>(Differentiating) &amp; </a:t>
            </a:r>
            <a:r>
              <a:rPr lang="zh-CN" altLang="en-US" sz="1200"/>
              <a:t>及时 </a:t>
            </a:r>
            <a:r>
              <a:rPr lang="en-US" altLang="zh-CN" sz="1200"/>
              <a:t>(Timely): </a:t>
            </a:r>
            <a:r>
              <a:rPr lang="zh-CN" altLang="en-US" sz="1200"/>
              <a:t>能够细粒度、及时地认可不同的学习成果和技能应用</a:t>
            </a:r>
            <a:endParaRPr lang="zh-CN" altLang="en-US" sz="1200"/>
          </a:p>
        </p:txBody>
      </p:sp>
      <p:pic>
        <p:nvPicPr>
          <p:cNvPr id="44" name="图片 43"/>
          <p:cNvPicPr>
            <a:picLocks noChangeAspect="1"/>
          </p:cNvPicPr>
          <p:nvPr/>
        </p:nvPicPr>
        <p:blipFill>
          <a:blip r:embed="rId34"/>
          <a:stretch>
            <a:fillRect/>
          </a:stretch>
        </p:blipFill>
        <p:spPr>
          <a:xfrm>
            <a:off x="10220960" y="4049395"/>
            <a:ext cx="1435100" cy="14960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a:spLocks noGrp="1"/>
          </p:cNvSpPr>
          <p:nvPr/>
        </p:nvSpPr>
        <p:spPr>
          <a:xfrm>
            <a:off x="396875" y="975995"/>
            <a:ext cx="11283950" cy="796925"/>
          </a:xfrm>
          <a:prstGeom prst="rect">
            <a:avLst/>
          </a:prstGeom>
        </p:spPr>
        <p:txBody>
          <a:bodyPr vert="horz" lIns="98746" tIns="49373" rIns="98746" bIns="49373" rtlCol="0" anchor="ctr">
            <a:normAutofit/>
          </a:bodyPr>
          <a:lst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a:lstStyle>
          <a:p>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案例对我们的</a:t>
            </a:r>
            <a:r>
              <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rPr>
              <a:t>启发</a:t>
            </a:r>
            <a:endParaRPr kumimoji="1" lang="zh-CN" altLang="en-US" sz="2400" b="1" dirty="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7" name="文本框 6"/>
          <p:cNvSpPr txBox="1"/>
          <p:nvPr/>
        </p:nvSpPr>
        <p:spPr>
          <a:xfrm>
            <a:off x="2561590" y="313690"/>
            <a:ext cx="4948555" cy="398780"/>
          </a:xfrm>
          <a:prstGeom prst="rect">
            <a:avLst/>
          </a:prstGeom>
          <a:noFill/>
        </p:spPr>
        <p:txBody>
          <a:bodyPr wrap="square" rtlCol="0" anchor="t">
            <a:spAutoFit/>
          </a:bodyPr>
          <a:p>
            <a:pPr algn="l"/>
            <a:r>
              <a:rPr kumimoji="1" lang="en-US" altLang="zh-CN" sz="2000" b="1" dirty="0">
                <a:latin typeface="STZhongsong" panose="02010600040101010101" pitchFamily="2" charset="-122"/>
                <a:ea typeface="STZhongsong" panose="02010600040101010101" pitchFamily="2" charset="-122"/>
                <a:sym typeface="+mn-ea"/>
              </a:rPr>
              <a:t>Part III IBM</a:t>
            </a:r>
            <a:r>
              <a:rPr kumimoji="1" lang="zh-CN" altLang="en-US" sz="2000" b="1" dirty="0">
                <a:latin typeface="STZhongsong" panose="02010600040101010101" pitchFamily="2" charset="-122"/>
                <a:ea typeface="STZhongsong" panose="02010600040101010101" pitchFamily="2" charset="-122"/>
                <a:sym typeface="+mn-ea"/>
              </a:rPr>
              <a:t>数字徽章</a:t>
            </a:r>
            <a:endParaRPr kumimoji="1" lang="zh-CN" altLang="en-US" sz="2000" b="1" dirty="0">
              <a:latin typeface="STZhongsong" panose="02010600040101010101" pitchFamily="2" charset="-122"/>
              <a:ea typeface="STZhongsong" panose="02010600040101010101" pitchFamily="2" charset="-122"/>
              <a:sym typeface="+mn-ea"/>
            </a:endParaRPr>
          </a:p>
        </p:txBody>
      </p:sp>
      <p:sp>
        <p:nvSpPr>
          <p:cNvPr id="17" name="矩形 16"/>
          <p:cNvSpPr/>
          <p:nvPr>
            <p:custDataLst>
              <p:tags r:id="rId1"/>
            </p:custDataLst>
          </p:nvPr>
        </p:nvSpPr>
        <p:spPr>
          <a:xfrm>
            <a:off x="6481128" y="4995863"/>
            <a:ext cx="2208530" cy="1886903"/>
          </a:xfrm>
          <a:prstGeom prst="rect">
            <a:avLst/>
          </a:prstGeom>
          <a:noFill/>
        </p:spPr>
        <p:txBody>
          <a:bodyPr wrap="square" lIns="0" tIns="0" rIns="0" bIns="0" rtlCol="0" anchor="t" anchorCtr="0">
            <a:noAutofit/>
          </a:bodyPr>
          <a:p>
            <a:pPr>
              <a:lnSpc>
                <a:spcPct val="140000"/>
              </a:lnSpc>
              <a:spcBef>
                <a:spcPct val="0"/>
              </a:spcBef>
              <a:spcAft>
                <a:spcPct val="0"/>
              </a:spcAft>
            </a:pPr>
            <a:r>
              <a:rPr lang="en-US" altLang="zh-CN" sz="1400">
                <a:solidFill>
                  <a:srgbClr val="FFFFFF"/>
                </a:solidFill>
                <a:latin typeface="+mn-ea"/>
                <a:cs typeface="+mn-ea"/>
              </a:rPr>
              <a:t>AI</a:t>
            </a:r>
            <a:r>
              <a:rPr lang="zh-CN" altLang="en-US" sz="1400">
                <a:solidFill>
                  <a:srgbClr val="FFFFFF"/>
                </a:solidFill>
                <a:latin typeface="+mn-ea"/>
                <a:cs typeface="+mn-ea"/>
              </a:rPr>
              <a:t>在人才管理中的应用目标，正从早期的</a:t>
            </a:r>
            <a:r>
              <a:rPr lang="en-US" altLang="zh-CN" sz="1400">
                <a:solidFill>
                  <a:srgbClr val="FFFFFF"/>
                </a:solidFill>
                <a:latin typeface="+mn-ea"/>
                <a:cs typeface="+mn-ea"/>
              </a:rPr>
              <a:t>“</a:t>
            </a:r>
            <a:r>
              <a:rPr lang="zh-CN" altLang="en-US" sz="1400">
                <a:solidFill>
                  <a:srgbClr val="FFFFFF"/>
                </a:solidFill>
                <a:latin typeface="+mn-ea"/>
                <a:cs typeface="+mn-ea"/>
              </a:rPr>
              <a:t>效率与降本</a:t>
            </a:r>
            <a:r>
              <a:rPr lang="en-US" altLang="zh-CN" sz="1400">
                <a:solidFill>
                  <a:srgbClr val="FFFFFF"/>
                </a:solidFill>
                <a:latin typeface="+mn-ea"/>
                <a:cs typeface="+mn-ea"/>
              </a:rPr>
              <a:t>”</a:t>
            </a:r>
            <a:r>
              <a:rPr lang="zh-CN" altLang="en-US" sz="1400">
                <a:solidFill>
                  <a:srgbClr val="FFFFFF"/>
                </a:solidFill>
                <a:latin typeface="+mn-ea"/>
                <a:cs typeface="+mn-ea"/>
              </a:rPr>
              <a:t>，快速转向</a:t>
            </a:r>
            <a:r>
              <a:rPr lang="en-US" altLang="zh-CN" sz="1400">
                <a:solidFill>
                  <a:srgbClr val="FFFFFF"/>
                </a:solidFill>
                <a:latin typeface="+mn-ea"/>
                <a:cs typeface="+mn-ea"/>
              </a:rPr>
              <a:t>“</a:t>
            </a:r>
            <a:r>
              <a:rPr lang="zh-CN" altLang="en-US" sz="1400">
                <a:solidFill>
                  <a:srgbClr val="FFFFFF"/>
                </a:solidFill>
                <a:latin typeface="+mn-ea"/>
                <a:cs typeface="+mn-ea"/>
              </a:rPr>
              <a:t>推动业务增长</a:t>
            </a:r>
            <a:r>
              <a:rPr lang="en-US" altLang="zh-CN" sz="1400">
                <a:solidFill>
                  <a:srgbClr val="FFFFFF"/>
                </a:solidFill>
                <a:latin typeface="+mn-ea"/>
                <a:cs typeface="+mn-ea"/>
              </a:rPr>
              <a:t>”。</a:t>
            </a:r>
            <a:endParaRPr lang="en-US" altLang="zh-CN" sz="1400">
              <a:solidFill>
                <a:srgbClr val="FFFFFF"/>
              </a:solidFill>
              <a:latin typeface="+mn-ea"/>
              <a:cs typeface="+mn-ea"/>
            </a:endParaRPr>
          </a:p>
        </p:txBody>
      </p:sp>
      <p:sp>
        <p:nvSpPr>
          <p:cNvPr id="2" name="任意多边形: 形状 42"/>
          <p:cNvSpPr/>
          <p:nvPr>
            <p:custDataLst>
              <p:tags r:id="rId2"/>
            </p:custDataLst>
          </p:nvPr>
        </p:nvSpPr>
        <p:spPr>
          <a:xfrm>
            <a:off x="0" y="3303588"/>
            <a:ext cx="12192000" cy="214312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9988550"/>
              <a:gd name="connsiteY0-2" fmla="*/ 3021109 h 3021109"/>
              <a:gd name="connsiteX1-3" fmla="*/ 1130300 w 9988550"/>
              <a:gd name="connsiteY1-4" fmla="*/ 1255864 h 3021109"/>
              <a:gd name="connsiteX2-5" fmla="*/ 3663950 w 9988550"/>
              <a:gd name="connsiteY2-6" fmla="*/ 2036914 h 3021109"/>
              <a:gd name="connsiteX3-7" fmla="*/ 5416550 w 9988550"/>
              <a:gd name="connsiteY3-8" fmla="*/ 417664 h 3021109"/>
              <a:gd name="connsiteX4-9" fmla="*/ 7016750 w 9988550"/>
              <a:gd name="connsiteY4-10" fmla="*/ 874864 h 3021109"/>
              <a:gd name="connsiteX5-11" fmla="*/ 8597900 w 9988550"/>
              <a:gd name="connsiteY5-12" fmla="*/ 17614 h 3021109"/>
              <a:gd name="connsiteX6-13" fmla="*/ 9988550 w 9988550"/>
              <a:gd name="connsiteY6-14" fmla="*/ 379564 h 3021109"/>
              <a:gd name="connsiteX0-15" fmla="*/ 0 w 10864850"/>
              <a:gd name="connsiteY0-16" fmla="*/ 3004359 h 3004359"/>
              <a:gd name="connsiteX1-17" fmla="*/ 1130300 w 10864850"/>
              <a:gd name="connsiteY1-18" fmla="*/ 1239114 h 3004359"/>
              <a:gd name="connsiteX2-19" fmla="*/ 3663950 w 10864850"/>
              <a:gd name="connsiteY2-20" fmla="*/ 2020164 h 3004359"/>
              <a:gd name="connsiteX3-21" fmla="*/ 5416550 w 10864850"/>
              <a:gd name="connsiteY3-22" fmla="*/ 400914 h 3004359"/>
              <a:gd name="connsiteX4-23" fmla="*/ 7016750 w 10864850"/>
              <a:gd name="connsiteY4-24" fmla="*/ 858114 h 3004359"/>
              <a:gd name="connsiteX5-25" fmla="*/ 8597900 w 10864850"/>
              <a:gd name="connsiteY5-26" fmla="*/ 864 h 3004359"/>
              <a:gd name="connsiteX6-27" fmla="*/ 10864850 w 10864850"/>
              <a:gd name="connsiteY6-28" fmla="*/ 709959 h 30043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64850" h="3004359">
                <a:moveTo>
                  <a:pt x="0" y="3004359"/>
                </a:moveTo>
                <a:cubicBezTo>
                  <a:pt x="455612" y="2256646"/>
                  <a:pt x="519642" y="1403146"/>
                  <a:pt x="1130300" y="1239114"/>
                </a:cubicBezTo>
                <a:cubicBezTo>
                  <a:pt x="1740958" y="1075082"/>
                  <a:pt x="2949575" y="2159864"/>
                  <a:pt x="3663950" y="2020164"/>
                </a:cubicBezTo>
                <a:cubicBezTo>
                  <a:pt x="4378325" y="1880464"/>
                  <a:pt x="4857750" y="594589"/>
                  <a:pt x="5416550" y="400914"/>
                </a:cubicBezTo>
                <a:cubicBezTo>
                  <a:pt x="5975350" y="207239"/>
                  <a:pt x="6486525" y="924789"/>
                  <a:pt x="7016750" y="858114"/>
                </a:cubicBezTo>
                <a:cubicBezTo>
                  <a:pt x="7546975" y="791439"/>
                  <a:pt x="7956550" y="25557"/>
                  <a:pt x="8597900" y="864"/>
                </a:cubicBezTo>
                <a:cubicBezTo>
                  <a:pt x="9239250" y="-23829"/>
                  <a:pt x="10417175" y="487709"/>
                  <a:pt x="10864850" y="709959"/>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0" name="任意多边形: 形状 45"/>
          <p:cNvSpPr/>
          <p:nvPr>
            <p:custDataLst>
              <p:tags r:id="rId3"/>
            </p:custDataLst>
          </p:nvPr>
        </p:nvSpPr>
        <p:spPr>
          <a:xfrm>
            <a:off x="140970" y="3302953"/>
            <a:ext cx="12035155" cy="205295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0725150"/>
              <a:gd name="connsiteY0-2" fmla="*/ 2877595 h 2877595"/>
              <a:gd name="connsiteX1-3" fmla="*/ 1600200 w 10725150"/>
              <a:gd name="connsiteY1-4" fmla="*/ 1239295 h 2877595"/>
              <a:gd name="connsiteX2-5" fmla="*/ 4133850 w 10725150"/>
              <a:gd name="connsiteY2-6" fmla="*/ 2020345 h 2877595"/>
              <a:gd name="connsiteX3-7" fmla="*/ 5886450 w 10725150"/>
              <a:gd name="connsiteY3-8" fmla="*/ 401095 h 2877595"/>
              <a:gd name="connsiteX4-9" fmla="*/ 7486650 w 10725150"/>
              <a:gd name="connsiteY4-10" fmla="*/ 858295 h 2877595"/>
              <a:gd name="connsiteX5-11" fmla="*/ 9067800 w 10725150"/>
              <a:gd name="connsiteY5-12" fmla="*/ 1045 h 2877595"/>
              <a:gd name="connsiteX6-13" fmla="*/ 10725150 w 10725150"/>
              <a:gd name="connsiteY6-14" fmla="*/ 696788 h 28775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725150" h="2877595">
                <a:moveTo>
                  <a:pt x="0" y="2877595"/>
                </a:moveTo>
                <a:cubicBezTo>
                  <a:pt x="455612" y="2129882"/>
                  <a:pt x="911225" y="1382170"/>
                  <a:pt x="1600200" y="1239295"/>
                </a:cubicBezTo>
                <a:cubicBezTo>
                  <a:pt x="2289175" y="1096420"/>
                  <a:pt x="3419475" y="2160045"/>
                  <a:pt x="4133850" y="2020345"/>
                </a:cubicBezTo>
                <a:cubicBezTo>
                  <a:pt x="4848225" y="1880645"/>
                  <a:pt x="5327650" y="594770"/>
                  <a:pt x="5886450" y="401095"/>
                </a:cubicBezTo>
                <a:cubicBezTo>
                  <a:pt x="6445250" y="207420"/>
                  <a:pt x="6956425" y="924970"/>
                  <a:pt x="7486650" y="858295"/>
                </a:cubicBezTo>
                <a:cubicBezTo>
                  <a:pt x="8016875" y="791620"/>
                  <a:pt x="8528050" y="27963"/>
                  <a:pt x="9067800" y="1045"/>
                </a:cubicBezTo>
                <a:cubicBezTo>
                  <a:pt x="9607550" y="-25873"/>
                  <a:pt x="10277475" y="474538"/>
                  <a:pt x="10725150" y="696788"/>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1" name="任意多边形: 形状 46"/>
          <p:cNvSpPr/>
          <p:nvPr>
            <p:custDataLst>
              <p:tags r:id="rId4"/>
            </p:custDataLst>
          </p:nvPr>
        </p:nvSpPr>
        <p:spPr>
          <a:xfrm>
            <a:off x="39370" y="3303588"/>
            <a:ext cx="12131675" cy="212026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1144250"/>
              <a:gd name="connsiteY0-2" fmla="*/ 2989373 h 2989373"/>
              <a:gd name="connsiteX1-3" fmla="*/ 2286000 w 11144250"/>
              <a:gd name="connsiteY1-4" fmla="*/ 1255864 h 2989373"/>
              <a:gd name="connsiteX2-5" fmla="*/ 4819650 w 11144250"/>
              <a:gd name="connsiteY2-6" fmla="*/ 2036914 h 2989373"/>
              <a:gd name="connsiteX3-7" fmla="*/ 6572250 w 11144250"/>
              <a:gd name="connsiteY3-8" fmla="*/ 417664 h 2989373"/>
              <a:gd name="connsiteX4-9" fmla="*/ 8172450 w 11144250"/>
              <a:gd name="connsiteY4-10" fmla="*/ 874864 h 2989373"/>
              <a:gd name="connsiteX5-11" fmla="*/ 9753600 w 11144250"/>
              <a:gd name="connsiteY5-12" fmla="*/ 17614 h 2989373"/>
              <a:gd name="connsiteX6-13" fmla="*/ 11144250 w 11144250"/>
              <a:gd name="connsiteY6-14" fmla="*/ 379564 h 2989373"/>
              <a:gd name="connsiteX0-15" fmla="*/ 0 w 10810875"/>
              <a:gd name="connsiteY0-16" fmla="*/ 2972623 h 2972623"/>
              <a:gd name="connsiteX1-17" fmla="*/ 2286000 w 10810875"/>
              <a:gd name="connsiteY1-18" fmla="*/ 1239114 h 2972623"/>
              <a:gd name="connsiteX2-19" fmla="*/ 4819650 w 10810875"/>
              <a:gd name="connsiteY2-20" fmla="*/ 2020164 h 2972623"/>
              <a:gd name="connsiteX3-21" fmla="*/ 6572250 w 10810875"/>
              <a:gd name="connsiteY3-22" fmla="*/ 400914 h 2972623"/>
              <a:gd name="connsiteX4-23" fmla="*/ 8172450 w 10810875"/>
              <a:gd name="connsiteY4-24" fmla="*/ 858114 h 2972623"/>
              <a:gd name="connsiteX5-25" fmla="*/ 9753600 w 10810875"/>
              <a:gd name="connsiteY5-26" fmla="*/ 864 h 2972623"/>
              <a:gd name="connsiteX6-27" fmla="*/ 10810875 w 10810875"/>
              <a:gd name="connsiteY6-28" fmla="*/ 709959 h 29726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10875" h="2972623">
                <a:moveTo>
                  <a:pt x="0" y="2972623"/>
                </a:moveTo>
                <a:cubicBezTo>
                  <a:pt x="455612" y="2224910"/>
                  <a:pt x="1482725" y="1397857"/>
                  <a:pt x="2286000" y="1239114"/>
                </a:cubicBezTo>
                <a:cubicBezTo>
                  <a:pt x="3089275" y="1080371"/>
                  <a:pt x="4105275" y="2159864"/>
                  <a:pt x="4819650" y="2020164"/>
                </a:cubicBezTo>
                <a:cubicBezTo>
                  <a:pt x="5534025" y="1880464"/>
                  <a:pt x="6013450" y="594589"/>
                  <a:pt x="6572250" y="400914"/>
                </a:cubicBezTo>
                <a:cubicBezTo>
                  <a:pt x="7131050" y="207239"/>
                  <a:pt x="7642225" y="924789"/>
                  <a:pt x="8172450" y="858114"/>
                </a:cubicBezTo>
                <a:cubicBezTo>
                  <a:pt x="8702675" y="791439"/>
                  <a:pt x="9313863" y="25557"/>
                  <a:pt x="9753600" y="864"/>
                </a:cubicBezTo>
                <a:cubicBezTo>
                  <a:pt x="10193338" y="-23829"/>
                  <a:pt x="10363200" y="487709"/>
                  <a:pt x="10810875" y="709959"/>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2" name="任意多边形: 形状 47"/>
          <p:cNvSpPr/>
          <p:nvPr>
            <p:custDataLst>
              <p:tags r:id="rId5"/>
            </p:custDataLst>
          </p:nvPr>
        </p:nvSpPr>
        <p:spPr>
          <a:xfrm>
            <a:off x="86995" y="3331528"/>
            <a:ext cx="12045950" cy="213804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1696700"/>
              <a:gd name="connsiteY0-2" fmla="*/ 3052845 h 3052845"/>
              <a:gd name="connsiteX1-3" fmla="*/ 2838450 w 11696700"/>
              <a:gd name="connsiteY1-4" fmla="*/ 1255864 h 3052845"/>
              <a:gd name="connsiteX2-5" fmla="*/ 5372100 w 11696700"/>
              <a:gd name="connsiteY2-6" fmla="*/ 2036914 h 3052845"/>
              <a:gd name="connsiteX3-7" fmla="*/ 7124700 w 11696700"/>
              <a:gd name="connsiteY3-8" fmla="*/ 417664 h 3052845"/>
              <a:gd name="connsiteX4-9" fmla="*/ 8724900 w 11696700"/>
              <a:gd name="connsiteY4-10" fmla="*/ 874864 h 3052845"/>
              <a:gd name="connsiteX5-11" fmla="*/ 10306050 w 11696700"/>
              <a:gd name="connsiteY5-12" fmla="*/ 17614 h 3052845"/>
              <a:gd name="connsiteX6-13" fmla="*/ 11696700 w 11696700"/>
              <a:gd name="connsiteY6-14" fmla="*/ 379564 h 3052845"/>
              <a:gd name="connsiteX0-15" fmla="*/ 0 w 10734675"/>
              <a:gd name="connsiteY0-16" fmla="*/ 3036950 h 3036950"/>
              <a:gd name="connsiteX1-17" fmla="*/ 2838450 w 10734675"/>
              <a:gd name="connsiteY1-18" fmla="*/ 1239969 h 3036950"/>
              <a:gd name="connsiteX2-19" fmla="*/ 5372100 w 10734675"/>
              <a:gd name="connsiteY2-20" fmla="*/ 2021019 h 3036950"/>
              <a:gd name="connsiteX3-21" fmla="*/ 7124700 w 10734675"/>
              <a:gd name="connsiteY3-22" fmla="*/ 401769 h 3036950"/>
              <a:gd name="connsiteX4-23" fmla="*/ 8724900 w 10734675"/>
              <a:gd name="connsiteY4-24" fmla="*/ 858969 h 3036950"/>
              <a:gd name="connsiteX5-25" fmla="*/ 10306050 w 10734675"/>
              <a:gd name="connsiteY5-26" fmla="*/ 1719 h 3036950"/>
              <a:gd name="connsiteX6-27" fmla="*/ 10734675 w 10734675"/>
              <a:gd name="connsiteY6-28" fmla="*/ 657407 h 3036950"/>
              <a:gd name="connsiteX0-29" fmla="*/ 0 w 10734675"/>
              <a:gd name="connsiteY0-30" fmla="*/ 2997048 h 2997048"/>
              <a:gd name="connsiteX1-31" fmla="*/ 2838450 w 10734675"/>
              <a:gd name="connsiteY1-32" fmla="*/ 1200067 h 2997048"/>
              <a:gd name="connsiteX2-33" fmla="*/ 5372100 w 10734675"/>
              <a:gd name="connsiteY2-34" fmla="*/ 1981117 h 2997048"/>
              <a:gd name="connsiteX3-35" fmla="*/ 7124700 w 10734675"/>
              <a:gd name="connsiteY3-36" fmla="*/ 361867 h 2997048"/>
              <a:gd name="connsiteX4-37" fmla="*/ 8724900 w 10734675"/>
              <a:gd name="connsiteY4-38" fmla="*/ 819067 h 2997048"/>
              <a:gd name="connsiteX5-39" fmla="*/ 10020300 w 10734675"/>
              <a:gd name="connsiteY5-40" fmla="*/ 1872 h 2997048"/>
              <a:gd name="connsiteX6-41" fmla="*/ 10734675 w 10734675"/>
              <a:gd name="connsiteY6-42" fmla="*/ 617505 h 2997048"/>
              <a:gd name="connsiteX0-43" fmla="*/ 0 w 10734675"/>
              <a:gd name="connsiteY0-44" fmla="*/ 2997048 h 2997048"/>
              <a:gd name="connsiteX1-45" fmla="*/ 2838450 w 10734675"/>
              <a:gd name="connsiteY1-46" fmla="*/ 1200067 h 2997048"/>
              <a:gd name="connsiteX2-47" fmla="*/ 5372100 w 10734675"/>
              <a:gd name="connsiteY2-48" fmla="*/ 1981117 h 2997048"/>
              <a:gd name="connsiteX3-49" fmla="*/ 6768621 w 10734675"/>
              <a:gd name="connsiteY3-50" fmla="*/ 393912 h 2997048"/>
              <a:gd name="connsiteX4-51" fmla="*/ 8724900 w 10734675"/>
              <a:gd name="connsiteY4-52" fmla="*/ 819067 h 2997048"/>
              <a:gd name="connsiteX5-53" fmla="*/ 10020300 w 10734675"/>
              <a:gd name="connsiteY5-54" fmla="*/ 1872 h 2997048"/>
              <a:gd name="connsiteX6-55" fmla="*/ 10734675 w 10734675"/>
              <a:gd name="connsiteY6-56" fmla="*/ 617505 h 299704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734675" h="2997048">
                <a:moveTo>
                  <a:pt x="0" y="2997048"/>
                </a:moveTo>
                <a:cubicBezTo>
                  <a:pt x="455612" y="2249335"/>
                  <a:pt x="1943100" y="1369389"/>
                  <a:pt x="2838450" y="1200067"/>
                </a:cubicBezTo>
                <a:cubicBezTo>
                  <a:pt x="3733800" y="1030745"/>
                  <a:pt x="4717072" y="2115476"/>
                  <a:pt x="5372100" y="1981117"/>
                </a:cubicBezTo>
                <a:cubicBezTo>
                  <a:pt x="6027128" y="1846758"/>
                  <a:pt x="6209821" y="587587"/>
                  <a:pt x="6768621" y="393912"/>
                </a:cubicBezTo>
                <a:cubicBezTo>
                  <a:pt x="7327421" y="200237"/>
                  <a:pt x="8182954" y="884407"/>
                  <a:pt x="8724900" y="819067"/>
                </a:cubicBezTo>
                <a:cubicBezTo>
                  <a:pt x="9266846" y="753727"/>
                  <a:pt x="9685337" y="35466"/>
                  <a:pt x="10020300" y="1872"/>
                </a:cubicBezTo>
                <a:cubicBezTo>
                  <a:pt x="10355263" y="-31722"/>
                  <a:pt x="10287000" y="395255"/>
                  <a:pt x="10734675" y="617505"/>
                </a:cubicBezTo>
              </a:path>
            </a:pathLst>
          </a:custGeom>
          <a:noFill/>
          <a:ln>
            <a:gradFill flip="none" rotWithShape="1">
              <a:gsLst>
                <a:gs pos="1770">
                  <a:schemeClr val="accent1">
                    <a:lumMod val="20000"/>
                    <a:lumOff val="80000"/>
                    <a:alpha val="0"/>
                  </a:schemeClr>
                </a:gs>
                <a:gs pos="26000">
                  <a:schemeClr val="accent1">
                    <a:lumMod val="20000"/>
                    <a:lumOff val="80000"/>
                    <a:alpha val="10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优设标题黑" panose="00000500000000000000" pitchFamily="2" charset="-122"/>
              <a:ea typeface="优设标题黑" panose="00000500000000000000" pitchFamily="2" charset="-122"/>
            </a:endParaRPr>
          </a:p>
        </p:txBody>
      </p:sp>
      <p:sp>
        <p:nvSpPr>
          <p:cNvPr id="13" name="任意多边形: 形状 48"/>
          <p:cNvSpPr/>
          <p:nvPr>
            <p:custDataLst>
              <p:tags r:id="rId6"/>
            </p:custDataLst>
          </p:nvPr>
        </p:nvSpPr>
        <p:spPr>
          <a:xfrm>
            <a:off x="34925" y="3302953"/>
            <a:ext cx="12127865" cy="2128520"/>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0255250"/>
              <a:gd name="connsiteY0-2" fmla="*/ 2999951 h 2999951"/>
              <a:gd name="connsiteX1-3" fmla="*/ 1397000 w 10255250"/>
              <a:gd name="connsiteY1-4" fmla="*/ 1255864 h 2999951"/>
              <a:gd name="connsiteX2-5" fmla="*/ 3930650 w 10255250"/>
              <a:gd name="connsiteY2-6" fmla="*/ 2036914 h 2999951"/>
              <a:gd name="connsiteX3-7" fmla="*/ 5683250 w 10255250"/>
              <a:gd name="connsiteY3-8" fmla="*/ 417664 h 2999951"/>
              <a:gd name="connsiteX4-9" fmla="*/ 7283450 w 10255250"/>
              <a:gd name="connsiteY4-10" fmla="*/ 874864 h 2999951"/>
              <a:gd name="connsiteX5-11" fmla="*/ 8864600 w 10255250"/>
              <a:gd name="connsiteY5-12" fmla="*/ 17614 h 2999951"/>
              <a:gd name="connsiteX6-13" fmla="*/ 10255250 w 10255250"/>
              <a:gd name="connsiteY6-14" fmla="*/ 379564 h 2999951"/>
              <a:gd name="connsiteX0-15" fmla="*/ 0 w 10807700"/>
              <a:gd name="connsiteY0-16" fmla="*/ 2983584 h 2983584"/>
              <a:gd name="connsiteX1-17" fmla="*/ 1397000 w 10807700"/>
              <a:gd name="connsiteY1-18" fmla="*/ 1239497 h 2983584"/>
              <a:gd name="connsiteX2-19" fmla="*/ 3930650 w 10807700"/>
              <a:gd name="connsiteY2-20" fmla="*/ 2020547 h 2983584"/>
              <a:gd name="connsiteX3-21" fmla="*/ 5683250 w 10807700"/>
              <a:gd name="connsiteY3-22" fmla="*/ 401297 h 2983584"/>
              <a:gd name="connsiteX4-23" fmla="*/ 7283450 w 10807700"/>
              <a:gd name="connsiteY4-24" fmla="*/ 858497 h 2983584"/>
              <a:gd name="connsiteX5-25" fmla="*/ 8864600 w 10807700"/>
              <a:gd name="connsiteY5-26" fmla="*/ 1247 h 2983584"/>
              <a:gd name="connsiteX6-27" fmla="*/ 10807700 w 10807700"/>
              <a:gd name="connsiteY6-28" fmla="*/ 683638 h 2983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07700" h="2983584">
                <a:moveTo>
                  <a:pt x="0" y="2983584"/>
                </a:moveTo>
                <a:cubicBezTo>
                  <a:pt x="455612" y="2235871"/>
                  <a:pt x="741892" y="1400003"/>
                  <a:pt x="1397000" y="1239497"/>
                </a:cubicBezTo>
                <a:cubicBezTo>
                  <a:pt x="2052108" y="1078991"/>
                  <a:pt x="3216275" y="2160247"/>
                  <a:pt x="3930650" y="2020547"/>
                </a:cubicBezTo>
                <a:cubicBezTo>
                  <a:pt x="4645025" y="1880847"/>
                  <a:pt x="5124450" y="594972"/>
                  <a:pt x="5683250" y="401297"/>
                </a:cubicBezTo>
                <a:cubicBezTo>
                  <a:pt x="6242050" y="207622"/>
                  <a:pt x="6753225" y="925172"/>
                  <a:pt x="7283450" y="858497"/>
                </a:cubicBezTo>
                <a:cubicBezTo>
                  <a:pt x="7813675" y="791822"/>
                  <a:pt x="8277225" y="30390"/>
                  <a:pt x="8864600" y="1247"/>
                </a:cubicBezTo>
                <a:cubicBezTo>
                  <a:pt x="9451975" y="-27896"/>
                  <a:pt x="10360025" y="461388"/>
                  <a:pt x="10807700" y="683638"/>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4" name="任意多边形: 形状 49"/>
          <p:cNvSpPr/>
          <p:nvPr>
            <p:custDataLst>
              <p:tags r:id="rId7"/>
            </p:custDataLst>
          </p:nvPr>
        </p:nvSpPr>
        <p:spPr>
          <a:xfrm>
            <a:off x="307975" y="3302953"/>
            <a:ext cx="11864340" cy="205295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0572750"/>
              <a:gd name="connsiteY0-2" fmla="*/ 2877797 h 2877797"/>
              <a:gd name="connsiteX1-3" fmla="*/ 1600200 w 10572750"/>
              <a:gd name="connsiteY1-4" fmla="*/ 1239497 h 2877797"/>
              <a:gd name="connsiteX2-5" fmla="*/ 4133850 w 10572750"/>
              <a:gd name="connsiteY2-6" fmla="*/ 2020547 h 2877797"/>
              <a:gd name="connsiteX3-7" fmla="*/ 5886450 w 10572750"/>
              <a:gd name="connsiteY3-8" fmla="*/ 401297 h 2877797"/>
              <a:gd name="connsiteX4-9" fmla="*/ 7486650 w 10572750"/>
              <a:gd name="connsiteY4-10" fmla="*/ 858497 h 2877797"/>
              <a:gd name="connsiteX5-11" fmla="*/ 9067800 w 10572750"/>
              <a:gd name="connsiteY5-12" fmla="*/ 1247 h 2877797"/>
              <a:gd name="connsiteX6-13" fmla="*/ 10572750 w 10572750"/>
              <a:gd name="connsiteY6-14" fmla="*/ 683638 h 2877797"/>
              <a:gd name="connsiteX0-15" fmla="*/ 0 w 10572750"/>
              <a:gd name="connsiteY0-16" fmla="*/ 2877797 h 2877797"/>
              <a:gd name="connsiteX1-17" fmla="*/ 1600200 w 10572750"/>
              <a:gd name="connsiteY1-18" fmla="*/ 1239497 h 2877797"/>
              <a:gd name="connsiteX2-19" fmla="*/ 4133850 w 10572750"/>
              <a:gd name="connsiteY2-20" fmla="*/ 2020547 h 2877797"/>
              <a:gd name="connsiteX3-21" fmla="*/ 5886450 w 10572750"/>
              <a:gd name="connsiteY3-22" fmla="*/ 401297 h 2877797"/>
              <a:gd name="connsiteX4-23" fmla="*/ 7486650 w 10572750"/>
              <a:gd name="connsiteY4-24" fmla="*/ 858497 h 2877797"/>
              <a:gd name="connsiteX5-25" fmla="*/ 9067800 w 10572750"/>
              <a:gd name="connsiteY5-26" fmla="*/ 1247 h 2877797"/>
              <a:gd name="connsiteX6-27" fmla="*/ 10572750 w 10572750"/>
              <a:gd name="connsiteY6-28" fmla="*/ 683638 h 28777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572750" h="2877797">
                <a:moveTo>
                  <a:pt x="0" y="2877797"/>
                </a:moveTo>
                <a:cubicBezTo>
                  <a:pt x="455612" y="2130084"/>
                  <a:pt x="911225" y="1382372"/>
                  <a:pt x="1600200" y="1239497"/>
                </a:cubicBezTo>
                <a:cubicBezTo>
                  <a:pt x="2289175" y="1096622"/>
                  <a:pt x="3419475" y="2160247"/>
                  <a:pt x="4133850" y="2020547"/>
                </a:cubicBezTo>
                <a:cubicBezTo>
                  <a:pt x="4848225" y="1880847"/>
                  <a:pt x="5464147" y="799698"/>
                  <a:pt x="5886450" y="401297"/>
                </a:cubicBezTo>
                <a:cubicBezTo>
                  <a:pt x="6308753" y="2896"/>
                  <a:pt x="6956425" y="925172"/>
                  <a:pt x="7486650" y="858497"/>
                </a:cubicBezTo>
                <a:cubicBezTo>
                  <a:pt x="8016875" y="791822"/>
                  <a:pt x="8553450" y="30390"/>
                  <a:pt x="9067800" y="1247"/>
                </a:cubicBezTo>
                <a:cubicBezTo>
                  <a:pt x="9582150" y="-27896"/>
                  <a:pt x="10125075" y="461388"/>
                  <a:pt x="10572750" y="683638"/>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latin typeface="优设标题黑" panose="00000500000000000000" pitchFamily="2" charset="-122"/>
              <a:ea typeface="优设标题黑" panose="00000500000000000000" pitchFamily="2" charset="-122"/>
              <a:sym typeface="MiSans Normal" panose="00000500000000000000" charset="-122"/>
            </a:endParaRPr>
          </a:p>
        </p:txBody>
      </p:sp>
      <p:sp>
        <p:nvSpPr>
          <p:cNvPr id="15" name="任意多边形: 形状 50"/>
          <p:cNvSpPr/>
          <p:nvPr>
            <p:custDataLst>
              <p:tags r:id="rId8"/>
            </p:custDataLst>
          </p:nvPr>
        </p:nvSpPr>
        <p:spPr>
          <a:xfrm>
            <a:off x="28575" y="3317558"/>
            <a:ext cx="12163425" cy="2188845"/>
          </a:xfrm>
          <a:custGeom>
            <a:avLst/>
            <a:gdLst>
              <a:gd name="connsiteX0" fmla="*/ 0 w 10458450"/>
              <a:gd name="connsiteY0" fmla="*/ 2894164 h 2894164"/>
              <a:gd name="connsiteX1" fmla="*/ 1600200 w 10458450"/>
              <a:gd name="connsiteY1" fmla="*/ 1255864 h 2894164"/>
              <a:gd name="connsiteX2" fmla="*/ 4133850 w 10458450"/>
              <a:gd name="connsiteY2" fmla="*/ 2036914 h 2894164"/>
              <a:gd name="connsiteX3" fmla="*/ 5886450 w 10458450"/>
              <a:gd name="connsiteY3" fmla="*/ 417664 h 2894164"/>
              <a:gd name="connsiteX4" fmla="*/ 7486650 w 10458450"/>
              <a:gd name="connsiteY4" fmla="*/ 874864 h 2894164"/>
              <a:gd name="connsiteX5" fmla="*/ 9067800 w 10458450"/>
              <a:gd name="connsiteY5" fmla="*/ 17614 h 2894164"/>
              <a:gd name="connsiteX6" fmla="*/ 10458450 w 10458450"/>
              <a:gd name="connsiteY6" fmla="*/ 379564 h 2894164"/>
              <a:gd name="connsiteX0-1" fmla="*/ 0 w 11315700"/>
              <a:gd name="connsiteY0-2" fmla="*/ 3084581 h 3084581"/>
              <a:gd name="connsiteX1-3" fmla="*/ 2457450 w 11315700"/>
              <a:gd name="connsiteY1-4" fmla="*/ 1255864 h 3084581"/>
              <a:gd name="connsiteX2-5" fmla="*/ 4991100 w 11315700"/>
              <a:gd name="connsiteY2-6" fmla="*/ 2036914 h 3084581"/>
              <a:gd name="connsiteX3-7" fmla="*/ 6743700 w 11315700"/>
              <a:gd name="connsiteY3-8" fmla="*/ 417664 h 3084581"/>
              <a:gd name="connsiteX4-9" fmla="*/ 8343900 w 11315700"/>
              <a:gd name="connsiteY4-10" fmla="*/ 874864 h 3084581"/>
              <a:gd name="connsiteX5-11" fmla="*/ 9925050 w 11315700"/>
              <a:gd name="connsiteY5-12" fmla="*/ 17614 h 3084581"/>
              <a:gd name="connsiteX6-13" fmla="*/ 11315700 w 11315700"/>
              <a:gd name="connsiteY6-14" fmla="*/ 379564 h 3084581"/>
              <a:gd name="connsiteX0-15" fmla="*/ 0 w 10839450"/>
              <a:gd name="connsiteY0-16" fmla="*/ 3068438 h 3068438"/>
              <a:gd name="connsiteX1-17" fmla="*/ 2457450 w 10839450"/>
              <a:gd name="connsiteY1-18" fmla="*/ 1239721 h 3068438"/>
              <a:gd name="connsiteX2-19" fmla="*/ 4991100 w 10839450"/>
              <a:gd name="connsiteY2-20" fmla="*/ 2020771 h 3068438"/>
              <a:gd name="connsiteX3-21" fmla="*/ 6743700 w 10839450"/>
              <a:gd name="connsiteY3-22" fmla="*/ 401521 h 3068438"/>
              <a:gd name="connsiteX4-23" fmla="*/ 8343900 w 10839450"/>
              <a:gd name="connsiteY4-24" fmla="*/ 858721 h 3068438"/>
              <a:gd name="connsiteX5-25" fmla="*/ 9925050 w 10839450"/>
              <a:gd name="connsiteY5-26" fmla="*/ 1471 h 3068438"/>
              <a:gd name="connsiteX6-27" fmla="*/ 10839450 w 10839450"/>
              <a:gd name="connsiteY6-28" fmla="*/ 670511 h 30684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39450" h="3068438">
                <a:moveTo>
                  <a:pt x="0" y="3068438"/>
                </a:moveTo>
                <a:cubicBezTo>
                  <a:pt x="455612" y="2320725"/>
                  <a:pt x="1625600" y="1414332"/>
                  <a:pt x="2457450" y="1239721"/>
                </a:cubicBezTo>
                <a:cubicBezTo>
                  <a:pt x="3289300" y="1065110"/>
                  <a:pt x="4276725" y="2160471"/>
                  <a:pt x="4991100" y="2020771"/>
                </a:cubicBezTo>
                <a:cubicBezTo>
                  <a:pt x="5705475" y="1881071"/>
                  <a:pt x="6184900" y="595196"/>
                  <a:pt x="6743700" y="401521"/>
                </a:cubicBezTo>
                <a:cubicBezTo>
                  <a:pt x="7302500" y="207846"/>
                  <a:pt x="7813675" y="925396"/>
                  <a:pt x="8343900" y="858721"/>
                </a:cubicBezTo>
                <a:cubicBezTo>
                  <a:pt x="8874125" y="792046"/>
                  <a:pt x="9509125" y="32839"/>
                  <a:pt x="9925050" y="1471"/>
                </a:cubicBezTo>
                <a:cubicBezTo>
                  <a:pt x="10340975" y="-29897"/>
                  <a:pt x="10391775" y="448261"/>
                  <a:pt x="10839450" y="670511"/>
                </a:cubicBezTo>
              </a:path>
            </a:pathLst>
          </a:custGeom>
          <a:noFill/>
          <a:ln>
            <a:gradFill flip="none" rotWithShape="1">
              <a:gsLst>
                <a:gs pos="1770">
                  <a:schemeClr val="accent1">
                    <a:lumMod val="20000"/>
                    <a:lumOff val="80000"/>
                    <a:alpha val="0"/>
                  </a:schemeClr>
                </a:gs>
                <a:gs pos="26000">
                  <a:schemeClr val="accent1">
                    <a:lumMod val="20000"/>
                    <a:lumOff val="80000"/>
                    <a:alpha val="80000"/>
                  </a:schemeClr>
                </a:gs>
                <a:gs pos="97345">
                  <a:schemeClr val="accent1">
                    <a:alpha val="0"/>
                  </a:schemeClr>
                </a:gs>
                <a:gs pos="65000">
                  <a:schemeClr val="accent1">
                    <a:alpha val="10000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优设标题黑" panose="00000500000000000000" pitchFamily="2" charset="-122"/>
              <a:ea typeface="优设标题黑" panose="00000500000000000000" pitchFamily="2" charset="-122"/>
            </a:endParaRPr>
          </a:p>
        </p:txBody>
      </p:sp>
      <p:pic>
        <p:nvPicPr>
          <p:cNvPr id="16" name="图片 15"/>
          <p:cNvPicPr>
            <a:picLocks noChangeAspect="1"/>
          </p:cNvPicPr>
          <p:nvPr>
            <p:custDataLst>
              <p:tags r:id="rId9"/>
            </p:custDataLst>
          </p:nvPr>
        </p:nvPicPr>
        <p:blipFill>
          <a:blip r:embed="rId10">
            <a:duotone>
              <a:schemeClr val="accent1">
                <a:shade val="45000"/>
                <a:satMod val="135000"/>
              </a:schemeClr>
              <a:prstClr val="white"/>
            </a:duotone>
          </a:blip>
          <a:stretch>
            <a:fillRect/>
          </a:stretch>
        </p:blipFill>
        <p:spPr>
          <a:xfrm>
            <a:off x="5495290" y="3386773"/>
            <a:ext cx="967740" cy="525780"/>
          </a:xfrm>
          <a:prstGeom prst="rect">
            <a:avLst/>
          </a:prstGeom>
        </p:spPr>
      </p:pic>
      <p:pic>
        <p:nvPicPr>
          <p:cNvPr id="18" name="图片 17"/>
          <p:cNvPicPr>
            <a:picLocks noChangeAspect="1"/>
          </p:cNvPicPr>
          <p:nvPr>
            <p:custDataLst>
              <p:tags r:id="rId11"/>
            </p:custDataLst>
          </p:nvPr>
        </p:nvPicPr>
        <p:blipFill>
          <a:blip r:embed="rId12">
            <a:duotone>
              <a:schemeClr val="accent1">
                <a:shade val="45000"/>
                <a:satMod val="135000"/>
              </a:schemeClr>
              <a:prstClr val="white"/>
            </a:duotone>
          </a:blip>
          <a:stretch>
            <a:fillRect/>
          </a:stretch>
        </p:blipFill>
        <p:spPr>
          <a:xfrm>
            <a:off x="3481705" y="4614863"/>
            <a:ext cx="937260" cy="236220"/>
          </a:xfrm>
          <a:prstGeom prst="rect">
            <a:avLst/>
          </a:prstGeom>
        </p:spPr>
      </p:pic>
      <p:pic>
        <p:nvPicPr>
          <p:cNvPr id="3" name="图片 2"/>
          <p:cNvPicPr>
            <a:picLocks noChangeAspect="1"/>
          </p:cNvPicPr>
          <p:nvPr>
            <p:custDataLst>
              <p:tags r:id="rId13"/>
            </p:custDataLst>
          </p:nvPr>
        </p:nvPicPr>
        <p:blipFill>
          <a:blip r:embed="rId12">
            <a:duotone>
              <a:schemeClr val="accent1">
                <a:shade val="45000"/>
                <a:satMod val="135000"/>
              </a:schemeClr>
              <a:prstClr val="white"/>
            </a:duotone>
          </a:blip>
          <a:stretch>
            <a:fillRect/>
          </a:stretch>
        </p:blipFill>
        <p:spPr>
          <a:xfrm rot="21180000">
            <a:off x="5638165" y="4599623"/>
            <a:ext cx="937260" cy="236220"/>
          </a:xfrm>
          <a:prstGeom prst="rect">
            <a:avLst/>
          </a:prstGeom>
        </p:spPr>
      </p:pic>
      <p:cxnSp>
        <p:nvCxnSpPr>
          <p:cNvPr id="4" name="直接连接符 3"/>
          <p:cNvCxnSpPr/>
          <p:nvPr>
            <p:custDataLst>
              <p:tags r:id="rId14"/>
            </p:custDataLst>
          </p:nvPr>
        </p:nvCxnSpPr>
        <p:spPr>
          <a:xfrm>
            <a:off x="587375" y="2613978"/>
            <a:ext cx="0" cy="1543050"/>
          </a:xfrm>
          <a:prstGeom prst="line">
            <a:avLst/>
          </a:prstGeom>
          <a:noFill/>
          <a:ln w="12700" cap="flat" cmpd="sng" algn="ctr">
            <a:gradFill flip="none" rotWithShape="1">
              <a:gsLst>
                <a:gs pos="30000">
                  <a:schemeClr val="accent1">
                    <a:alpha val="100000"/>
                  </a:schemeClr>
                </a:gs>
                <a:gs pos="3000">
                  <a:schemeClr val="accent1">
                    <a:lumMod val="20000"/>
                    <a:lumOff val="80000"/>
                    <a:alpha val="100000"/>
                  </a:schemeClr>
                </a:gs>
                <a:gs pos="100000">
                  <a:schemeClr val="accent1">
                    <a:alpha val="0"/>
                  </a:schemeClr>
                </a:gs>
              </a:gsLst>
              <a:lin ang="5400000" scaled="1"/>
              <a:tileRect/>
            </a:gradFill>
            <a:prstDash val="solid"/>
            <a:miter lim="800000"/>
          </a:ln>
          <a:effectLst/>
        </p:spPr>
      </p:cxnSp>
      <p:cxnSp>
        <p:nvCxnSpPr>
          <p:cNvPr id="5" name="直接连接符 4"/>
          <p:cNvCxnSpPr/>
          <p:nvPr>
            <p:custDataLst>
              <p:tags r:id="rId15"/>
            </p:custDataLst>
          </p:nvPr>
        </p:nvCxnSpPr>
        <p:spPr>
          <a:xfrm>
            <a:off x="6085840" y="1830388"/>
            <a:ext cx="0" cy="1543050"/>
          </a:xfrm>
          <a:prstGeom prst="line">
            <a:avLst/>
          </a:prstGeom>
          <a:noFill/>
          <a:ln w="12700" cap="flat" cmpd="sng" algn="ctr">
            <a:gradFill flip="none" rotWithShape="1">
              <a:gsLst>
                <a:gs pos="30000">
                  <a:schemeClr val="accent1">
                    <a:alpha val="100000"/>
                  </a:schemeClr>
                </a:gs>
                <a:gs pos="3000">
                  <a:schemeClr val="accent1">
                    <a:lumMod val="20000"/>
                    <a:lumOff val="80000"/>
                    <a:alpha val="100000"/>
                  </a:schemeClr>
                </a:gs>
                <a:gs pos="100000">
                  <a:schemeClr val="accent1">
                    <a:alpha val="0"/>
                  </a:schemeClr>
                </a:gs>
              </a:gsLst>
              <a:lin ang="5400000" scaled="1"/>
              <a:tileRect/>
            </a:gradFill>
            <a:prstDash val="solid"/>
            <a:miter lim="800000"/>
          </a:ln>
          <a:effectLst/>
        </p:spPr>
      </p:cxnSp>
      <p:sp>
        <p:nvSpPr>
          <p:cNvPr id="8" name="矩形 7"/>
          <p:cNvSpPr/>
          <p:nvPr>
            <p:custDataLst>
              <p:tags r:id="rId16"/>
            </p:custDataLst>
          </p:nvPr>
        </p:nvSpPr>
        <p:spPr>
          <a:xfrm>
            <a:off x="679450" y="3041015"/>
            <a:ext cx="4815840" cy="690245"/>
          </a:xfrm>
          <a:prstGeom prst="rect">
            <a:avLst/>
          </a:prstGeom>
          <a:noFill/>
        </p:spPr>
        <p:txBody>
          <a:bodyPr wrap="square" lIns="0" tIns="0" rIns="0" bIns="0" rtlCol="0" anchor="t" anchorCtr="0">
            <a:noAutofit/>
          </a:bodyPr>
          <a:p>
            <a:pPr marL="171450" indent="-171450" algn="l" fontAlgn="auto">
              <a:lnSpc>
                <a:spcPct val="100000"/>
              </a:lnSpc>
              <a:spcBef>
                <a:spcPct val="0"/>
              </a:spcBef>
              <a:spcAft>
                <a:spcPct val="0"/>
              </a:spcAft>
              <a:buFont typeface="Arial" panose="020B0604020202090204" pitchFamily="34" charset="0"/>
              <a:buChar char="•"/>
            </a:pP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技能即资产：</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将技能</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(Skills)</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视为组织的核心战略资产，而非简单的培训任务</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a:p>
            <a:pPr marL="171450" indent="-171450" algn="l" fontAlgn="auto">
              <a:lnSpc>
                <a:spcPct val="100000"/>
              </a:lnSpc>
              <a:spcBef>
                <a:spcPct val="0"/>
              </a:spcBef>
              <a:spcAft>
                <a:spcPct val="0"/>
              </a:spcAft>
              <a:buFont typeface="Arial" panose="020B0604020202090204" pitchFamily="34" charset="0"/>
              <a:buChar char="•"/>
            </a:pP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AI</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即引擎：</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拥抱</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AI+HR</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，将</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AI</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作为提升人才管理效率和精准度的核心驱动力</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a:p>
            <a:pPr marL="171450" indent="-171450" algn="l" fontAlgn="auto">
              <a:lnSpc>
                <a:spcPct val="100000"/>
              </a:lnSpc>
              <a:spcBef>
                <a:spcPct val="0"/>
              </a:spcBef>
              <a:spcAft>
                <a:spcPct val="0"/>
              </a:spcAft>
              <a:buFont typeface="Arial" panose="020B0604020202090204" pitchFamily="34" charset="0"/>
              <a:buChar char="•"/>
            </a:pPr>
            <a:r>
              <a:rPr lang="zh-CN" altLang="en-US" sz="1200">
                <a:solidFill>
                  <a:schemeClr val="tx1">
                    <a:lumMod val="85000"/>
                    <a:lumOff val="15000"/>
                  </a:schemeClr>
                </a:solidFill>
                <a:latin typeface="+mn-ea"/>
                <a:cs typeface="MiSans Normal" panose="00000500000000000000" charset="-122"/>
                <a:sym typeface="MiSans Normal" panose="00000500000000000000" charset="-122"/>
              </a:rPr>
              <a:t>价值导向：</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人才发展的最终目标是从降本增效转向驱动业务增长</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p:txBody>
      </p:sp>
      <p:sp>
        <p:nvSpPr>
          <p:cNvPr id="44" name="矩形 43"/>
          <p:cNvSpPr/>
          <p:nvPr>
            <p:custDataLst>
              <p:tags r:id="rId17"/>
            </p:custDataLst>
          </p:nvPr>
        </p:nvSpPr>
        <p:spPr>
          <a:xfrm>
            <a:off x="679450" y="2315210"/>
            <a:ext cx="4815840" cy="530225"/>
          </a:xfrm>
          <a:prstGeom prst="rect">
            <a:avLst/>
          </a:prstGeom>
          <a:noFill/>
        </p:spPr>
        <p:txBody>
          <a:bodyPr wrap="square" lIns="0" tIns="0" rIns="0" bIns="0" rtlCol="0" anchor="b">
            <a:noAutofit/>
          </a:bodyPr>
          <a:p>
            <a:pPr lvl="0" algn="l">
              <a:buClrTx/>
              <a:buSzTx/>
              <a:buFontTx/>
            </a:pPr>
            <a:r>
              <a:rPr lang="zh-CN" altLang="en-US"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理念引领：从</a:t>
            </a:r>
            <a:r>
              <a:rPr lang="en-US" altLang="zh-CN"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a:t>
            </a:r>
            <a:r>
              <a:rPr lang="zh-CN" altLang="en-US"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培训</a:t>
            </a:r>
            <a:r>
              <a:rPr lang="en-US" altLang="zh-CN"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a:t>
            </a:r>
            <a:r>
              <a:rPr lang="zh-CN" altLang="en-US"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到</a:t>
            </a:r>
            <a:r>
              <a:rPr lang="en-US" altLang="zh-CN"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a:t>
            </a:r>
            <a:r>
              <a:rPr lang="zh-CN" altLang="en-US"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能力投资</a:t>
            </a:r>
            <a:r>
              <a:rPr lang="en-US" altLang="zh-CN"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a:t>
            </a:r>
            <a:r>
              <a:rPr lang="zh-CN" altLang="en-US"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的战略转型</a:t>
            </a:r>
            <a:endParaRPr lang="zh-CN" altLang="en-US" sz="1600"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endParaRPr>
          </a:p>
        </p:txBody>
      </p:sp>
      <p:cxnSp>
        <p:nvCxnSpPr>
          <p:cNvPr id="45" name="直接连接符 44"/>
          <p:cNvCxnSpPr/>
          <p:nvPr>
            <p:custDataLst>
              <p:tags r:id="rId18"/>
            </p:custDataLst>
          </p:nvPr>
        </p:nvCxnSpPr>
        <p:spPr>
          <a:xfrm>
            <a:off x="548005" y="4708843"/>
            <a:ext cx="0" cy="1321435"/>
          </a:xfrm>
          <a:prstGeom prst="line">
            <a:avLst/>
          </a:prstGeom>
          <a:noFill/>
          <a:ln w="12700" cap="flat" cmpd="sng" algn="ctr">
            <a:gradFill flip="none" rotWithShape="1">
              <a:gsLst>
                <a:gs pos="30000">
                  <a:schemeClr val="accent2">
                    <a:alpha val="100000"/>
                  </a:schemeClr>
                </a:gs>
                <a:gs pos="3000">
                  <a:schemeClr val="accent2">
                    <a:lumMod val="20000"/>
                    <a:lumOff val="80000"/>
                    <a:alpha val="100000"/>
                  </a:schemeClr>
                </a:gs>
                <a:gs pos="84000">
                  <a:schemeClr val="accent2">
                    <a:alpha val="0"/>
                  </a:schemeClr>
                </a:gs>
              </a:gsLst>
              <a:lin ang="16200000" scaled="1"/>
              <a:tileRect/>
            </a:gradFill>
            <a:prstDash val="solid"/>
            <a:miter lim="800000"/>
          </a:ln>
          <a:effectLst/>
        </p:spPr>
      </p:cxnSp>
      <p:sp>
        <p:nvSpPr>
          <p:cNvPr id="46" name="矩形 45"/>
          <p:cNvSpPr/>
          <p:nvPr>
            <p:custDataLst>
              <p:tags r:id="rId19"/>
            </p:custDataLst>
          </p:nvPr>
        </p:nvSpPr>
        <p:spPr>
          <a:xfrm>
            <a:off x="688340" y="5424170"/>
            <a:ext cx="5397500" cy="1138555"/>
          </a:xfrm>
          <a:prstGeom prst="rect">
            <a:avLst/>
          </a:prstGeom>
          <a:noFill/>
        </p:spPr>
        <p:txBody>
          <a:bodyPr wrap="square" lIns="0" tIns="0" rIns="0" bIns="0" rtlCol="0" anchor="t" anchorCtr="0">
            <a:noAutofit/>
          </a:bodyPr>
          <a:p>
            <a:pPr marL="171450" indent="-171450" algn="l" fontAlgn="auto">
              <a:lnSpc>
                <a:spcPct val="100000"/>
              </a:lnSpc>
              <a:spcBef>
                <a:spcPct val="0"/>
              </a:spcBef>
              <a:spcAft>
                <a:spcPct val="0"/>
              </a:spcAft>
              <a:buFont typeface="Arial" panose="020B0604020202090204" pitchFamily="34" charset="0"/>
              <a:buChar char="•"/>
            </a:pP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数字足迹沉淀证据：</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有意识地推动工作过程的数字化留痕（如项目文档、绩效记录、社区贡献），将其作为能力认证的核心证据来源</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a:p>
            <a:pPr marL="171450" indent="-171450" algn="l" fontAlgn="auto">
              <a:lnSpc>
                <a:spcPct val="100000"/>
              </a:lnSpc>
              <a:spcBef>
                <a:spcPct val="0"/>
              </a:spcBef>
              <a:spcAft>
                <a:spcPct val="0"/>
              </a:spcAft>
              <a:buFont typeface="Arial" panose="020B0604020202090204" pitchFamily="34" charset="0"/>
              <a:buChar char="•"/>
            </a:pP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组合拳</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式验证：</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采用</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知识考试</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产出物评审</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过程证据</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他人确认</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的多维度验证方式，确保认证结果的真实性和可信度</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a:p>
            <a:pPr marL="171450" indent="-171450" algn="l" fontAlgn="auto">
              <a:lnSpc>
                <a:spcPct val="100000"/>
              </a:lnSpc>
              <a:spcBef>
                <a:spcPct val="0"/>
              </a:spcBef>
              <a:spcAft>
                <a:spcPct val="0"/>
              </a:spcAft>
              <a:buFont typeface="Arial" panose="020B0604020202090204" pitchFamily="34" charset="0"/>
              <a:buChar char="•"/>
            </a:pP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AI</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辅助评审提效：</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引入</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AI</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进行文本证据的预审、社区贡献的量化分析，将专家评审的精力聚焦在最关键的环节</a:t>
            </a:r>
            <a:endParaRPr lang="zh-CN" altLang="en-US" sz="1200">
              <a:solidFill>
                <a:schemeClr val="tx1">
                  <a:lumMod val="85000"/>
                  <a:lumOff val="15000"/>
                </a:schemeClr>
              </a:solidFill>
              <a:latin typeface="+mn-ea"/>
              <a:cs typeface="MiSans Normal" panose="00000500000000000000" charset="-122"/>
              <a:sym typeface="MiSans Normal" panose="00000500000000000000" charset="-122"/>
            </a:endParaRPr>
          </a:p>
        </p:txBody>
      </p:sp>
      <p:sp>
        <p:nvSpPr>
          <p:cNvPr id="47" name="矩形 46"/>
          <p:cNvSpPr/>
          <p:nvPr>
            <p:custDataLst>
              <p:tags r:id="rId20"/>
            </p:custDataLst>
          </p:nvPr>
        </p:nvSpPr>
        <p:spPr>
          <a:xfrm>
            <a:off x="584835" y="4647565"/>
            <a:ext cx="5363210" cy="530225"/>
          </a:xfrm>
          <a:prstGeom prst="rect">
            <a:avLst/>
          </a:prstGeom>
          <a:noFill/>
        </p:spPr>
        <p:txBody>
          <a:bodyPr wrap="square" lIns="0" tIns="0" rIns="0" bIns="0" rtlCol="0" anchor="b">
            <a:noAutofit/>
          </a:bodyPr>
          <a:p>
            <a:pPr lvl="0" algn="l">
              <a:buClrTx/>
              <a:buSzTx/>
              <a:buFontTx/>
            </a:pPr>
            <a:r>
              <a:rPr lang="zh-CN" altLang="en-US"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认证方法：从</a:t>
            </a:r>
            <a:r>
              <a:rPr lang="en-US" altLang="zh-CN"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a:t>
            </a:r>
            <a:r>
              <a:rPr lang="zh-CN" altLang="en-US"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一次性考试</a:t>
            </a:r>
            <a:r>
              <a:rPr lang="en-US" altLang="zh-CN"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a:t>
            </a:r>
            <a:r>
              <a:rPr lang="zh-CN" altLang="en-US"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到</a:t>
            </a:r>
            <a:r>
              <a:rPr lang="en-US" altLang="zh-CN"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a:t>
            </a:r>
            <a:r>
              <a:rPr lang="zh-CN" altLang="en-US"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多维度过程性验证</a:t>
            </a:r>
            <a:r>
              <a:rPr lang="en-US" altLang="zh-CN"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a:t>
            </a:r>
            <a:endParaRPr lang="en-US" altLang="zh-CN"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endParaRPr>
          </a:p>
        </p:txBody>
      </p:sp>
      <p:cxnSp>
        <p:nvCxnSpPr>
          <p:cNvPr id="48" name="直接连接符 47"/>
          <p:cNvCxnSpPr/>
          <p:nvPr>
            <p:custDataLst>
              <p:tags r:id="rId21"/>
            </p:custDataLst>
          </p:nvPr>
        </p:nvCxnSpPr>
        <p:spPr>
          <a:xfrm>
            <a:off x="6585585" y="4418013"/>
            <a:ext cx="0" cy="1571625"/>
          </a:xfrm>
          <a:prstGeom prst="line">
            <a:avLst/>
          </a:prstGeom>
          <a:noFill/>
          <a:ln w="12700" cap="flat" cmpd="sng" algn="ctr">
            <a:gradFill flip="none" rotWithShape="1">
              <a:gsLst>
                <a:gs pos="30000">
                  <a:schemeClr val="accent2">
                    <a:alpha val="100000"/>
                  </a:schemeClr>
                </a:gs>
                <a:gs pos="3000">
                  <a:schemeClr val="accent2">
                    <a:lumMod val="20000"/>
                    <a:lumOff val="80000"/>
                    <a:alpha val="100000"/>
                  </a:schemeClr>
                </a:gs>
                <a:gs pos="83000">
                  <a:schemeClr val="accent2">
                    <a:alpha val="0"/>
                  </a:schemeClr>
                </a:gs>
              </a:gsLst>
              <a:lin ang="16200000" scaled="1"/>
              <a:tileRect/>
            </a:gradFill>
            <a:prstDash val="solid"/>
            <a:miter lim="800000"/>
          </a:ln>
          <a:effectLst/>
        </p:spPr>
      </p:cxnSp>
      <p:sp>
        <p:nvSpPr>
          <p:cNvPr id="49" name="矩形 48"/>
          <p:cNvSpPr/>
          <p:nvPr>
            <p:custDataLst>
              <p:tags r:id="rId22"/>
            </p:custDataLst>
          </p:nvPr>
        </p:nvSpPr>
        <p:spPr>
          <a:xfrm>
            <a:off x="6662420" y="4892040"/>
            <a:ext cx="5050790" cy="1138555"/>
          </a:xfrm>
          <a:prstGeom prst="rect">
            <a:avLst/>
          </a:prstGeom>
          <a:noFill/>
        </p:spPr>
        <p:txBody>
          <a:bodyPr wrap="square" lIns="0" tIns="0" rIns="0" bIns="0" rtlCol="0" anchor="t" anchorCtr="0">
            <a:noAutofit/>
          </a:bodyPr>
          <a:p>
            <a:pPr marL="171450" indent="-171450" algn="l" fontAlgn="auto">
              <a:lnSpc>
                <a:spcPct val="100000"/>
              </a:lnSpc>
              <a:spcBef>
                <a:spcPct val="0"/>
              </a:spcBef>
              <a:spcAft>
                <a:spcPct val="0"/>
              </a:spcAft>
              <a:buFont typeface="Arial" panose="020B0604020202090204" pitchFamily="34" charset="0"/>
              <a:buChar char="•"/>
            </a:pP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AI</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技能推断：</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基于员工的数字足迹，利用</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AI</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精准诊断其当前的能力水平和技能差距</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a:p>
            <a:pPr marL="171450" indent="-171450" algn="l" fontAlgn="auto">
              <a:lnSpc>
                <a:spcPct val="100000"/>
              </a:lnSpc>
              <a:spcBef>
                <a:spcPct val="0"/>
              </a:spcBef>
              <a:spcAft>
                <a:spcPct val="0"/>
              </a:spcAft>
              <a:buFont typeface="Arial" panose="020B0604020202090204" pitchFamily="34" charset="0"/>
              <a:buChar char="•"/>
            </a:pPr>
            <a:r>
              <a:rPr lang="zh-CN" altLang="en-US" sz="1200">
                <a:solidFill>
                  <a:schemeClr val="tx1">
                    <a:lumMod val="85000"/>
                    <a:lumOff val="15000"/>
                  </a:schemeClr>
                </a:solidFill>
                <a:latin typeface="+mn-ea"/>
                <a:cs typeface="MiSans Normal" panose="00000500000000000000" charset="-122"/>
                <a:sym typeface="MiSans Normal" panose="00000500000000000000" charset="-122"/>
              </a:rPr>
              <a:t>精准学习推荐：</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根据技能差距，为员工自动化、个性化地推荐最合适的学习资源和徽章获取路径</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a:p>
            <a:pPr marL="171450" indent="-171450" algn="l" fontAlgn="auto">
              <a:lnSpc>
                <a:spcPct val="100000"/>
              </a:lnSpc>
              <a:spcBef>
                <a:spcPct val="0"/>
              </a:spcBef>
              <a:spcAft>
                <a:spcPct val="0"/>
              </a:spcAft>
              <a:buFont typeface="Arial" panose="020B0604020202090204" pitchFamily="34" charset="0"/>
              <a:buChar char="•"/>
            </a:pPr>
            <a:r>
              <a:rPr lang="zh-CN" altLang="en-US" sz="1200">
                <a:solidFill>
                  <a:schemeClr val="tx1">
                    <a:lumMod val="85000"/>
                    <a:lumOff val="15000"/>
                  </a:schemeClr>
                </a:solidFill>
                <a:latin typeface="+mn-ea"/>
                <a:cs typeface="MiSans Normal" panose="00000500000000000000" charset="-122"/>
                <a:sym typeface="MiSans Normal" panose="00000500000000000000" charset="-122"/>
              </a:rPr>
              <a:t>赋能管理者：</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为管理者提供数据看板（如徽章报告），使其能直观了解团队能力现状，进行有效的人才发展辅导</a:t>
            </a:r>
            <a:endParaRPr lang="zh-CN" altLang="en-US" sz="1200">
              <a:solidFill>
                <a:schemeClr val="tx1">
                  <a:lumMod val="85000"/>
                  <a:lumOff val="15000"/>
                </a:schemeClr>
              </a:solidFill>
              <a:latin typeface="+mn-ea"/>
              <a:cs typeface="MiSans Normal" panose="00000500000000000000" charset="-122"/>
              <a:sym typeface="MiSans Normal" panose="00000500000000000000" charset="-122"/>
            </a:endParaRPr>
          </a:p>
        </p:txBody>
      </p:sp>
      <p:sp>
        <p:nvSpPr>
          <p:cNvPr id="50" name="矩形 49"/>
          <p:cNvSpPr/>
          <p:nvPr>
            <p:custDataLst>
              <p:tags r:id="rId23"/>
            </p:custDataLst>
          </p:nvPr>
        </p:nvSpPr>
        <p:spPr>
          <a:xfrm>
            <a:off x="6750685" y="4418330"/>
            <a:ext cx="4816475" cy="398145"/>
          </a:xfrm>
          <a:prstGeom prst="rect">
            <a:avLst/>
          </a:prstGeom>
          <a:noFill/>
        </p:spPr>
        <p:txBody>
          <a:bodyPr wrap="square" lIns="0" tIns="0" rIns="0" bIns="0" rtlCol="0" anchor="b">
            <a:noAutofit/>
          </a:bodyPr>
          <a:p>
            <a:pPr lvl="0" algn="l">
              <a:buClrTx/>
              <a:buSzTx/>
              <a:buFontTx/>
            </a:pPr>
            <a:r>
              <a:rPr lang="zh-CN" altLang="en-US"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学习体验：打造</a:t>
            </a:r>
            <a:r>
              <a:rPr lang="en-US" altLang="zh-CN"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a:t>
            </a:r>
            <a:r>
              <a:rPr lang="zh-CN" altLang="en-US"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千人千面</a:t>
            </a:r>
            <a:r>
              <a:rPr lang="en-US" altLang="zh-CN"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a:t>
            </a:r>
            <a:r>
              <a:rPr lang="zh-CN" altLang="en-US"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rPr>
              <a:t>的个性化成长旅程</a:t>
            </a:r>
            <a:endParaRPr lang="zh-CN" altLang="en-US" b="1">
              <a:gradFill>
                <a:gsLst>
                  <a:gs pos="0">
                    <a:schemeClr val="accent2">
                      <a:lumMod val="40000"/>
                      <a:lumOff val="60000"/>
                      <a:alpha val="100000"/>
                    </a:schemeClr>
                  </a:gs>
                  <a:gs pos="100000">
                    <a:schemeClr val="accent2">
                      <a:alpha val="100000"/>
                    </a:schemeClr>
                  </a:gs>
                </a:gsLst>
                <a:lin ang="5400000" scaled="0"/>
              </a:gradFill>
              <a:latin typeface="+mn-ea"/>
              <a:cs typeface="MiSans Normal" panose="00000500000000000000" charset="-122"/>
              <a:sym typeface="MiSans Normal" panose="00000500000000000000" charset="-122"/>
            </a:endParaRPr>
          </a:p>
        </p:txBody>
      </p:sp>
      <p:sp>
        <p:nvSpPr>
          <p:cNvPr id="51" name="矩形 50"/>
          <p:cNvSpPr/>
          <p:nvPr>
            <p:custDataLst>
              <p:tags r:id="rId24"/>
            </p:custDataLst>
          </p:nvPr>
        </p:nvSpPr>
        <p:spPr>
          <a:xfrm>
            <a:off x="6185535" y="2232660"/>
            <a:ext cx="5527675" cy="1243965"/>
          </a:xfrm>
          <a:prstGeom prst="rect">
            <a:avLst/>
          </a:prstGeom>
          <a:noFill/>
        </p:spPr>
        <p:txBody>
          <a:bodyPr wrap="square" lIns="0" tIns="0" rIns="0" bIns="0" rtlCol="0" anchor="t" anchorCtr="0">
            <a:noAutofit/>
          </a:bodyPr>
          <a:p>
            <a:pPr marL="171450" indent="-171450" algn="l" fontAlgn="auto">
              <a:lnSpc>
                <a:spcPct val="100000"/>
              </a:lnSpc>
              <a:spcBef>
                <a:spcPct val="0"/>
              </a:spcBef>
              <a:spcAft>
                <a:spcPct val="0"/>
              </a:spcAft>
              <a:buFont typeface="Arial" panose="020B0604020202090204" pitchFamily="34" charset="0"/>
              <a:buChar char="•"/>
            </a:pP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数字徽章作为核心载体：</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用可视化的徽章来</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锚定</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和</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展示</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员工无形的技能，使其成为可验证、可传播的能力货币</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a:p>
            <a:pPr marL="171450" indent="-171450" algn="l" fontAlgn="auto">
              <a:lnSpc>
                <a:spcPct val="100000"/>
              </a:lnSpc>
              <a:spcBef>
                <a:spcPct val="0"/>
              </a:spcBef>
              <a:spcAft>
                <a:spcPct val="0"/>
              </a:spcAft>
              <a:buFont typeface="Arial" panose="020B0604020202090204" pitchFamily="34" charset="0"/>
              <a:buChar char="•"/>
            </a:pPr>
            <a:r>
              <a:rPr lang="zh-CN" altLang="en-US" sz="1200">
                <a:solidFill>
                  <a:schemeClr val="tx1">
                    <a:lumMod val="85000"/>
                    <a:lumOff val="15000"/>
                  </a:schemeClr>
                </a:solidFill>
                <a:latin typeface="+mn-ea"/>
                <a:cs typeface="MiSans Normal" panose="00000500000000000000" charset="-122"/>
                <a:sym typeface="MiSans Normal" panose="00000500000000000000" charset="-122"/>
              </a:rPr>
              <a:t>以技能循环构建闭环：</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设计</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学习内容</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-&gt;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技能提升</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-&gt;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徽章验证</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-&gt;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更高技能学习</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的动态成长闭环，营造持续学习文化</a:t>
            </a:r>
            <a:endParaRPr lang="en-US" altLang="zh-CN" sz="1200">
              <a:solidFill>
                <a:schemeClr val="tx1">
                  <a:lumMod val="85000"/>
                  <a:lumOff val="15000"/>
                </a:schemeClr>
              </a:solidFill>
              <a:latin typeface="+mn-ea"/>
              <a:cs typeface="MiSans Normal" panose="00000500000000000000" charset="-122"/>
              <a:sym typeface="MiSans Normal" panose="00000500000000000000" charset="-122"/>
            </a:endParaRPr>
          </a:p>
          <a:p>
            <a:pPr marL="171450" indent="-171450" algn="l" fontAlgn="auto">
              <a:lnSpc>
                <a:spcPct val="100000"/>
              </a:lnSpc>
              <a:spcBef>
                <a:spcPct val="0"/>
              </a:spcBef>
              <a:spcAft>
                <a:spcPct val="0"/>
              </a:spcAft>
              <a:buFont typeface="Arial" panose="020B0604020202090204" pitchFamily="34" charset="0"/>
              <a:buChar char="•"/>
            </a:pP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分层分类的徽章体系：</a:t>
            </a:r>
            <a:r>
              <a:rPr lang="en-US" altLang="zh-CN" sz="1200">
                <a:solidFill>
                  <a:schemeClr val="tx1">
                    <a:lumMod val="85000"/>
                    <a:lumOff val="15000"/>
                  </a:schemeClr>
                </a:solidFill>
                <a:latin typeface="+mn-ea"/>
                <a:cs typeface="MiSans Normal" panose="00000500000000000000" charset="-122"/>
                <a:sym typeface="MiSans Normal" panose="00000500000000000000" charset="-122"/>
              </a:rPr>
              <a:t> </a:t>
            </a:r>
            <a:r>
              <a:rPr lang="zh-CN" altLang="en-US" sz="1200">
                <a:solidFill>
                  <a:schemeClr val="tx1">
                    <a:lumMod val="85000"/>
                    <a:lumOff val="15000"/>
                  </a:schemeClr>
                </a:solidFill>
                <a:latin typeface="+mn-ea"/>
                <a:cs typeface="MiSans Normal" panose="00000500000000000000" charset="-122"/>
                <a:sym typeface="MiSans Normal" panose="00000500000000000000" charset="-122"/>
              </a:rPr>
              <a:t>借鉴其岗位角色、核心技能、战略要务的分类思想，构建符合自身需求的、结构化的徽章矩阵</a:t>
            </a:r>
            <a:endParaRPr lang="zh-CN" altLang="en-US" sz="1200">
              <a:solidFill>
                <a:schemeClr val="tx1">
                  <a:lumMod val="85000"/>
                  <a:lumOff val="15000"/>
                </a:schemeClr>
              </a:solidFill>
              <a:latin typeface="+mn-ea"/>
              <a:cs typeface="MiSans Normal" panose="00000500000000000000" charset="-122"/>
              <a:sym typeface="MiSans Normal" panose="00000500000000000000" charset="-122"/>
            </a:endParaRPr>
          </a:p>
        </p:txBody>
      </p:sp>
      <p:sp>
        <p:nvSpPr>
          <p:cNvPr id="52" name="矩形 51"/>
          <p:cNvSpPr/>
          <p:nvPr>
            <p:custDataLst>
              <p:tags r:id="rId25"/>
            </p:custDataLst>
          </p:nvPr>
        </p:nvSpPr>
        <p:spPr>
          <a:xfrm>
            <a:off x="6203950" y="1591945"/>
            <a:ext cx="5363210" cy="530225"/>
          </a:xfrm>
          <a:prstGeom prst="rect">
            <a:avLst/>
          </a:prstGeom>
          <a:noFill/>
        </p:spPr>
        <p:txBody>
          <a:bodyPr wrap="square" lIns="0" tIns="0" rIns="0" bIns="0" rtlCol="0" anchor="b">
            <a:noAutofit/>
          </a:bodyPr>
          <a:p>
            <a:pPr lvl="0" algn="l">
              <a:buClrTx/>
              <a:buSzTx/>
              <a:buFontTx/>
            </a:pPr>
            <a:r>
              <a:rPr lang="zh-CN" altLang="en-US"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rPr>
              <a:t>体系设计：构建一个可视、动态、可信的认证生态</a:t>
            </a:r>
            <a:endParaRPr lang="zh-CN" altLang="en-US" b="1">
              <a:gradFill>
                <a:gsLst>
                  <a:gs pos="0">
                    <a:schemeClr val="accent1">
                      <a:lumMod val="40000"/>
                      <a:lumOff val="60000"/>
                      <a:alpha val="100000"/>
                    </a:schemeClr>
                  </a:gs>
                  <a:gs pos="100000">
                    <a:schemeClr val="accent1">
                      <a:alpha val="100000"/>
                    </a:schemeClr>
                  </a:gs>
                </a:gsLst>
                <a:lin ang="5400000" scaled="0"/>
              </a:gradFill>
              <a:latin typeface="+mn-ea"/>
              <a:cs typeface="MiSans Normal" panose="00000500000000000000" charset="-122"/>
              <a:sym typeface="MiSans Normal"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BEAUTIFY_FLAG" val="#fgm#"/>
  <p:tag name="KSO_WM_FIGMA_FLAG" val="#fgm#"/>
  <p:tag name="KSO_WM_UNIT_INDEX" val="1"/>
  <p:tag name="KSO_WM_UNIT_TYPE" val="a"/>
  <p:tag name="KSO_WM_LAYOUT_CHECK_HASH" val="0c7773477297a24375be61f65202e06461ebd63d"/>
  <p:tag name="KSO_WM_NEWLAYOUT_GROUP_ID" val="layout_10003"/>
  <p:tag name="KSO_WM_NEWLAYOUT_ID" val="slide_4e5d78b2efef294f"/>
</p:tagLst>
</file>

<file path=ppt/tags/tag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5.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17.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1_2"/>
  <p:tag name="KSO_WM_TEMPLATE_CATEGORY" val="diagram"/>
  <p:tag name="KSO_WM_TEMPLATE_INDEX" val="20231861"/>
  <p:tag name="KSO_WM_UNIT_LAYERLEVEL" val="1_1_1"/>
  <p:tag name="KSO_WM_TAG_VERSION" val="3.0"/>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FILL_TYPE" val="3"/>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a*1_1_1"/>
  <p:tag name="KSO_WM_TEMPLATE_CATEGORY" val="diagram"/>
  <p:tag name="KSO_WM_TEMPLATE_INDEX" val="2023186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1_1"/>
  <p:tag name="KSO_WM_DIAGRAM_VERSION" val="3"/>
  <p:tag name="KSO_WM_DIAGRAM_COLOR_TRICK" val="1"/>
  <p:tag name="KSO_WM_DIAGRAM_COLOR_TEXT_CAN_REMOVE" val="n"/>
  <p:tag name="KSO_WM_UNIT_VALUE" val="10"/>
  <p:tag name="KSO_WM_UNIT_TEXT_TYPE" val="1"/>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PRESET_TEXT" val="添加标题内容"/>
  <p:tag name="KSO_WM_UNIT_TEXT_FILL_FORE_SCHEMECOLOR_INDEX" val="1"/>
  <p:tag name="KSO_WM_UNIT_TEXT_FILL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1_1"/>
  <p:tag name="KSO_WM_TEMPLATE_CATEGORY" val="diagram"/>
  <p:tag name="KSO_WM_TEMPLATE_INDEX" val="20231861"/>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f*1_1_1"/>
  <p:tag name="KSO_WM_TEMPLATE_CATEGORY" val="diagram"/>
  <p:tag name="KSO_WM_TEMPLATE_INDEX" val="20231861"/>
  <p:tag name="KSO_WM_UNIT_LAYERLEVEL" val="1_1_1"/>
  <p:tag name="KSO_WM_TAG_VERSION" val="3.0"/>
  <p:tag name="KSO_WM_UNIT_SUBTYPE" val="a"/>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VALUE" val="96"/>
  <p:tag name="KSO_WM_UNIT_TEXT_TYPE" val="1"/>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2_2"/>
  <p:tag name="KSO_WM_TEMPLATE_CATEGORY" val="diagram"/>
  <p:tag name="KSO_WM_TEMPLATE_INDEX" val="20231861"/>
  <p:tag name="KSO_WM_UNIT_LAYERLEVEL" val="1_1_1"/>
  <p:tag name="KSO_WM_TAG_VERSION" val="3.0"/>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FILL_TYPE" val="3"/>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3_2"/>
  <p:tag name="KSO_WM_TEMPLATE_CATEGORY" val="diagram"/>
  <p:tag name="KSO_WM_TEMPLATE_INDEX" val="20231861"/>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FILL_TYPE" val="3"/>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a*1_2_1"/>
  <p:tag name="KSO_WM_TEMPLATE_CATEGORY" val="diagram"/>
  <p:tag name="KSO_WM_TEMPLATE_INDEX" val="2023186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2_1"/>
  <p:tag name="KSO_WM_DIAGRAM_VERSION" val="3"/>
  <p:tag name="KSO_WM_DIAGRAM_COLOR_TRICK" val="1"/>
  <p:tag name="KSO_WM_DIAGRAM_COLOR_TEXT_CAN_REMOVE" val="n"/>
  <p:tag name="KSO_WM_UNIT_VALUE" val="10"/>
  <p:tag name="KSO_WM_UNIT_TEXT_TYPE" val="1"/>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PRESET_TEXT" val="添加标题内容"/>
  <p:tag name="KSO_WM_UNIT_TEXT_FILL_FORE_SCHEMECOLOR_INDEX" val="1"/>
  <p:tag name="KSO_WM_UNIT_TEXT_FILL_TYPE"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2_1"/>
  <p:tag name="KSO_WM_TEMPLATE_CATEGORY" val="diagram"/>
  <p:tag name="KSO_WM_TEMPLATE_INDEX" val="20231861"/>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f*1_2_1"/>
  <p:tag name="KSO_WM_TEMPLATE_CATEGORY" val="diagram"/>
  <p:tag name="KSO_WM_TEMPLATE_INDEX" val="20231861"/>
  <p:tag name="KSO_WM_UNIT_LAYERLEVEL" val="1_1_1"/>
  <p:tag name="KSO_WM_TAG_VERSION" val="3.0"/>
  <p:tag name="KSO_WM_UNIT_SUBTYPE" val="a"/>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VALUE" val="96"/>
  <p:tag name="KSO_WM_UNIT_TEXT_TYPE" val="1"/>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a*1_3_1"/>
  <p:tag name="KSO_WM_TEMPLATE_CATEGORY" val="diagram"/>
  <p:tag name="KSO_WM_TEMPLATE_INDEX" val="2023186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3_1"/>
  <p:tag name="KSO_WM_DIAGRAM_VERSION" val="3"/>
  <p:tag name="KSO_WM_DIAGRAM_COLOR_TRICK" val="1"/>
  <p:tag name="KSO_WM_DIAGRAM_COLOR_TEXT_CAN_REMOVE" val="n"/>
  <p:tag name="KSO_WM_UNIT_VALUE" val="10"/>
  <p:tag name="KSO_WM_UNIT_TEXT_TYPE" val="1"/>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PRESET_TEXT" val="添加标题内容"/>
  <p:tag name="KSO_WM_UNIT_TEXT_FILL_FORE_SCHEMECOLOR_INDEX" val="1"/>
  <p:tag name="KSO_WM_UNIT_TEXT_FILL_TYPE"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3_1"/>
  <p:tag name="KSO_WM_TEMPLATE_CATEGORY" val="diagram"/>
  <p:tag name="KSO_WM_TEMPLATE_INDEX" val="20231861"/>
  <p:tag name="KSO_WM_UNIT_LAYERLEVEL" val="1_1_1"/>
  <p:tag name="KSO_WM_TAG_VERSION" val="3.0"/>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f*1_3_1"/>
  <p:tag name="KSO_WM_TEMPLATE_CATEGORY" val="diagram"/>
  <p:tag name="KSO_WM_TEMPLATE_INDEX" val="20231861"/>
  <p:tag name="KSO_WM_UNIT_LAYERLEVEL" val="1_1_1"/>
  <p:tag name="KSO_WM_TAG_VERSION" val="3.0"/>
  <p:tag name="KSO_WM_UNIT_SUBTYPE" val="a"/>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VALUE" val="96"/>
  <p:tag name="KSO_WM_UNIT_TEXT_TYPE" val="1"/>
  <p:tag name="KSO_WM_DIAGRAM_MAX_ITEMCNT" val="3"/>
  <p:tag name="KSO_WM_DIAGRAM_MIN_ITEMCNT" val="2"/>
  <p:tag name="KSO_WM_DIAGRAM_VIRTUALLY_FRAME" val="{&quot;height&quot;:356.150036318321,&quot;left&quot;:58.1,&quot;top&quot;:144.2750030517578,&quot;width&quot;: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i"/>
  <p:tag name="KSO_WM_UNIT_INDEX" val="1_1"/>
  <p:tag name="KSO_WM_UNIT_ID" val="diagram40492855_1*n_i*1_1"/>
  <p:tag name="KSO_WM_TEMPLATE_CATEGORY" val="diagram"/>
  <p:tag name="KSO_WM_TEMPLATE_INDEX" val="40492855"/>
  <p:tag name="KSO_WM_UNIT_LAYERLEVEL" val="1_1"/>
  <p:tag name="KSO_WM_TAG_VERSION" val="3.0"/>
  <p:tag name="KSO_WM_DIAGRAM_VERSION" val="3"/>
  <p:tag name="KSO_WM_DIAGRAM_COLOR_TRICK" val="1"/>
  <p:tag name="KSO_WM_DIAGRAM_COLOR_TEXT_CAN_REMOVE" val="n"/>
  <p:tag name="KSO_WM_UNIT_FILL_TYPE" val="3"/>
  <p:tag name="KSO_WM_DIAGRAM_VIRTUALLY_FRAME" val="{&quot;height&quot;:422.7116535433071,&quot;left&quot;:73.07503937007874,&quot;top&quot;:-93.75,&quot;width&quot;:831.5499212598424}"/>
  <p:tag name="KSO_WM_DIAGRAM_MAX_ITEMCNT" val="4"/>
  <p:tag name="KSO_WM_DIAGRAM_MIN_ITEMCNT" val="2"/>
  <p:tag name="KSO_WM_DIAGRAM_COLOR_MATCH_VALUE" val="{&quot;shape&quot;:{&quot;fill&quot;:{&quot;gradient&quot;:[{&quot;brightness&quot;:0.4000000059604645,&quot;colorType&quot;:1,&quot;foreColorIndex&quot;:5,&quot;pos&quot;:0,&quot;transparency&quot;:0.800000011920929},{&quot;brightness&quot;:0,&quot;colorType&quot;:1,&quot;foreColorIndex&quot;:5,&quot;pos&quot;:0.75,&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i"/>
  <p:tag name="KSO_WM_UNIT_INDEX" val="1_1"/>
  <p:tag name="KSO_WM_UNIT_ID" val="diagram40492855_1*n_i*1_1"/>
  <p:tag name="KSO_WM_TEMPLATE_CATEGORY" val="diagram"/>
  <p:tag name="KSO_WM_TEMPLATE_INDEX" val="40492855"/>
  <p:tag name="KSO_WM_UNIT_LAYERLEVEL" val="1_1"/>
  <p:tag name="KSO_WM_TAG_VERSION" val="3.0"/>
  <p:tag name="KSO_WM_DIAGRAM_VERSION" val="3"/>
  <p:tag name="KSO_WM_DIAGRAM_COLOR_TRICK" val="1"/>
  <p:tag name="KSO_WM_DIAGRAM_COLOR_TEXT_CAN_REMOVE" val="n"/>
  <p:tag name="KSO_WM_UNIT_FILL_TYPE" val="3"/>
  <p:tag name="KSO_WM_DIAGRAM_VIRTUALLY_FRAME" val="{&quot;height&quot;:422.7116535433071,&quot;left&quot;:73.07503937007874,&quot;top&quot;:-93.75,&quot;width&quot;:831.5499212598424}"/>
  <p:tag name="KSO_WM_DIAGRAM_MAX_ITEMCNT" val="4"/>
  <p:tag name="KSO_WM_DIAGRAM_MIN_ITEMCNT" val="2"/>
  <p:tag name="KSO_WM_DIAGRAM_COLOR_MATCH_VALUE" val="{&quot;shape&quot;:{&quot;fill&quot;:{&quot;gradient&quot;:[{&quot;brightness&quot;:0.4000000059604645,&quot;colorType&quot;:1,&quot;foreColorIndex&quot;:5,&quot;pos&quot;:0,&quot;transparency&quot;:0.800000011920929},{&quot;brightness&quot;:0,&quot;colorType&quot;:1,&quot;foreColorIndex&quot;:5,&quot;pos&quot;:0.75,&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i"/>
  <p:tag name="KSO_WM_UNIT_INDEX" val="1_1"/>
  <p:tag name="KSO_WM_UNIT_ID" val="diagram40492855_1*n_i*1_1"/>
  <p:tag name="KSO_WM_TEMPLATE_CATEGORY" val="diagram"/>
  <p:tag name="KSO_WM_TEMPLATE_INDEX" val="40492855"/>
  <p:tag name="KSO_WM_UNIT_LAYERLEVEL" val="1_1"/>
  <p:tag name="KSO_WM_TAG_VERSION" val="3.0"/>
  <p:tag name="KSO_WM_DIAGRAM_VERSION" val="3"/>
  <p:tag name="KSO_WM_DIAGRAM_COLOR_TRICK" val="1"/>
  <p:tag name="KSO_WM_DIAGRAM_COLOR_TEXT_CAN_REMOVE" val="n"/>
  <p:tag name="KSO_WM_UNIT_FILL_TYPE" val="3"/>
  <p:tag name="KSO_WM_DIAGRAM_VIRTUALLY_FRAME" val="{&quot;height&quot;:422.7116535433071,&quot;left&quot;:73.07503937007874,&quot;top&quot;:-93.75,&quot;width&quot;:831.5499212598424}"/>
  <p:tag name="KSO_WM_DIAGRAM_MAX_ITEMCNT" val="4"/>
  <p:tag name="KSO_WM_DIAGRAM_MIN_ITEMCNT" val="2"/>
  <p:tag name="KSO_WM_DIAGRAM_COLOR_MATCH_VALUE" val="{&quot;shape&quot;:{&quot;fill&quot;:{&quot;gradient&quot;:[{&quot;brightness&quot;:0.4000000059604645,&quot;colorType&quot;:1,&quot;foreColorIndex&quot;:5,&quot;pos&quot;:0,&quot;transparency&quot;:0.800000011920929},{&quot;brightness&quot;:0,&quot;colorType&quot;:1,&quot;foreColorIndex&quot;:5,&quot;pos&quot;:0.75,&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1_2"/>
  <p:tag name="KSO_WM_TEMPLATE_CATEGORY" val="diagram"/>
  <p:tag name="KSO_WM_TEMPLATE_INDEX" val="20231861"/>
  <p:tag name="KSO_WM_UNIT_LAYERLEVEL" val="1_1_1"/>
  <p:tag name="KSO_WM_TAG_VERSION" val="3.0"/>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3"/>
  <p:tag name="KSO_WM_DIAGRAM_MIN_ITEMCNT" val="2"/>
  <p:tag name="KSO_WM_DIAGRAM_VIRTUALLY_FRAME" val="{&quot;height&quot;:417.05,&quot;left&quot;:20.15,&quot;top&quot;:141.8,&quot;width&quot;:908.15}"/>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FILL_TYPE" val="3"/>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a*1_1_1"/>
  <p:tag name="KSO_WM_TEMPLATE_CATEGORY" val="diagram"/>
  <p:tag name="KSO_WM_TEMPLATE_INDEX" val="2023186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1_1"/>
  <p:tag name="KSO_WM_DIAGRAM_VERSION" val="3"/>
  <p:tag name="KSO_WM_DIAGRAM_COLOR_TRICK" val="1"/>
  <p:tag name="KSO_WM_DIAGRAM_COLOR_TEXT_CAN_REMOVE" val="n"/>
  <p:tag name="KSO_WM_UNIT_VALUE" val="10"/>
  <p:tag name="KSO_WM_UNIT_TEXT_TYPE" val="1"/>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PRESET_TEXT" val="添加标题内容"/>
  <p:tag name="KSO_WM_UNIT_TEXT_FILL_FORE_SCHEMECOLOR_INDEX" val="1"/>
  <p:tag name="KSO_WM_UNIT_TEXT_FILL_TYPE"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1_1"/>
  <p:tag name="KSO_WM_TEMPLATE_CATEGORY" val="diagram"/>
  <p:tag name="KSO_WM_TEMPLATE_INDEX" val="20231861"/>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f*1_1_1"/>
  <p:tag name="KSO_WM_TEMPLATE_CATEGORY" val="diagram"/>
  <p:tag name="KSO_WM_TEMPLATE_INDEX" val="20231861"/>
  <p:tag name="KSO_WM_UNIT_LAYERLEVEL" val="1_1_1"/>
  <p:tag name="KSO_WM_TAG_VERSION" val="3.0"/>
  <p:tag name="KSO_WM_UNIT_SUBTYPE" val="a"/>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VALUE" val="96"/>
  <p:tag name="KSO_WM_UNIT_TEXT_TYPE" val="1"/>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2_2"/>
  <p:tag name="KSO_WM_TEMPLATE_CATEGORY" val="diagram"/>
  <p:tag name="KSO_WM_TEMPLATE_INDEX" val="20231861"/>
  <p:tag name="KSO_WM_UNIT_LAYERLEVEL" val="1_1_1"/>
  <p:tag name="KSO_WM_TAG_VERSION" val="3.0"/>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3"/>
  <p:tag name="KSO_WM_DIAGRAM_MIN_ITEMCNT" val="2"/>
  <p:tag name="KSO_WM_DIAGRAM_VIRTUALLY_FRAME" val="{&quot;height&quot;:417.05,&quot;left&quot;:20.15,&quot;top&quot;:141.8,&quot;width&quot;:908.15}"/>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FILL_TYPE" val="3"/>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3_2"/>
  <p:tag name="KSO_WM_TEMPLATE_CATEGORY" val="diagram"/>
  <p:tag name="KSO_WM_TEMPLATE_INDEX" val="20231861"/>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3"/>
  <p:tag name="KSO_WM_DIAGRAM_MIN_ITEMCNT" val="2"/>
  <p:tag name="KSO_WM_DIAGRAM_VIRTUALLY_FRAME" val="{&quot;height&quot;:417.05,&quot;left&quot;:20.15,&quot;top&quot;:141.8,&quot;width&quot;:908.15}"/>
  <p:tag name="KSO_WM_DIAGRAM_COLOR_MATCH_VALUE" val="{&quot;shape&quot;:{&quot;fill&quot;:{&quot;gradient&quot;:[{&quot;brightness&quot;:0,&quot;colorType&quot;:1,&quot;foreColorIndex&quot;:5,&quot;pos&quot;:1,&quot;transparency&quot;:1},{&quot;brightness&quot;:0,&quot;colorType&quot;:1,&quot;foreColorIndex&quot;:5,&quot;pos&quot;:1,&quot;transparency&quot;:0},{&quot;brightness&quot;:0.800000011920929,&quot;colorType&quot;:1,&quot;foreColorIndex&quot;:5,&quot;pos&quot;:0,&quot;transparency&quot;:0.8999999761581421}],&quot;type&quot;:3},&quot;glow&quot;:{&quot;colorType&quot;:0},&quot;line&quot;:{&quot;gradient&quot;:[{&quot;brightness&quot;:0,&quot;colorType&quot;:1,&quot;foreColorIndex&quot;:5,&quot;pos&quot;:0.20000000298023224,&quot;transparency&quot;:1},{&quot;brightness&quot;:0.4000000059604645,&quot;colorType&quot;:1,&quot;foreColorIndex&quot;:5,&quot;pos&quot;:1,&quot;transparency&quot;:0}],&quot;type&quot;:2},&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2,&quot;rgb&quot;:&quot;#292929&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FILL_TYPE" val="3"/>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a*1_2_1"/>
  <p:tag name="KSO_WM_TEMPLATE_CATEGORY" val="diagram"/>
  <p:tag name="KSO_WM_TEMPLATE_INDEX" val="2023186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2_1"/>
  <p:tag name="KSO_WM_DIAGRAM_VERSION" val="3"/>
  <p:tag name="KSO_WM_DIAGRAM_COLOR_TRICK" val="1"/>
  <p:tag name="KSO_WM_DIAGRAM_COLOR_TEXT_CAN_REMOVE" val="n"/>
  <p:tag name="KSO_WM_UNIT_VALUE" val="10"/>
  <p:tag name="KSO_WM_UNIT_TEXT_TYPE" val="1"/>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PRESET_TEXT" val="添加标题内容"/>
  <p:tag name="KSO_WM_UNIT_TEXT_FILL_FORE_SCHEMECOLOR_INDEX" val="1"/>
  <p:tag name="KSO_WM_UNIT_TEXT_FILL_TYPE"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2_1"/>
  <p:tag name="KSO_WM_TEMPLATE_CATEGORY" val="diagram"/>
  <p:tag name="KSO_WM_TEMPLATE_INDEX" val="20231861"/>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f*1_2_1"/>
  <p:tag name="KSO_WM_TEMPLATE_CATEGORY" val="diagram"/>
  <p:tag name="KSO_WM_TEMPLATE_INDEX" val="20231861"/>
  <p:tag name="KSO_WM_UNIT_LAYERLEVEL" val="1_1_1"/>
  <p:tag name="KSO_WM_TAG_VERSION" val="3.0"/>
  <p:tag name="KSO_WM_UNIT_SUBTYPE" val="a"/>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VALUE" val="96"/>
  <p:tag name="KSO_WM_UNIT_TEXT_TYPE" val="1"/>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a*1_3_1"/>
  <p:tag name="KSO_WM_TEMPLATE_CATEGORY" val="diagram"/>
  <p:tag name="KSO_WM_TEMPLATE_INDEX" val="20231861"/>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3_1"/>
  <p:tag name="KSO_WM_DIAGRAM_VERSION" val="3"/>
  <p:tag name="KSO_WM_DIAGRAM_COLOR_TRICK" val="1"/>
  <p:tag name="KSO_WM_DIAGRAM_COLOR_TEXT_CAN_REMOVE" val="n"/>
  <p:tag name="KSO_WM_UNIT_VALUE" val="10"/>
  <p:tag name="KSO_WM_UNIT_TEXT_TYPE" val="1"/>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BEAUTIFY_FLAG" val="#wm#"/>
  <p:tag name="KSO_WM_UNIT_PRESET_TEXT" val="添加标题内容"/>
  <p:tag name="KSO_WM_UNIT_TEXT_FILL_FORE_SCHEMECOLOR_INDEX" val="1"/>
  <p:tag name="KSO_WM_UNIT_TEXT_FILL_TYPE"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i*1_3_1"/>
  <p:tag name="KSO_WM_TEMPLATE_CATEGORY" val="diagram"/>
  <p:tag name="KSO_WM_TEMPLATE_INDEX" val="20231861"/>
  <p:tag name="KSO_WM_UNIT_LAYERLEVEL" val="1_1_1"/>
  <p:tag name="KSO_WM_TAG_VERSION" val="3.0"/>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gradient&quot;:[{&quot;brightness&quot;:0,&quot;colorType&quot;:1,&quot;foreColorIndex&quot;:5,&quot;pos&quot;:0,&quot;transparency&quot;:0.899999976158142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1_2*l_h_f*1_3_1"/>
  <p:tag name="KSO_WM_TEMPLATE_CATEGORY" val="diagram"/>
  <p:tag name="KSO_WM_TEMPLATE_INDEX" val="20231861"/>
  <p:tag name="KSO_WM_UNIT_LAYERLEVEL" val="1_1_1"/>
  <p:tag name="KSO_WM_TAG_VERSION" val="3.0"/>
  <p:tag name="KSO_WM_UNIT_SUBTYPE" val="a"/>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VALUE" val="96"/>
  <p:tag name="KSO_WM_UNIT_TEXT_TYPE" val="1"/>
  <p:tag name="KSO_WM_DIAGRAM_MAX_ITEMCNT" val="3"/>
  <p:tag name="KSO_WM_DIAGRAM_MIN_ITEMCNT" val="2"/>
  <p:tag name="KSO_WM_DIAGRAM_VIRTUALLY_FRAME" val="{&quot;height&quot;:417.05,&quot;left&quot;:20.15,&quot;top&quot;:141.8,&quot;width&quot;:908.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Lst>
</file>

<file path=ppt/tags/tag45.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i*1_1"/>
  <p:tag name="KSO_WM_TEMPLATE_CATEGORY" val="diagram"/>
  <p:tag name="KSO_WM_TEMPLATE_INDEX" val="20236933"/>
  <p:tag name="KSO_WM_UNIT_LAYERLEVEL" val="1_1"/>
  <p:tag name="KSO_WM_TAG_VERSION" val="3.0"/>
  <p:tag name="KSO_WM_BEAUTIFY_FLAG" val="#wm#"/>
  <p:tag name="KSO_WM_DIAGRAM_GROUP_CODE" val="m1-1"/>
  <p:tag name="KSO_WM_UNIT_TYPE" val="m_i"/>
  <p:tag name="KSO_WM_UNIT_INDEX" val="1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gradient&quot;:[{&quot;brightness&quot;:0.5,&quot;colorType&quot;:1,&quot;foreColorIndex&quot;:13,&quot;pos&quot;:0,&quot;transparency&quot;:0.800000011920929},{&quot;brightness&quot;:0.5,&quot;colorType&quot;:1,&quot;foreColorIndex&quot;:13,&quot;pos&quot;:0.6000000238418579,&quot;transparency&quot;:0.4000000059604645},{&quot;brightness&quot;:0.5,&quot;colorType&quot;:1,&quot;foreColorIndex&quot;:13,&quot;pos&quot;:1,&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6.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i*1_2"/>
  <p:tag name="KSO_WM_TEMPLATE_CATEGORY" val="diagram"/>
  <p:tag name="KSO_WM_TEMPLATE_INDEX" val="20236933"/>
  <p:tag name="KSO_WM_UNIT_LAYERLEVEL" val="1_1"/>
  <p:tag name="KSO_WM_TAG_VERSION" val="3.0"/>
  <p:tag name="KSO_WM_BEAUTIFY_FLAG" val="#wm#"/>
  <p:tag name="KSO_WM_DIAGRAM_GROUP_CODE" val="m1-1"/>
  <p:tag name="KSO_WM_UNIT_TYPE" val="m_i"/>
  <p:tag name="KSO_WM_UNIT_INDEX" val="1_2"/>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gradient&quot;:[{&quot;brightness&quot;:0.800000011920929,&quot;colorType&quot;:1,&quot;foreColorIndex&quot;:5,&quot;pos&quot;:0,&quot;transparency&quot;:0},{&quot;brightness&quot;:0.4000000059604645,&quot;colorType&quot;:1,&quot;foreColorIndex&quot;:5,&quot;pos&quot;:0.5299999713897705,&quot;transparency&quot;:0},{&quot;brightness&quot;:0.800000011920929,&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7.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f*1_3_1"/>
  <p:tag name="KSO_WM_TEMPLATE_CATEGORY" val="diagram"/>
  <p:tag name="KSO_WM_TEMPLATE_INDEX" val="20236933"/>
  <p:tag name="KSO_WM_UNIT_LAYERLEVEL" val="1_1_1"/>
  <p:tag name="KSO_WM_TAG_VERSION" val="3.0"/>
  <p:tag name="KSO_WM_BEAUTIFY_FLAG" val="#wm#"/>
  <p:tag name="KSO_WM_UNIT_SUBTYPE" val="a"/>
  <p:tag name="KSO_WM_UNIT_NOCLEAR" val="0"/>
  <p:tag name="KSO_WM_UNIT_VALUE" val="39"/>
  <p:tag name="KSO_WM_DIAGRAM_GROUP_CODE" val="m1-1"/>
  <p:tag name="KSO_WM_UNIT_TYPE" val="m_h_f"/>
  <p:tag name="KSO_WM_UNIT_INDEX" val="1_3_1"/>
  <p:tag name="KSO_WM_DIAGRAM_VERSION" val="3"/>
  <p:tag name="KSO_WM_DIAGRAM_COLOR_TRICK" val="1"/>
  <p:tag name="KSO_WM_DIAGRAM_COLOR_TEXT_CAN_REMOVE" val="n"/>
  <p:tag name="KSO_WM_UNIT_PRESET_TEXT" val="单击此处输入您的项正文，文字是您思想的提炼，请尽量言简意赅的阐述观点。&#10;"/>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48.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a*1_3_1"/>
  <p:tag name="KSO_WM_TEMPLATE_CATEGORY" val="diagram"/>
  <p:tag name="KSO_WM_TEMPLATE_INDEX" val="20236933"/>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3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49.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i*1_3_1"/>
  <p:tag name="KSO_WM_TEMPLATE_CATEGORY" val="diagram"/>
  <p:tag name="KSO_WM_TEMPLATE_INDEX" val="20236933"/>
  <p:tag name="KSO_WM_UNIT_LAYERLEVEL" val="1_1_1"/>
  <p:tag name="KSO_WM_TAG_VERSION" val="3.0"/>
  <p:tag name="KSO_WM_BEAUTIFY_FLAG" val="#wm#"/>
  <p:tag name="KSO_WM_DIAGRAM_GROUP_CODE" val="m1-1"/>
  <p:tag name="KSO_WM_UNIT_SUBTYPE" val="d"/>
  <p:tag name="KSO_WM_UNIT_TYPE" val="m_h_i"/>
  <p:tag name="KSO_WM_UNIT_INDEX" val="1_3_1"/>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20999999344348907,&quot;transparency&quot;:0},{&quot;brightness&quot;:0,&quot;colorType&quot;:1,&quot;foreColorIndex&quot;:5,&quot;pos&quot;:0.80000001192092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0.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f*1_2_1"/>
  <p:tag name="KSO_WM_TEMPLATE_CATEGORY" val="diagram"/>
  <p:tag name="KSO_WM_TEMPLATE_INDEX" val="20236933"/>
  <p:tag name="KSO_WM_UNIT_LAYERLEVEL" val="1_1_1"/>
  <p:tag name="KSO_WM_TAG_VERSION" val="3.0"/>
  <p:tag name="KSO_WM_BEAUTIFY_FLAG" val="#wm#"/>
  <p:tag name="KSO_WM_UNIT_SUBTYPE" val="a"/>
  <p:tag name="KSO_WM_UNIT_NOCLEAR" val="0"/>
  <p:tag name="KSO_WM_UNIT_VALUE" val="39"/>
  <p:tag name="KSO_WM_DIAGRAM_GROUP_CODE" val="m1-1"/>
  <p:tag name="KSO_WM_UNIT_TYPE" val="m_h_f"/>
  <p:tag name="KSO_WM_UNIT_INDEX" val="1_2_1"/>
  <p:tag name="KSO_WM_DIAGRAM_VERSION" val="3"/>
  <p:tag name="KSO_WM_DIAGRAM_COLOR_TRICK" val="1"/>
  <p:tag name="KSO_WM_DIAGRAM_COLOR_TEXT_CAN_REMOVE" val="n"/>
  <p:tag name="KSO_WM_UNIT_PRESET_TEXT" val="单击此处输入您的项正文，文字是您思想的提炼，请尽量言简意赅的阐述观点。&#10;"/>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51.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a*1_2_1"/>
  <p:tag name="KSO_WM_TEMPLATE_CATEGORY" val="diagram"/>
  <p:tag name="KSO_WM_TEMPLATE_INDEX" val="20236933"/>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2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52.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i*1_2_1"/>
  <p:tag name="KSO_WM_TEMPLATE_CATEGORY" val="diagram"/>
  <p:tag name="KSO_WM_TEMPLATE_INDEX" val="20236933"/>
  <p:tag name="KSO_WM_UNIT_LAYERLEVEL" val="1_1_1"/>
  <p:tag name="KSO_WM_TAG_VERSION" val="3.0"/>
  <p:tag name="KSO_WM_BEAUTIFY_FLAG" val="#wm#"/>
  <p:tag name="KSO_WM_DIAGRAM_GROUP_CODE" val="m1-1"/>
  <p:tag name="KSO_WM_UNIT_SUBTYPE" val="d"/>
  <p:tag name="KSO_WM_UNIT_TYPE" val="m_h_i"/>
  <p:tag name="KSO_WM_UNIT_INDEX" val="1_2_1"/>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20999999344348907,&quot;transparency&quot;:0},{&quot;brightness&quot;:0,&quot;colorType&quot;:1,&quot;foreColorIndex&quot;:5,&quot;pos&quot;:0.80000001192092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3.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f*1_1_1"/>
  <p:tag name="KSO_WM_TEMPLATE_CATEGORY" val="diagram"/>
  <p:tag name="KSO_WM_TEMPLATE_INDEX" val="20236933"/>
  <p:tag name="KSO_WM_UNIT_LAYERLEVEL" val="1_1_1"/>
  <p:tag name="KSO_WM_TAG_VERSION" val="3.0"/>
  <p:tag name="KSO_WM_BEAUTIFY_FLAG" val="#wm#"/>
  <p:tag name="KSO_WM_UNIT_SUBTYPE" val="a"/>
  <p:tag name="KSO_WM_UNIT_NOCLEAR" val="0"/>
  <p:tag name="KSO_WM_UNIT_VALUE" val="39"/>
  <p:tag name="KSO_WM_DIAGRAM_GROUP_CODE" val="m1-1"/>
  <p:tag name="KSO_WM_UNIT_TYPE" val="m_h_f"/>
  <p:tag name="KSO_WM_UNIT_INDEX" val="1_1_1"/>
  <p:tag name="KSO_WM_DIAGRAM_VERSION" val="3"/>
  <p:tag name="KSO_WM_DIAGRAM_COLOR_TRICK" val="1"/>
  <p:tag name="KSO_WM_DIAGRAM_COLOR_TEXT_CAN_REMOVE" val="n"/>
  <p:tag name="KSO_WM_UNIT_PRESET_TEXT" val="单击此处输入您的项正文，文字是您思想的提炼，请尽量言简意赅的阐述观点。&#10;"/>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54.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a*1_1_1"/>
  <p:tag name="KSO_WM_TEMPLATE_CATEGORY" val="diagram"/>
  <p:tag name="KSO_WM_TEMPLATE_INDEX" val="20236933"/>
  <p:tag name="KSO_WM_UNIT_LAYERLEVEL" val="1_1_1"/>
  <p:tag name="KSO_WM_TAG_VERSION" val="3.0"/>
  <p:tag name="KSO_WM_BEAUTIFY_FLAG" val="#wm#"/>
  <p:tag name="KSO_WM_UNIT_ISCONTENTSTITLE" val="0"/>
  <p:tag name="KSO_WM_UNIT_ISNUMDGMTITLE" val="0"/>
  <p:tag name="KSO_WM_UNIT_NOCLEAR" val="0"/>
  <p:tag name="KSO_WM_UNIT_VALUE" val="8"/>
  <p:tag name="KSO_WM_DIAGRAM_GROUP_CODE" val="m1-1"/>
  <p:tag name="KSO_WM_UNIT_TYPE" val="m_h_a"/>
  <p:tag name="KSO_WM_UNIT_INDEX" val="1_1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55.xml><?xml version="1.0" encoding="utf-8"?>
<p:tagLst xmlns:p="http://schemas.openxmlformats.org/presentationml/2006/main">
  <p:tag name="KSO_WM_DIAGRAM_VIRTUALLY_FRAME" val="{&quot;height&quot;:345.52930121850875,&quot;left&quot;:0,&quot;top&quot;:147.9,&quot;width&quot;:960}"/>
  <p:tag name="KSO_WM_UNIT_HIGHLIGHT" val="0"/>
  <p:tag name="KSO_WM_UNIT_COMPATIBLE" val="0"/>
  <p:tag name="KSO_WM_UNIT_DIAGRAM_ISNUMVISUAL" val="0"/>
  <p:tag name="KSO_WM_UNIT_DIAGRAM_ISREFERUNIT" val="0"/>
  <p:tag name="KSO_WM_UNIT_ID" val="diagram20236933_1*m_h_i*1_1_1"/>
  <p:tag name="KSO_WM_TEMPLATE_CATEGORY" val="diagram"/>
  <p:tag name="KSO_WM_TEMPLATE_INDEX" val="20236933"/>
  <p:tag name="KSO_WM_UNIT_LAYERLEVEL" val="1_1_1"/>
  <p:tag name="KSO_WM_TAG_VERSION" val="3.0"/>
  <p:tag name="KSO_WM_BEAUTIFY_FLAG" val="#wm#"/>
  <p:tag name="KSO_WM_DIAGRAM_GROUP_CODE" val="m1-1"/>
  <p:tag name="KSO_WM_UNIT_SUBTYPE" val="d"/>
  <p:tag name="KSO_WM_UNIT_TYPE" val="m_h_i"/>
  <p:tag name="KSO_WM_UNIT_INDEX" val="1_1_1"/>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800000011920929,&quot;colorType&quot;:1,&quot;foreColorIndex&quot;:5,&quot;pos&quot;:0,&quot;transparency&quot;:0},{&quot;brightness&quot;:0.4000000059604645,&quot;colorType&quot;:1,&quot;foreColorIndex&quot;:5,&quot;pos&quot;:0.20999999344348907,&quot;transparency&quot;:0},{&quot;brightness&quot;:0,&quot;colorType&quot;:1,&quot;foreColorIndex&quot;:5,&quot;pos&quot;:0.80000001192092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6.xml><?xml version="1.0" encoding="utf-8"?>
<p:tagLst xmlns:p="http://schemas.openxmlformats.org/presentationml/2006/main">
  <p:tag name="TABLE_ENDDRAG_ORIGIN_RECT" val="883*241"/>
  <p:tag name="TABLE_ENDDRAG_RECT" val="37*141*883*24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2_2*l_h_i*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5"/>
  <p:tag name="KSO_WM_DIAGRAM_USE_COLOR_VALUE" val="{&quot;color_scheme&quot;:1,&quot;color_type&quot;:1,&quot;theme_color_indexes&quot;:[5,6,5,6,5,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1_6"/>
  <p:tag name="KSO_WM_TEMPLATE_CATEGORY" val="diagram"/>
  <p:tag name="KSO_WM_TEMPLATE_INDEX" val="20235162"/>
  <p:tag name="KSO_WM_UNIT_LAYERLEVEL" val="1_1_1"/>
  <p:tag name="KSO_WM_TAG_VERSION" val="3.0"/>
  <p:tag name="KSO_WM_UNIT_TYPE" val="l_h_i"/>
  <p:tag name="KSO_WM_UNIT_INDEX" val="1_1_6"/>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1_5"/>
  <p:tag name="KSO_WM_TEMPLATE_CATEGORY" val="diagram"/>
  <p:tag name="KSO_WM_TEMPLATE_INDEX" val="20235162"/>
  <p:tag name="KSO_WM_UNIT_LAYERLEVEL" val="1_1_1"/>
  <p:tag name="KSO_WM_TAG_VERSION" val="3.0"/>
  <p:tag name="KSO_WM_UNIT_TYPE" val="l_h_i"/>
  <p:tag name="KSO_WM_UNIT_INDEX" val="1_1_5"/>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1_2"/>
  <p:tag name="KSO_WM_TEMPLATE_CATEGORY" val="diagram"/>
  <p:tag name="KSO_WM_TEMPLATE_INDEX" val="20235162"/>
  <p:tag name="KSO_WM_UNIT_LAYERLEVEL" val="1_1_1"/>
  <p:tag name="KSO_WM_TAG_VERSION" val="3.0"/>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1.xml><?xml version="1.0" encoding="utf-8"?>
<p:tagLst xmlns:p="http://schemas.openxmlformats.org/presentationml/2006/main">
  <p:tag name="KSO_WM_DIAGRAM_VIRTUALLY_FRAME" val="{&quot;height&quot;:388.6000061035156,&quot;left&quot;:55.024993896484375,&quot;top&quot;:134.3499969482422,&quot;width&quot;:849.9500122070312}"/>
  <p:tag name="KSO_WM_UNIT_HIGHLIGHT" val="0"/>
  <p:tag name="KSO_WM_UNIT_COMPATIBLE" val="0"/>
  <p:tag name="KSO_WM_UNIT_DIAGRAM_ISNUMVISUAL" val="0"/>
  <p:tag name="KSO_WM_UNIT_DIAGRAM_ISREFERUNIT" val="0"/>
  <p:tag name="KSO_WM_DIAGRAM_GROUP_CODE" val="l1-1"/>
  <p:tag name="KSO_WM_UNIT_ID" val="diagram20235162_2*l_h_i*1_1_3"/>
  <p:tag name="KSO_WM_TEMPLATE_CATEGORY" val="diagram"/>
  <p:tag name="KSO_WM_TEMPLATE_INDEX" val="20235162"/>
  <p:tag name="KSO_WM_UNIT_LAYERLEVEL" val="1_1_1"/>
  <p:tag name="KSO_WM_TAG_VERSION" val="3.0"/>
  <p:tag name="KSO_WM_UNIT_TYPE" val="l_h_i"/>
  <p:tag name="KSO_WM_UNIT_INDEX" val="1_1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6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2_2*l_h_f*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63.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162_2*l_h_a*1_1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DIAGRAM_USE_COLOR_VALUE" val="{&quot;color_scheme&quot;:1,&quot;color_type&quot;:1,&quot;theme_color_indexes&quot;:[5,6,5,6,5,6]}"/>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1_4"/>
  <p:tag name="KSO_WM_TEMPLATE_CATEGORY" val="diagram"/>
  <p:tag name="KSO_WM_TEMPLATE_INDEX" val="20235162"/>
  <p:tag name="KSO_WM_UNIT_LAYERLEVEL" val="1_1_1"/>
  <p:tag name="KSO_WM_TAG_VERSION" val="3.0"/>
  <p:tag name="KSO_WM_UNIT_TYPE" val="l_h_i"/>
  <p:tag name="KSO_WM_UNIT_INDEX" val="1_1_4"/>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5162_2*l_h_i*1_3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5"/>
  <p:tag name="KSO_WM_DIAGRAM_USE_COLOR_VALUE" val="{&quot;color_scheme&quot;:1,&quot;color_type&quot;:1,&quot;theme_color_indexes&quot;:[5,6,5,6,5,6]}"/>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3_6"/>
  <p:tag name="KSO_WM_TEMPLATE_CATEGORY" val="diagram"/>
  <p:tag name="KSO_WM_TEMPLATE_INDEX" val="20235162"/>
  <p:tag name="KSO_WM_UNIT_LAYERLEVEL" val="1_1_1"/>
  <p:tag name="KSO_WM_TAG_VERSION" val="3.0"/>
  <p:tag name="KSO_WM_UNIT_TYPE" val="l_h_i"/>
  <p:tag name="KSO_WM_UNIT_INDEX" val="1_3_6"/>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3_5"/>
  <p:tag name="KSO_WM_TEMPLATE_CATEGORY" val="diagram"/>
  <p:tag name="KSO_WM_TEMPLATE_INDEX" val="20235162"/>
  <p:tag name="KSO_WM_UNIT_LAYERLEVEL" val="1_1_1"/>
  <p:tag name="KSO_WM_TAG_VERSION" val="3.0"/>
  <p:tag name="KSO_WM_UNIT_TYPE" val="l_h_i"/>
  <p:tag name="KSO_WM_UNIT_INDEX" val="1_3_5"/>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3_2"/>
  <p:tag name="KSO_WM_TEMPLATE_CATEGORY" val="diagram"/>
  <p:tag name="KSO_WM_TEMPLATE_INDEX" val="20235162"/>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69.xml><?xml version="1.0" encoding="utf-8"?>
<p:tagLst xmlns:p="http://schemas.openxmlformats.org/presentationml/2006/main">
  <p:tag name="KSO_WM_DIAGRAM_VIRTUALLY_FRAME" val="{&quot;height&quot;:388.6000061035156,&quot;left&quot;:55.024993896484375,&quot;top&quot;:134.3499969482422,&quot;width&quot;:849.9500122070312}"/>
  <p:tag name="KSO_WM_UNIT_HIGHLIGHT" val="0"/>
  <p:tag name="KSO_WM_UNIT_COMPATIBLE" val="0"/>
  <p:tag name="KSO_WM_UNIT_DIAGRAM_ISNUMVISUAL" val="0"/>
  <p:tag name="KSO_WM_UNIT_DIAGRAM_ISREFERUNIT" val="0"/>
  <p:tag name="KSO_WM_DIAGRAM_GROUP_CODE" val="l1-1"/>
  <p:tag name="KSO_WM_UNIT_ID" val="diagram20235162_2*l_h_i*1_3_3"/>
  <p:tag name="KSO_WM_TEMPLATE_CATEGORY" val="diagram"/>
  <p:tag name="KSO_WM_TEMPLATE_INDEX" val="20235162"/>
  <p:tag name="KSO_WM_UNIT_LAYERLEVEL" val="1_1_1"/>
  <p:tag name="KSO_WM_TAG_VERSION" val="3.0"/>
  <p:tag name="KSO_WM_UNIT_TYPE" val="l_h_i"/>
  <p:tag name="KSO_WM_UNIT_INDEX" val="1_3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7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62_2*l_h_f*1_3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71.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5162_2*l_h_a*1_3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DIAGRAM_USE_COLOR_VALUE" val="{&quot;color_scheme&quot;:1,&quot;color_type&quot;:1,&quot;theme_color_indexes&quot;:[5,6,5,6,5,6]}"/>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3_4"/>
  <p:tag name="KSO_WM_TEMPLATE_CATEGORY" val="diagram"/>
  <p:tag name="KSO_WM_TEMPLATE_INDEX" val="20235162"/>
  <p:tag name="KSO_WM_UNIT_LAYERLEVEL" val="1_1_1"/>
  <p:tag name="KSO_WM_TAG_VERSION" val="3.0"/>
  <p:tag name="KSO_WM_UNIT_TYPE" val="l_h_i"/>
  <p:tag name="KSO_WM_UNIT_INDEX" val="1_3_4"/>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62_2*l_h_i*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gradient&quot;:[{&quot;brightness&quot;:0,&quot;colorType&quot;:2,&quot;pos&quot;:0,&quot;rgb&quot;:&quot;#ffffff&quot;,&quot;transparency&quot;:0.8999999761581421},{&quot;brightness&quot;:0,&quot;colorType&quot;:1,&quot;foreColorIndex&quot;:5,&quot;pos&quot;:1,&quot;transparency&quot;:0.8500000238418579}],&quot;type&quot;:3},&quot;glow&quot;:{&quot;colorType&quot;:0},&quot;line&quot;:{&quot;solidLine&quot;:{&quot;brightness&quot;:0.4000000059604645,&quot;colorType&quot;:1,&quot;foreColorIndex&quot;:5,&quot;transparency&quot;:0.4499999880790710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8"/>
  <p:tag name="KSO_WM_DIAGRAM_VERSION" val="3"/>
  <p:tag name="KSO_WM_DIAGRAM_COLOR_TRICK" val="1"/>
  <p:tag name="KSO_WM_DIAGRAM_COLOR_TEXT_CAN_REMOVE" val="n"/>
  <p:tag name="KSO_WM_BEAUTIFY_FLAG" val="#wm#"/>
  <p:tag name="KSO_WM_UNIT_FILL_TYPE" val="3"/>
  <p:tag name="KSO_WM_UNIT_LINE_FORE_SCHEMECOLOR_INDEX" val="5"/>
  <p:tag name="KSO_WM_DIAGRAM_USE_COLOR_VALUE" val="{&quot;color_scheme&quot;:1,&quot;color_type&quot;:1,&quot;theme_color_indexes&quot;:[5,6,5,6,5,6]}"/>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2_6"/>
  <p:tag name="KSO_WM_TEMPLATE_CATEGORY" val="diagram"/>
  <p:tag name="KSO_WM_TEMPLATE_INDEX" val="20235162"/>
  <p:tag name="KSO_WM_UNIT_LAYERLEVEL" val="1_1_1"/>
  <p:tag name="KSO_WM_TAG_VERSION" val="3.0"/>
  <p:tag name="KSO_WM_UNIT_TYPE" val="l_h_i"/>
  <p:tag name="KSO_WM_UNIT_INDEX" val="1_2_6"/>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2_5"/>
  <p:tag name="KSO_WM_TEMPLATE_CATEGORY" val="diagram"/>
  <p:tag name="KSO_WM_TEMPLATE_INDEX" val="20235162"/>
  <p:tag name="KSO_WM_UNIT_LAYERLEVEL" val="1_1_1"/>
  <p:tag name="KSO_WM_TAG_VERSION" val="3.0"/>
  <p:tag name="KSO_WM_UNIT_TYPE" val="l_h_i"/>
  <p:tag name="KSO_WM_UNIT_INDEX" val="1_2_5"/>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
  <p:tag name="KSO_WM_DIAGRAM_USE_COLOR_VALUE" val="{&quot;color_scheme&quot;:1,&quot;color_type&quot;:1,&quot;theme_color_indexes&quot;:[5,6,5,6,5,6]}"/>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2_2"/>
  <p:tag name="KSO_WM_TEMPLATE_CATEGORY" val="diagram"/>
  <p:tag name="KSO_WM_TEMPLATE_INDEX" val="20235162"/>
  <p:tag name="KSO_WM_UNIT_LAYERLEVEL" val="1_1_1"/>
  <p:tag name="KSO_WM_TAG_VERSION" val="3.0"/>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77.xml><?xml version="1.0" encoding="utf-8"?>
<p:tagLst xmlns:p="http://schemas.openxmlformats.org/presentationml/2006/main">
  <p:tag name="KSO_WM_DIAGRAM_VIRTUALLY_FRAME" val="{&quot;height&quot;:388.6000061035156,&quot;left&quot;:55.024993896484375,&quot;top&quot;:134.3499969482422,&quot;width&quot;:849.9500122070312}"/>
  <p:tag name="KSO_WM_UNIT_HIGHLIGHT" val="0"/>
  <p:tag name="KSO_WM_UNIT_COMPATIBLE" val="0"/>
  <p:tag name="KSO_WM_UNIT_DIAGRAM_ISNUMVISUAL" val="0"/>
  <p:tag name="KSO_WM_UNIT_DIAGRAM_ISREFERUNIT" val="0"/>
  <p:tag name="KSO_WM_DIAGRAM_GROUP_CODE" val="l1-1"/>
  <p:tag name="KSO_WM_UNIT_ID" val="diagram20235162_2*l_h_i*1_2_3"/>
  <p:tag name="KSO_WM_TEMPLATE_CATEGORY" val="diagram"/>
  <p:tag name="KSO_WM_TEMPLATE_INDEX" val="20235162"/>
  <p:tag name="KSO_WM_UNIT_LAYERLEVEL" val="1_1_1"/>
  <p:tag name="KSO_WM_TAG_VERSION" val="3.0"/>
  <p:tag name="KSO_WM_UNIT_TYPE" val="l_h_i"/>
  <p:tag name="KSO_WM_UNIT_INDEX" val="1_2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5},&quot;type&quot;:1},&quot;glow&quot;:{&quot;colorType&quot;:0},&quot;line&quot;:{&quot;type&quot;:0},&quot;shadow&quot;:{&quot;brightness&quot;:-0.5,&quot;colorType&quot;:1,&quot;foreColorIndex&quot;:14,&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7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62_2*l_h_f*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DIAGRAM_VERSION" val="3"/>
  <p:tag name="KSO_WM_DIAGRAM_COLOR_TRICK" val="1"/>
  <p:tag name="KSO_WM_DIAGRAM_COLOR_TEXT_CAN_REMOVE" val="n"/>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79.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5162_2*l_h_a*1_2_1"/>
  <p:tag name="KSO_WM_TEMPLATE_CATEGORY" val="diagram"/>
  <p:tag name="KSO_WM_TEMPLATE_INDEX" val="20235162"/>
  <p:tag name="KSO_WM_UNIT_LAYERLEVEL" val="1_1_1"/>
  <p:tag name="KSO_WM_TAG_VERSION" val="3.0"/>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BEAUTIFY_FLAG" val="#wm#"/>
  <p:tag name="KSO_WM_UNIT_PRESET_TEXT" val="单击此处添加标题"/>
  <p:tag name="KSO_WM_UNIT_TEXT_FILL_FORE_SCHEMECOLOR_INDEX" val="1"/>
  <p:tag name="KSO_WM_UNIT_TEXT_FILL_TYPE" val="1"/>
  <p:tag name="KSO_WM_DIAGRAM_USE_COLOR_VALUE" val="{&quot;color_scheme&quot;:1,&quot;color_type&quot;:1,&quot;theme_color_indexes&quot;:[5,6,5,6,5,6]}"/>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2_2*l_h_i*1_2_4"/>
  <p:tag name="KSO_WM_TEMPLATE_CATEGORY" val="diagram"/>
  <p:tag name="KSO_WM_TEMPLATE_INDEX" val="20235162"/>
  <p:tag name="KSO_WM_UNIT_LAYERLEVEL" val="1_1_1"/>
  <p:tag name="KSO_WM_TAG_VERSION" val="3.0"/>
  <p:tag name="KSO_WM_UNIT_TYPE" val="l_h_i"/>
  <p:tag name="KSO_WM_UNIT_INDEX" val="1_2_4"/>
  <p:tag name="KSO_WM_DIAGRAM_VERSION" val="3"/>
  <p:tag name="KSO_WM_DIAGRAM_COLOR_TRICK" val="1"/>
  <p:tag name="KSO_WM_DIAGRAM_COLOR_TEXT_CAN_REMOVE" val="n"/>
  <p:tag name="KSO_WM_DIAGRAM_MAX_ITEMCNT" val="4"/>
  <p:tag name="KSO_WM_DIAGRAM_MIN_ITEMCNT" val="2"/>
  <p:tag name="KSO_WM_DIAGRAM_VIRTUALLY_FRAME" val="{&quot;height&quot;:388.6000061035156,&quot;left&quot;:55.024993896484375,&quot;top&quot;:134.3499969482422,&quot;width&quot;:849.9500122070312}"/>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81.xml><?xml version="1.0" encoding="utf-8"?>
<p:tagLst xmlns:p="http://schemas.openxmlformats.org/presentationml/2006/main">
  <p:tag name="TABLE_ENDDRAG_ORIGIN_RECT" val="879*289"/>
  <p:tag name="TABLE_ENDDRAG_RECT" val="40*228*879*289"/>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3532_1*l_h_i*1_3_3"/>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3532_1*l_h_i*1_4_3"/>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3532_1*l_h_i*1_2_3"/>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3532_1*l_h_i*1_1_3"/>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6"/>
  <p:tag name="KSO_WM_DIAGRAM_USE_COLOR_VALUE" val="{&quot;color_scheme&quot;:1,&quot;color_type&quot;:1,&quot;theme_color_indexes&quot;:[5,6,5,6,5,6]}"/>
</p:tagLst>
</file>

<file path=ppt/tags/tag86.xml><?xml version="1.0" encoding="utf-8"?>
<p:tagLst xmlns:p="http://schemas.openxmlformats.org/presentationml/2006/main">
  <p:tag name="KSO_WM_UNIT_VALUE" val="199*199"/>
  <p:tag name="KSO_WM_UNIT_HIGHLIGHT" val="0"/>
  <p:tag name="KSO_WM_UNIT_COMPATIBLE" val="0"/>
  <p:tag name="KSO_WM_UNIT_DIAGRAM_ISNUMVISUAL" val="0"/>
  <p:tag name="KSO_WM_UNIT_DIAGRAM_ISREFERUNIT" val="0"/>
  <p:tag name="KSO_WM_DIAGRAM_GROUP_CODE" val="l1-1"/>
  <p:tag name="KSO_WM_UNIT_TYPE" val="l_h_d"/>
  <p:tag name="KSO_WM_UNIT_INDEX" val="1_4_1"/>
  <p:tag name="KSO_WM_UNIT_ID" val="diagram20233532_1*l_h_d*1_4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3499999940395355,&quot;colorType&quot;:1,&quot;foreColorIndex&quot;:14,&quot;transparency&quot;:0},&quot;type&quot;:1},&quot;glow&quot;:{&quot;colorType&quot;:0},&quot;line&quot;:{&quot;solidLine&quot;:{&quot;brightness&quot;:-0.3499999940395355,&quot;colorType&quot;:1,&quot;foreColorIndex&quot;:14,&quot;transparency&quot;:0.8999999761581421},&quot;type&quot;:1},&quot;shadow&quot;:{&quot;brightness&quot;:0,&quot;colorType&quot;:2,&quot;rgb&quot;:&quot;#000000&quot;,&quot;transparency&quot;:0.8799999952316284},&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35"/>
  <p:tag name="KSO_WM_UNIT_LINE_FORE_SCHEMECOLOR_INDEX" val="14"/>
  <p:tag name="KSO_WM_DIAGRAM_USE_COLOR_VALUE" val="{&quot;color_scheme&quot;:1,&quot;color_type&quot;:1,&quot;theme_color_indexes&quot;:[5,6,5,6,5,6]}"/>
</p:tagLst>
</file>

<file path=ppt/tags/tag87.xml><?xml version="1.0" encoding="utf-8"?>
<p:tagLst xmlns:p="http://schemas.openxmlformats.org/presentationml/2006/main">
  <p:tag name="KSO_WM_UNIT_VALUE" val="199*199"/>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3532_1*l_h_d*1_3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3499999940395355,&quot;colorType&quot;:1,&quot;foreColorIndex&quot;:14,&quot;transparency&quot;:0},&quot;type&quot;:1},&quot;glow&quot;:{&quot;colorType&quot;:0},&quot;line&quot;:{&quot;solidLine&quot;:{&quot;brightness&quot;:-0.3499999940395355,&quot;colorType&quot;:1,&quot;foreColorIndex&quot;:14,&quot;transparency&quot;:0.8999999761581421},&quot;type&quot;:1},&quot;shadow&quot;:{&quot;brightness&quot;:0,&quot;colorType&quot;:1,&quot;foreColorIndex&quot;:5,&quot;transparency&quot;:0.8799999952316284},&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35"/>
  <p:tag name="KSO_WM_UNIT_LINE_FORE_SCHEMECOLOR_INDEX" val="14"/>
  <p:tag name="KSO_WM_DIAGRAM_USE_COLOR_VALUE" val="{&quot;color_scheme&quot;:1,&quot;color_type&quot;:1,&quot;theme_color_indexes&quot;:[5,6,5,6,5,6]}"/>
</p:tagLst>
</file>

<file path=ppt/tags/tag88.xml><?xml version="1.0" encoding="utf-8"?>
<p:tagLst xmlns:p="http://schemas.openxmlformats.org/presentationml/2006/main">
  <p:tag name="KSO_WM_UNIT_VALUE" val="199*199"/>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532_1*l_h_d*1_1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3499999940395355,&quot;colorType&quot;:1,&quot;foreColorIndex&quot;:14,&quot;transparency&quot;:0},&quot;type&quot;:1},&quot;glow&quot;:{&quot;colorType&quot;:0},&quot;line&quot;:{&quot;solidLine&quot;:{&quot;brightness&quot;:-0.3499999940395355,&quot;colorType&quot;:1,&quot;foreColorIndex&quot;:14,&quot;transparency&quot;:0.8999999761581421},&quot;type&quot;:1},&quot;shadow&quot;:{&quot;brightness&quot;:0,&quot;colorType&quot;:2,&quot;rgb&quot;:&quot;#000000&quot;,&quot;transparency&quot;:0.8799999952316284},&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35"/>
  <p:tag name="KSO_WM_UNIT_LINE_FORE_SCHEMECOLOR_INDEX" val="14"/>
  <p:tag name="KSO_WM_DIAGRAM_USE_COLOR_VALUE" val="{&quot;color_scheme&quot;:1,&quot;color_type&quot;:1,&quot;theme_color_indexes&quot;:[5,6,5,6,5,6]}"/>
</p:tagLst>
</file>

<file path=ppt/tags/tag89.xml><?xml version="1.0" encoding="utf-8"?>
<p:tagLst xmlns:p="http://schemas.openxmlformats.org/presentationml/2006/main">
  <p:tag name="KSO_WM_UNIT_VALUE" val="199*199"/>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532_1*l_h_d*1_2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3499999940395355,&quot;colorType&quot;:1,&quot;foreColorIndex&quot;:14,&quot;transparency&quot;:0},&quot;type&quot;:1},&quot;glow&quot;:{&quot;colorType&quot;:0},&quot;line&quot;:{&quot;solidLine&quot;:{&quot;brightness&quot;:-0.3499999940395355,&quot;colorType&quot;:1,&quot;foreColorIndex&quot;:14,&quot;transparency&quot;:0.8999999761581421},&quot;type&quot;:1},&quot;shadow&quot;:{&quot;brightness&quot;:0,&quot;colorType&quot;:2,&quot;rgb&quot;:&quot;#000000&quot;,&quot;transparency&quot;:0.8799999952316284},&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35"/>
  <p:tag name="KSO_WM_UNIT_LINE_FORE_SCHEMECOLOR_INDEX" val="14"/>
  <p:tag name="KSO_WM_DIAGRAM_USE_COLOR_VALUE" val="{&quot;color_scheme&quot;:1,&quot;color_type&quot;:1,&quot;theme_color_indexes&quot;:[5,6,5,6,5,6]}"/>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3532_1*l_i*1_1"/>
  <p:tag name="KSO_WM_TEMPLATE_CATEGORY" val="diagram"/>
  <p:tag name="KSO_WM_TEMPLATE_INDEX" val="20233532"/>
  <p:tag name="KSO_WM_UNIT_LAYERLEVEL" val="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solidLine&quot;:{&quot;brightness&quot;:0,&quot;colorType&quot;:1,&quot;foreColorIndex&quot;:13,&quot;transparency&quot;:0.85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DIAGRAM_USE_COLOR_VALUE" val="{&quot;color_scheme&quot;:1,&quot;color_type&quot;:1,&quot;theme_color_indexes&quot;:[5,6,5,6,5,6]}"/>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532_1*l_h_i*1_1_2"/>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quot;colorType&quot;:2,&quot;rgb&quot;:&quot;#808080&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532_1*l_h_i*1_2_2"/>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quot;colorType&quot;:2,&quot;rgb&quot;:&quot;#808080&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3532_1*l_h_i*1_3_2"/>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3532_1*l_h_i*1_4_2"/>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solid&quot;:{&quot;brightness&quot;:0,&quot;colorType&quot;:2,&quot;rgb&quot;:&quot;#808080&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532_1*l_h_i*1_1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9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532_1*l_h_f*1_1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UNIT_VALUE" val="98"/>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您的项正文，文字是思想的提炼，请尽量言简意赅的阐述观点。单击此处输入您的项正文，文字是思想的提炼，请尽量言简意赅的阐述观点。单击此处输入您的项正文，文字是思想的提炼"/>
  <p:tag name="KSO_WM_UNIT_TEXT_FILL_FORE_SCHEMECOLOR_INDEX" val="1"/>
  <p:tag name="KSO_WM_UNIT_TEXT_FILL_TYPE" val="1"/>
  <p:tag name="KSO_WM_DIAGRAM_USE_COLOR_VALUE" val="{&quot;color_scheme&quot;:1,&quot;color_type&quot;:1,&quot;theme_color_indexes&quot;:[5,6,5,6,5,6]}"/>
</p:tagLst>
</file>

<file path=ppt/tags/tag9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532_1*l_h_a*1_1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532_1*l_h_i*1_2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9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532_1*l_h_f*1_2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8"/>
  <p:tag name="KSO_WM_UNIT_TEXT_TYPE" val="1"/>
  <p:tag name="KSO_WM_UNIT_TEXT_LAYER_COUNT" val="1"/>
  <p:tag name="KSO_WM_BEAUTIFY_FLAG" val="#wm#"/>
  <p:tag name="KSO_WM_UNIT_PRESET_TEXT" val="单击此处输入您的项正文，文字是思想的提炼，请尽量言简意赅的阐述观点。单击此处输入您的项正文，文字是思想的提炼，请尽量言简意赅的阐述观点。单击此处输入您的项正文，文字是思想的提炼"/>
  <p:tag name="KSO_WM_UNIT_TEXT_FILL_FORE_SCHEMECOLOR_INDEX" val="1"/>
  <p:tag name="KSO_WM_UNIT_TEXT_FILL_TYPE" val="1"/>
  <p:tag name="KSO_WM_DIAGRAM_USE_COLOR_VALUE" val="{&quot;color_scheme&quot;:1,&quot;color_type&quot;:1,&quot;theme_color_indexes&quot;:[5,6,5,6,5,6]}"/>
</p:tagLst>
</file>

<file path=ppt/tags/tag10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532_1*l_h_a*1_2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3532_1*l_h_i*1_4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0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532_1*l_h_f*1_4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8"/>
  <p:tag name="KSO_WM_UNIT_TEXT_TYPE" val="1"/>
  <p:tag name="KSO_WM_UNIT_TEXT_LAYER_COUNT" val="1"/>
  <p:tag name="KSO_WM_BEAUTIFY_FLAG" val="#wm#"/>
  <p:tag name="KSO_WM_UNIT_PRESET_TEXT" val="单击此处输入您的项正文，文字是思想的提炼，请尽量言简意赅的阐述观点。单击此处输入您的项正文，文字是思想的提炼，请尽量言简意赅的阐述观点。单击此处输入您的项正文，文字是思想的提炼"/>
  <p:tag name="KSO_WM_UNIT_TEXT_FILL_FORE_SCHEMECOLOR_INDEX" val="1"/>
  <p:tag name="KSO_WM_UNIT_TEXT_FILL_TYPE" val="1"/>
  <p:tag name="KSO_WM_DIAGRAM_USE_COLOR_VALUE" val="{&quot;color_scheme&quot;:1,&quot;color_type&quot;:1,&quot;theme_color_indexes&quot;:[5,6,5,6,5,6]}"/>
</p:tagLst>
</file>

<file path=ppt/tags/tag10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532_1*l_h_a*1_4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UNIT_PRESET_TEXT" val="单击添加标题"/>
  <p:tag name="KSO_WM_UNIT_TEXT_FILL_FORE_SCHEMECOLOR_INDEX" val="1"/>
  <p:tag name="KSO_WM_UNIT_TEXT_FILL_TYPE" val="1"/>
  <p:tag name="KSO_WM_DIAGRAM_USE_COLOR_VALUE" val="{&quot;color_scheme&quot;:1,&quot;color_type&quot;:1,&quot;theme_color_indexes&quot;:[5,6,5,6,5,6]}"/>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3532_1*l_h_i*1_3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0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532_1*l_h_f*1_3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8"/>
  <p:tag name="KSO_WM_UNIT_TEXT_TYPE" val="1"/>
  <p:tag name="KSO_WM_UNIT_TEXT_LAYER_COUNT" val="1"/>
  <p:tag name="KSO_WM_BEAUTIFY_FLAG" val="#wm#"/>
  <p:tag name="KSO_WM_UNIT_PRESET_TEXT" val="单击此处输入您的项正文，文字是思想的提炼，请尽量言简意赅的阐述观点。单击此处输入您的项正文，文字是思想的提炼，请尽量言简意赅的阐述观点。单击此处输入您的项正文，文字是思想的提炼"/>
  <p:tag name="KSO_WM_DIAGRAM_USE_COLOR_VALUE" val="{&quot;color_scheme&quot;:1,&quot;color_type&quot;:1,&quot;theme_color_indexes&quot;:[5,6,5,6,5,6]}"/>
</p:tagLst>
</file>

<file path=ppt/tags/tag10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532_1*l_h_a*1_3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UNIT_TEXT_TYPE" val="1"/>
  <p:tag name="KSO_WM_BEAUTIFY_FLAG" val="#wm#"/>
  <p:tag name="KSO_WM_UNIT_PRESET_TEXT" val="单击添加标题"/>
  <p:tag name="KSO_WM_DIAGRAM_USE_COLOR_VALUE" val="{&quot;color_scheme&quot;:1,&quot;color_type&quot;:1,&quot;theme_color_indexes&quot;:[5,6,5,6,5,6]}"/>
</p:tagLst>
</file>

<file path=ppt/tags/tag10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532_1*l_h_f*1_3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8"/>
  <p:tag name="KSO_WM_UNIT_TEXT_TYPE" val="1"/>
  <p:tag name="KSO_WM_UNIT_TEXT_LAYER_COUNT" val="1"/>
  <p:tag name="KSO_WM_BEAUTIFY_FLAG" val="#wm#"/>
  <p:tag name="KSO_WM_UNIT_PRESET_TEXT" val="单击此处输入您的项正文，文字是思想的提炼，请尽量言简意赅的阐述观点。单击此处输入您的项正文，文字是思想的提炼，请尽量言简意赅的阐述观点。单击此处输入您的项正文，文字是思想的提炼"/>
  <p:tag name="KSO_WM_DIAGRAM_USE_COLOR_VALUE" val="{&quot;color_scheme&quot;:1,&quot;color_type&quot;:1,&quot;theme_color_indexes&quot;:[5,6,5,6,5,6]}"/>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4_3*n_h_h_i*1_2_1_1"/>
  <p:tag name="KSO_WM_TEMPLATE_CATEGORY" val="diagram"/>
  <p:tag name="KSO_WM_TEMPLATE_INDEX" val="20231084"/>
  <p:tag name="KSO_WM_UNIT_LAYERLEVEL" val="1_1_1_1"/>
  <p:tag name="KSO_WM_TAG_VERSION" val="3.0"/>
  <p:tag name="KSO_WM_DIAGRAM_GROUP_CODE" val="n1-1"/>
  <p:tag name="KSO_WM_UNIT_TYPE" val="n_h_h_i"/>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gradient&quot;:[{&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4_3*n_h_h_i*1_2_1_2"/>
  <p:tag name="KSO_WM_TEMPLATE_CATEGORY" val="diagram"/>
  <p:tag name="KSO_WM_TEMPLATE_INDEX" val="20231084"/>
  <p:tag name="KSO_WM_UNIT_LAYERLEVEL" val="1_1_1_1"/>
  <p:tag name="KSO_WM_TAG_VERSION" val="3.0"/>
  <p:tag name="KSO_WM_DIAGRAM_GROUP_CODE" val="n1-1"/>
  <p:tag name="KSO_WM_UNIT_TYPE" val="n_h_h_i"/>
  <p:tag name="KSO_WM_UNIT_INDEX" val="1_2_1_2"/>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4_3*n_h_h_i*1_2_3_2"/>
  <p:tag name="KSO_WM_TEMPLATE_CATEGORY" val="diagram"/>
  <p:tag name="KSO_WM_TEMPLATE_INDEX" val="20231084"/>
  <p:tag name="KSO_WM_UNIT_LAYERLEVEL" val="1_1_1_1"/>
  <p:tag name="KSO_WM_TAG_VERSION" val="3.0"/>
  <p:tag name="KSO_WM_DIAGRAM_GROUP_CODE" val="n1-1"/>
  <p:tag name="KSO_WM_UNIT_TYPE" val="n_h_h_i"/>
  <p:tag name="KSO_WM_UNIT_INDEX" val="1_2_3_2"/>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4_3*n_h_h_i*1_2_3_1"/>
  <p:tag name="KSO_WM_TEMPLATE_CATEGORY" val="diagram"/>
  <p:tag name="KSO_WM_TEMPLATE_INDEX" val="20231084"/>
  <p:tag name="KSO_WM_UNIT_LAYERLEVEL" val="1_1_1_1"/>
  <p:tag name="KSO_WM_TAG_VERSION" val="3.0"/>
  <p:tag name="KSO_WM_DIAGRAM_GROUP_CODE" val="n1-1"/>
  <p:tag name="KSO_WM_UNIT_TYPE" val="n_h_h_i"/>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gradient&quot;:[{&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4_3*n_h_h_i*1_2_2_2"/>
  <p:tag name="KSO_WM_TEMPLATE_CATEGORY" val="diagram"/>
  <p:tag name="KSO_WM_TEMPLATE_INDEX" val="20231084"/>
  <p:tag name="KSO_WM_UNIT_LAYERLEVEL" val="1_1_1_1"/>
  <p:tag name="KSO_WM_TAG_VERSION" val="3.0"/>
  <p:tag name="KSO_WM_DIAGRAM_GROUP_CODE" val="n1-1"/>
  <p:tag name="KSO_WM_UNIT_TYPE" val="n_h_h_i"/>
  <p:tag name="KSO_WM_UNIT_INDEX" val="1_2_2_2"/>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4_3*n_h_h_i*1_2_2_1"/>
  <p:tag name="KSO_WM_TEMPLATE_CATEGORY" val="diagram"/>
  <p:tag name="KSO_WM_TEMPLATE_INDEX" val="20231084"/>
  <p:tag name="KSO_WM_UNIT_LAYERLEVEL" val="1_1_1_1"/>
  <p:tag name="KSO_WM_TAG_VERSION" val="3.0"/>
  <p:tag name="KSO_WM_DIAGRAM_GROUP_CODE" val="n1-1"/>
  <p:tag name="KSO_WM_UNIT_TYPE" val="n_h_h_i"/>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gradient&quot;:[{&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4_3*n_h_h_i*1_2_4_2"/>
  <p:tag name="KSO_WM_TEMPLATE_CATEGORY" val="diagram"/>
  <p:tag name="KSO_WM_TEMPLATE_INDEX" val="20231084"/>
  <p:tag name="KSO_WM_UNIT_LAYERLEVEL" val="1_1_1_1"/>
  <p:tag name="KSO_WM_TAG_VERSION" val="3.0"/>
  <p:tag name="KSO_WM_DIAGRAM_GROUP_CODE" val="n1-1"/>
  <p:tag name="KSO_WM_UNIT_TYPE" val="n_h_h_i"/>
  <p:tag name="KSO_WM_UNIT_INDEX" val="1_2_4_2"/>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4_3*n_h_h_i*1_2_4_1"/>
  <p:tag name="KSO_WM_TEMPLATE_CATEGORY" val="diagram"/>
  <p:tag name="KSO_WM_TEMPLATE_INDEX" val="20231084"/>
  <p:tag name="KSO_WM_UNIT_LAYERLEVEL" val="1_1_1_1"/>
  <p:tag name="KSO_WM_TAG_VERSION" val="3.0"/>
  <p:tag name="KSO_WM_DIAGRAM_GROUP_CODE" val="n1-1"/>
  <p:tag name="KSO_WM_UNIT_TYPE" val="n_h_h_i"/>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gradient&quot;:[{&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084_3*n_h_h_a*1_2_2_1"/>
  <p:tag name="KSO_WM_TEMPLATE_CATEGORY" val="diagram"/>
  <p:tag name="KSO_WM_TEMPLATE_INDEX" val="20231084"/>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84_3*n_h_h_f*1_2_2_1"/>
  <p:tag name="KSO_WM_TEMPLATE_CATEGORY" val="diagram"/>
  <p:tag name="KSO_WM_TEMPLATE_INDEX" val="20231084"/>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形项正文"/>
  <p:tag name="KSO_WM_UNIT_TEXT_FILL_FORE_SCHEMECOLOR_INDEX" val="1"/>
  <p:tag name="KSO_WM_UNIT_TEXT_FILL_TYPE" val="1"/>
  <p:tag name="KSO_WM_DIAGRAM_USE_COLOR_VALUE" val="{&quot;color_scheme&quot;:1,&quot;color_type&quot;:1,&quot;theme_color_indexes&quot;:[5,6,5,6,5,6]}"/>
</p:tagLst>
</file>

<file path=ppt/tags/tag1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4_1"/>
  <p:tag name="KSO_WM_UNIT_ID" val="diagram20231084_3*n_h_h_a*1_2_4_1"/>
  <p:tag name="KSO_WM_TEMPLATE_CATEGORY" val="diagram"/>
  <p:tag name="KSO_WM_TEMPLATE_INDEX" val="20231084"/>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1084_3*n_h_h_f*1_2_4_1"/>
  <p:tag name="KSO_WM_TEMPLATE_CATEGORY" val="diagram"/>
  <p:tag name="KSO_WM_TEMPLATE_INDEX" val="20231084"/>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形项正文内容"/>
  <p:tag name="KSO_WM_UNIT_TEXT_FILL_FORE_SCHEMECOLOR_INDEX" val="1"/>
  <p:tag name="KSO_WM_UNIT_TEXT_FILL_TYPE" val="1"/>
  <p:tag name="KSO_WM_DIAGRAM_USE_COLOR_VALUE" val="{&quot;color_scheme&quot;:1,&quot;color_type&quot;:1,&quot;theme_color_indexes&quot;:[5,6,5,6,5,6]}"/>
</p:tagLst>
</file>

<file path=ppt/tags/tag120.xml><?xml version="1.0" encoding="utf-8"?>
<p:tagLst xmlns:p="http://schemas.openxmlformats.org/presentationml/2006/main">
  <p:tag name="KSO_WM_DIAGRAM_VERSION" val="3"/>
  <p:tag name="KSO_WM_DIAGRAM_COLOR_TRICK" val="1"/>
  <p:tag name="KSO_WM_DIAGRAM_COLOR_TEXT_CAN_REMOVE" val="n"/>
  <p:tag name="KSO_WM_UNIT_VALUE" val="52*44"/>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31084_3*n_h_h_x*1_2_1_1"/>
  <p:tag name="KSO_WM_TEMPLATE_CATEGORY" val="diagram"/>
  <p:tag name="KSO_WM_TEMPLATE_INDEX" val="20231084"/>
  <p:tag name="KSO_WM_UNIT_LAYERLEVEL" val="1_1_1_1"/>
  <p:tag name="KSO_WM_TAG_VERSION" val="3.0"/>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1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1084_3*n_h_h_a*1_2_3_1"/>
  <p:tag name="KSO_WM_TEMPLATE_CATEGORY" val="diagram"/>
  <p:tag name="KSO_WM_TEMPLATE_INDEX" val="20231084"/>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1084_3*n_h_h_f*1_2_3_1"/>
  <p:tag name="KSO_WM_TEMPLATE_CATEGORY" val="diagram"/>
  <p:tag name="KSO_WM_TEMPLATE_INDEX" val="20231084"/>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形项正文"/>
  <p:tag name="KSO_WM_UNIT_TEXT_FILL_FORE_SCHEMECOLOR_INDEX" val="1"/>
  <p:tag name="KSO_WM_UNIT_TEXT_FILL_TYPE" val="1"/>
  <p:tag name="KSO_WM_DIAGRAM_USE_COLOR_VALUE" val="{&quot;color_scheme&quot;:1,&quot;color_type&quot;:1,&quot;theme_color_indexes&quot;:[5,6,5,6,5,6]}"/>
</p:tagLst>
</file>

<file path=ppt/tags/tag1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084_3*n_h_h_a*1_2_1_1"/>
  <p:tag name="KSO_WM_TEMPLATE_CATEGORY" val="diagram"/>
  <p:tag name="KSO_WM_TEMPLATE_INDEX" val="20231084"/>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5,6,5,6,5,6]}"/>
</p:tagLst>
</file>

<file path=ppt/tags/tag1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84_3*n_h_h_f*1_2_1_1"/>
  <p:tag name="KSO_WM_TEMPLATE_CATEGORY" val="diagram"/>
  <p:tag name="KSO_WM_TEMPLATE_INDEX" val="20231084"/>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形项正文内容"/>
  <p:tag name="KSO_WM_UNIT_TEXT_FILL_FORE_SCHEMECOLOR_INDEX" val="1"/>
  <p:tag name="KSO_WM_UNIT_TEXT_FILL_TYPE" val="1"/>
  <p:tag name="KSO_WM_DIAGRAM_USE_COLOR_VALUE" val="{&quot;color_scheme&quot;:1,&quot;color_type&quot;:1,&quot;theme_color_indexes&quot;:[5,6,5,6,5,6]}"/>
</p:tagLst>
</file>

<file path=ppt/tags/tag125.xml><?xml version="1.0" encoding="utf-8"?>
<p:tagLst xmlns:p="http://schemas.openxmlformats.org/presentationml/2006/main">
  <p:tag name="KSO_WM_DIAGRAM_VERSION" val="3"/>
  <p:tag name="KSO_WM_DIAGRAM_COLOR_TRICK" val="1"/>
  <p:tag name="KSO_WM_DIAGRAM_COLOR_TEXT_CAN_REMOVE" val="n"/>
  <p:tag name="KSO_WM_UNIT_VALUE" val="48*43"/>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31084_3*n_h_h_x*1_2_2_1"/>
  <p:tag name="KSO_WM_TEMPLATE_CATEGORY" val="diagram"/>
  <p:tag name="KSO_WM_TEMPLATE_INDEX" val="20231084"/>
  <p:tag name="KSO_WM_UNIT_LAYERLEVEL" val="1_1_1_1"/>
  <p:tag name="KSO_WM_TAG_VERSION" val="3.0"/>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solid&quot;:{&quot;brightness&quot;:0,&quot;colorType&quot;:2,&quot;rgb&quot;:&quot;#ffffff&quot;,&quot;transparency&quot;:0.10000000149011612},&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126.xml><?xml version="1.0" encoding="utf-8"?>
<p:tagLst xmlns:p="http://schemas.openxmlformats.org/presentationml/2006/main">
  <p:tag name="KSO_WM_DIAGRAM_VERSION" val="3"/>
  <p:tag name="KSO_WM_DIAGRAM_COLOR_TRICK" val="1"/>
  <p:tag name="KSO_WM_DIAGRAM_COLOR_TEXT_CAN_REMOVE" val="n"/>
  <p:tag name="KSO_WM_UNIT_VALUE" val="48*48"/>
  <p:tag name="KSO_WM_UNIT_HIGHLIGHT" val="0"/>
  <p:tag name="KSO_WM_UNIT_COMPATIBLE" val="0"/>
  <p:tag name="KSO_WM_UNIT_DIAGRAM_ISNUMVISUAL" val="0"/>
  <p:tag name="KSO_WM_UNIT_DIAGRAM_ISREFERUNIT" val="0"/>
  <p:tag name="KSO_WM_DIAGRAM_GROUP_CODE" val="n1-1"/>
  <p:tag name="KSO_WM_UNIT_TYPE" val="n_h_h_x"/>
  <p:tag name="KSO_WM_UNIT_INDEX" val="1_2_3_1"/>
  <p:tag name="KSO_WM_UNIT_ID" val="diagram20231084_3*n_h_h_x*1_2_3_1"/>
  <p:tag name="KSO_WM_TEMPLATE_CATEGORY" val="diagram"/>
  <p:tag name="KSO_WM_TEMPLATE_INDEX" val="20231084"/>
  <p:tag name="KSO_WM_UNIT_LAYERLEVEL" val="1_1_1_1"/>
  <p:tag name="KSO_WM_TAG_VERSION" val="3.0"/>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solid&quot;:{&quot;brightness&quot;:0,&quot;colorType&quot;:2,&quot;rgb&quot;:&quot;#ffffff&quot;,&quot;transparency&quot;:0.10000000149011612},&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127.xml><?xml version="1.0" encoding="utf-8"?>
<p:tagLst xmlns:p="http://schemas.openxmlformats.org/presentationml/2006/main">
  <p:tag name="KSO_WM_DIAGRAM_VERSION" val="3"/>
  <p:tag name="KSO_WM_DIAGRAM_COLOR_TRICK" val="1"/>
  <p:tag name="KSO_WM_DIAGRAM_COLOR_TEXT_CAN_REMOVE" val="n"/>
  <p:tag name="KSO_WM_UNIT_VALUE" val="48*43"/>
  <p:tag name="KSO_WM_UNIT_HIGHLIGHT" val="0"/>
  <p:tag name="KSO_WM_UNIT_COMPATIBLE" val="0"/>
  <p:tag name="KSO_WM_UNIT_DIAGRAM_ISNUMVISUAL" val="0"/>
  <p:tag name="KSO_WM_UNIT_DIAGRAM_ISREFERUNIT" val="0"/>
  <p:tag name="KSO_WM_DIAGRAM_GROUP_CODE" val="n1-1"/>
  <p:tag name="KSO_WM_UNIT_TYPE" val="n_h_h_x"/>
  <p:tag name="KSO_WM_UNIT_INDEX" val="1_2_4_1"/>
  <p:tag name="KSO_WM_UNIT_ID" val="diagram20231084_3*n_h_h_x*1_2_4_1"/>
  <p:tag name="KSO_WM_TEMPLATE_CATEGORY" val="diagram"/>
  <p:tag name="KSO_WM_TEMPLATE_INDEX" val="20231084"/>
  <p:tag name="KSO_WM_UNIT_LAYERLEVEL" val="1_1_1_1"/>
  <p:tag name="KSO_WM_TAG_VERSION" val="3.0"/>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solid&quot;:{&quot;brightness&quot;:0,&quot;colorType&quot;:2,&quot;rgb&quot;:&quot;#ffffff&quot;,&quot;transparency&quot;:0.10000000149011612},&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KSO_WM_DIAGRAM_USE_COLOR_VALUE" val="{&quot;color_scheme&quot;:1,&quot;color_type&quot;:1,&quot;theme_color_indexes&quot;:[5,6,5,6,5,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1084_3*n_h_i*1_1_1"/>
  <p:tag name="KSO_WM_TEMPLATE_CATEGORY" val="diagram"/>
  <p:tag name="KSO_WM_TEMPLATE_INDEX" val="2023108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gradient&quot;:[{&quot;brightness&quot;:0,&quot;colorType&quot;:1,&quot;foreColorIndex&quot;:5,&quot;pos&quot;:0,&quot;transparency&quot;:0.8299999833106995},{&quot;brightness&quot;:0,&quot;colorType&quot;:1,&quot;foreColorIndex&quot;:5,&quot;pos&quot;:1,&quot;transparency&quot;:0.7699999809265137}],&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1084_3*n_h_i*1_1_2"/>
  <p:tag name="KSO_WM_TEMPLATE_CATEGORY" val="diagram"/>
  <p:tag name="KSO_WM_TEMPLATE_INDEX" val="2023108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gradient&quot;:[{&quot;brightness&quot;:0,&quot;colorType&quot;:1,&quot;foreColorIndex&quot;:5,&quot;pos&quot;:1,&quot;transparency&quot;:0.75},{&quot;brightness&quot;:0,&quot;colorType&quot;:1,&quot;foreColorIndex&quot;:5,&quot;pos&quot;:0,&quot;transparency&quot;:0.720000028610229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1084_3*n_h_i*1_1_3"/>
  <p:tag name="KSO_WM_TEMPLATE_CATEGORY" val="diagram"/>
  <p:tag name="KSO_WM_TEMPLATE_INDEX" val="2023108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type&quot;:0},&quot;glow&quot;:{&quot;colorType&quot;:0},&quot;line&quot;:{&quot;gradient&quot;:[{&quot;brightness&quot;:0,&quot;colorType&quot;:1,&quot;foreColorIndex&quot;:5,&quot;pos&quot;:1,&quot;transparency&quot;:0.46000000834465027},{&quot;brightness&quot;:0,&quot;colorType&quot;:1,&quot;foreColorIndex&quot;:5,&quot;pos&quot;:0,&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31.xml><?xml version="1.0" encoding="utf-8"?>
<p:tagLst xmlns:p="http://schemas.openxmlformats.org/presentationml/2006/main">
  <p:tag name="KSO_WM_UNIT_ISCONTENTSTITLE" val="0"/>
  <p:tag name="KSO_WM_UNIT_ISNUMDGMTITLE" val="0"/>
  <p:tag name="KSO_WM_UNIT_NOCLEAR" val="0"/>
  <p:tag name="KSO_WM_UNIT_VALUE" val="25"/>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1084_3*n_h_a*1_1_1"/>
  <p:tag name="KSO_WM_TEMPLATE_CATEGORY" val="diagram"/>
  <p:tag name="KSO_WM_TEMPLATE_INDEX" val="2023108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03.6000061035156,&quot;left&quot;:85.95,&quot;top&quot;:201.39999694824218,&quot;width&quot;:787.424987792968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此处加标题内容"/>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3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532_1*l_h_f*1_3_1"/>
  <p:tag name="KSO_WM_TEMPLATE_CATEGORY" val="diagram"/>
  <p:tag name="KSO_WM_TEMPLATE_INDEX" val="20233532"/>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401.50000000000006,&quot;left&quot;:71.02503937007873,&quot;top&quot;:198.92503937007874,&quot;width&quot;:856.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8"/>
  <p:tag name="KSO_WM_UNIT_TEXT_TYPE" val="1"/>
  <p:tag name="KSO_WM_UNIT_TEXT_LAYER_COUNT" val="1"/>
  <p:tag name="KSO_WM_BEAUTIFY_FLAG" val="#wm#"/>
  <p:tag name="KSO_WM_UNIT_PRESET_TEXT" val="单击此处输入您的项正文，文字是思想的提炼，请尽量言简意赅的阐述观点。单击此处输入您的项正文，文字是思想的提炼，请尽量言简意赅的阐述观点。单击此处输入您的项正文，文字是思想的提炼"/>
  <p:tag name="KSO_WM_DIAGRAM_USE_COLOR_VALUE" val="{&quot;color_scheme&quot;:1,&quot;color_type&quot;:1,&quot;theme_color_indexes&quot;:[5,6,5,6,5,6]}"/>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1"/>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1"/>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2"/>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2"/>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3"/>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3"/>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4"/>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4"/>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5"/>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5"/>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6"/>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6"/>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7"/>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7"/>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800000011920929,&quot;colorType&quot;:1,&quot;foreColorIndex&quot;:5,&quot;pos&quot;:0.01769999973475933,&quot;transparency&quot;:1},{&quot;brightness&quot;:0.800000011920929,&quot;colorType&quot;:1,&quot;foreColorIndex&quot;:5,&quot;pos&quot;:0.25999999046325684,&quot;transparency&quot;:0.20000000298023224},{&quot;brightness&quot;:0,&quot;colorType&quot;:1,&quot;foreColorIndex&quot;:5,&quot;pos&quot;:0.9734500050544739,&quot;transparency&quot;:1},{&quot;brightness&quot;:0,&quot;colorType&quot;:1,&quot;foreColorIndex&quot;:5,&quot;pos&quot;:0.64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8"/>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8"/>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9"/>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9"/>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i*1_10"/>
  <p:tag name="KSO_WM_TEMPLATE_CATEGORY" val="diagram"/>
  <p:tag name="KSO_WM_TEMPLATE_INDEX" val="20234860"/>
  <p:tag name="KSO_WM_UNIT_LAYERLEVEL" val="1_1"/>
  <p:tag name="KSO_WM_TAG_VERSION" val="3.0"/>
  <p:tag name="KSO_WM_BEAUTIFY_FLAG" val="#wm#"/>
  <p:tag name="KSO_WM_DIAGRAM_GROUP_CODE" val="m1-1"/>
  <p:tag name="KSO_WM_UNIT_TYPE" val="m_i"/>
  <p:tag name="KSO_WM_UNIT_INDEX" val="1_10"/>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i*1_1_1"/>
  <p:tag name="KSO_WM_TEMPLATE_CATEGORY" val="diagram"/>
  <p:tag name="KSO_WM_TEMPLATE_INDEX" val="20234860"/>
  <p:tag name="KSO_WM_UNIT_LAYERLEVEL" val="1_1_1"/>
  <p:tag name="KSO_WM_TAG_VERSION" val="3.0"/>
  <p:tag name="KSO_WM_BEAUTIFY_FLAG" val="#wm#"/>
  <p:tag name="KSO_WM_DIAGRAM_GROUP_CODE" val="m1-1"/>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quot;colorType&quot;:1,&quot;foreColorIndex&quot;:5,&quot;pos&quot;:0.30000001192092896,&quot;transparency&quot;:0},{&quot;brightness&quot;:0.800000011920929,&quot;colorType&quot;:1,&quot;foreColorIndex&quot;:5,&quot;pos&quot;:0.029999999329447746,&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i*1_3_1"/>
  <p:tag name="KSO_WM_TEMPLATE_CATEGORY" val="diagram"/>
  <p:tag name="KSO_WM_TEMPLATE_INDEX" val="20234860"/>
  <p:tag name="KSO_WM_UNIT_LAYERLEVEL" val="1_1_1"/>
  <p:tag name="KSO_WM_TAG_VERSION" val="3.0"/>
  <p:tag name="KSO_WM_BEAUTIFY_FLAG" val="#wm#"/>
  <p:tag name="KSO_WM_DIAGRAM_GROUP_CODE" val="m1-1"/>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quot;colorType&quot;:1,&quot;foreColorIndex&quot;:5,&quot;pos&quot;:0.30000001192092896,&quot;transparency&quot;:0},{&quot;brightness&quot;:0.800000011920929,&quot;colorType&quot;:1,&quot;foreColorIndex&quot;:5,&quot;pos&quot;:0.029999999329447746,&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f*1_1_1"/>
  <p:tag name="KSO_WM_TEMPLATE_CATEGORY" val="diagram"/>
  <p:tag name="KSO_WM_TEMPLATE_INDEX" val="20234860"/>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UNIT_PRESET_TEXT" val="单击此处输入您的项正文，文字是您思想的提炼，请尽量言简意赅的阐述"/>
  <p:tag name="KSO_WM_UNIT_TEXT_FILL_FORE_SCHEMECOLOR_INDEX" val="1"/>
  <p:tag name="KSO_WM_UNIT_TEXT_FILL_TYPE" val="1"/>
  <p:tag name="KSO_WM_UNIT_VALUE" val="36"/>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a*1_1_1"/>
  <p:tag name="KSO_WM_TEMPLATE_CATEGORY" val="diagram"/>
  <p:tag name="KSO_WM_TEMPLATE_INDEX" val="20234860"/>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1_1"/>
  <p:tag name="KSO_WM_DIAGRAM_VERSION" val="3"/>
  <p:tag name="KSO_WM_DIAGRAM_COLOR_TRICK" val="1"/>
  <p:tag name="KSO_WM_DIAGRAM_COLOR_TEXT_CAN_REMOVE" val="n"/>
  <p:tag name="KSO_WM_UNIT_PRESET_TEXT" val="添加项标题"/>
  <p:tag name="KSO_WM_UNIT_TEXT_FILL_FORE_SCHEMECOLOR_INDEX" val="3"/>
  <p:tag name="KSO_WM_UNIT_TEXT_FILL_TYPE" val="3"/>
  <p:tag name="KSO_WM_UNIT_VALUE" val="9"/>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i*1_2_1"/>
  <p:tag name="KSO_WM_TEMPLATE_CATEGORY" val="diagram"/>
  <p:tag name="KSO_WM_TEMPLATE_INDEX" val="20234860"/>
  <p:tag name="KSO_WM_UNIT_LAYERLEVEL" val="1_1_1"/>
  <p:tag name="KSO_WM_TAG_VERSION" val="3.0"/>
  <p:tag name="KSO_WM_BEAUTIFY_FLAG" val="#wm#"/>
  <p:tag name="KSO_WM_DIAGRAM_GROUP_CODE" val="m1-1"/>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quot;colorType&quot;:1,&quot;foreColorIndex&quot;:5,&quot;pos&quot;:0.30000001192092896,&quot;transparency&quot;:0},{&quot;brightness&quot;:0.800000011920929,&quot;colorType&quot;:1,&quot;foreColorIndex&quot;:5,&quot;pos&quot;:0.029999999329447746,&quot;transparency&quot;:0},{&quot;brightness&quot;:0,&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f*1_2_1"/>
  <p:tag name="KSO_WM_TEMPLATE_CATEGORY" val="diagram"/>
  <p:tag name="KSO_WM_TEMPLATE_INDEX" val="20234860"/>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2_1"/>
  <p:tag name="KSO_WM_DIAGRAM_VERSION" val="3"/>
  <p:tag name="KSO_WM_DIAGRAM_COLOR_TRICK" val="1"/>
  <p:tag name="KSO_WM_DIAGRAM_COLOR_TEXT_CAN_REMOVE" val="n"/>
  <p:tag name="KSO_WM_UNIT_PRESET_TEXT" val="单击此处输入您的项正文，文字是您思想的提炼，请尽量言简意赅的阐述"/>
  <p:tag name="KSO_WM_UNIT_TEXT_FILL_FORE_SCHEMECOLOR_INDEX" val="1"/>
  <p:tag name="KSO_WM_UNIT_TEXT_FILL_TYPE" val="1"/>
  <p:tag name="KSO_WM_UNIT_VALUE" val="36"/>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a*1_2_1"/>
  <p:tag name="KSO_WM_TEMPLATE_CATEGORY" val="diagram"/>
  <p:tag name="KSO_WM_TEMPLATE_INDEX" val="20234860"/>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2_1"/>
  <p:tag name="KSO_WM_DIAGRAM_VERSION" val="3"/>
  <p:tag name="KSO_WM_DIAGRAM_COLOR_TRICK" val="1"/>
  <p:tag name="KSO_WM_DIAGRAM_COLOR_TEXT_CAN_REMOVE" val="n"/>
  <p:tag name="KSO_WM_UNIT_PRESET_TEXT" val="添加项标题"/>
  <p:tag name="KSO_WM_UNIT_TEXT_FILL_FORE_SCHEMECOLOR_INDEX" val="3"/>
  <p:tag name="KSO_WM_UNIT_TEXT_FILL_TYPE" val="3"/>
  <p:tag name="KSO_WM_UNIT_VALUE" val="9"/>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i*1_4_1"/>
  <p:tag name="KSO_WM_TEMPLATE_CATEGORY" val="diagram"/>
  <p:tag name="KSO_WM_TEMPLATE_INDEX" val="20234860"/>
  <p:tag name="KSO_WM_UNIT_LAYERLEVEL" val="1_1_1"/>
  <p:tag name="KSO_WM_TAG_VERSION" val="3.0"/>
  <p:tag name="KSO_WM_BEAUTIFY_FLAG" val="#wm#"/>
  <p:tag name="KSO_WM_DIAGRAM_GROUP_CODE" val="m1-1"/>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gradient&quot;:[{&quot;brightness&quot;:0,&quot;colorType&quot;:1,&quot;foreColorIndex&quot;:5,&quot;pos&quot;:0.30000001192092896,&quot;transparency&quot;:0},{&quot;brightness&quot;:0.800000011920929,&quot;colorType&quot;:1,&quot;foreColorIndex&quot;:5,&quot;pos&quot;:0.029999999329447746,&quot;transparency&quot;:0},{&quot;brightness&quot;:0,&quot;colorType&quot;:1,&quot;foreColorIndex&quot;:5,&quot;pos&quot;:0.8299999833106995,&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f*1_4_1"/>
  <p:tag name="KSO_WM_TEMPLATE_CATEGORY" val="diagram"/>
  <p:tag name="KSO_WM_TEMPLATE_INDEX" val="20234860"/>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4_1"/>
  <p:tag name="KSO_WM_DIAGRAM_VERSION" val="3"/>
  <p:tag name="KSO_WM_DIAGRAM_COLOR_TRICK" val="1"/>
  <p:tag name="KSO_WM_DIAGRAM_COLOR_TEXT_CAN_REMOVE" val="n"/>
  <p:tag name="KSO_WM_UNIT_PRESET_TEXT" val="单击此处输入您的项正文，文字是您思想的提炼，请尽量言简意赅的阐述"/>
  <p:tag name="KSO_WM_UNIT_TEXT_FILL_FORE_SCHEMECOLOR_INDEX" val="1"/>
  <p:tag name="KSO_WM_UNIT_TEXT_FILL_TYPE" val="1"/>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a*1_4_1"/>
  <p:tag name="KSO_WM_TEMPLATE_CATEGORY" val="diagram"/>
  <p:tag name="KSO_WM_TEMPLATE_INDEX" val="20234860"/>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4_1"/>
  <p:tag name="KSO_WM_DIAGRAM_VERSION" val="3"/>
  <p:tag name="KSO_WM_DIAGRAM_COLOR_TRICK" val="1"/>
  <p:tag name="KSO_WM_DIAGRAM_COLOR_TEXT_CAN_REMOVE" val="n"/>
  <p:tag name="KSO_WM_UNIT_PRESET_TEXT" val="添加项标题"/>
  <p:tag name="KSO_WM_UNIT_TEXT_FILL_FORE_SCHEMECOLOR_INDEX" val="3"/>
  <p:tag name="KSO_WM_UNIT_TEXT_FILL_TYPE" val="3"/>
  <p:tag name="KSO_WM_UNIT_VALUE" val="9"/>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f*1_3_1"/>
  <p:tag name="KSO_WM_TEMPLATE_CATEGORY" val="diagram"/>
  <p:tag name="KSO_WM_TEMPLATE_INDEX" val="20234860"/>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3_1"/>
  <p:tag name="KSO_WM_DIAGRAM_VERSION" val="3"/>
  <p:tag name="KSO_WM_DIAGRAM_COLOR_TRICK" val="1"/>
  <p:tag name="KSO_WM_DIAGRAM_COLOR_TEXT_CAN_REMOVE" val="n"/>
  <p:tag name="KSO_WM_UNIT_PRESET_TEXT" val="单击此处输入您的项正文，文字是您思想的提炼，请尽量言简意赅的阐述"/>
  <p:tag name="KSO_WM_UNIT_TEXT_FILL_FORE_SCHEMECOLOR_INDEX" val="1"/>
  <p:tag name="KSO_WM_UNIT_TEXT_FILL_TYPE" val="1"/>
  <p:tag name="KSO_WM_UNIT_VALUE" val="36"/>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860_1*m_h_a*1_3_1"/>
  <p:tag name="KSO_WM_TEMPLATE_CATEGORY" val="diagram"/>
  <p:tag name="KSO_WM_TEMPLATE_INDEX" val="20234860"/>
  <p:tag name="KSO_WM_UNIT_LAYERLEVEL" val="1_1_1"/>
  <p:tag name="KSO_WM_TAG_VERSION" val="3.0"/>
  <p:tag name="KSO_WM_BEAUTIFY_FLAG" val="#wm#"/>
  <p:tag name="KSO_WM_UNIT_ISCONTENTSTITLE" val="0"/>
  <p:tag name="KSO_WM_UNIT_ISNUMDGMTITLE" val="0"/>
  <p:tag name="KSO_WM_UNIT_NOCLEAR" val="0"/>
  <p:tag name="KSO_WM_DIAGRAM_GROUP_CODE" val="m1-1"/>
  <p:tag name="KSO_WM_UNIT_TYPE" val="m_h_a"/>
  <p:tag name="KSO_WM_UNIT_INDEX" val="1_3_1"/>
  <p:tag name="KSO_WM_DIAGRAM_VERSION" val="3"/>
  <p:tag name="KSO_WM_DIAGRAM_COLOR_TRICK" val="1"/>
  <p:tag name="KSO_WM_DIAGRAM_COLOR_TEXT_CAN_REMOVE" val="n"/>
  <p:tag name="KSO_WM_UNIT_PRESET_TEXT" val="添加项标题"/>
  <p:tag name="KSO_WM_UNIT_TEXT_FILL_FORE_SCHEMECOLOR_INDEX" val="3"/>
  <p:tag name="KSO_WM_UNIT_TEXT_FILL_TYPE" val="3"/>
  <p:tag name="KSO_WM_UNIT_VALUE" val="9"/>
  <p:tag name="KSO_WM_DIAGRAM_MAX_ITEMCNT" val="6"/>
  <p:tag name="KSO_WM_DIAGRAM_MIN_ITEMCNT" val="4"/>
  <p:tag name="KSO_WM_DIAGRAM_VIRTUALLY_FRAME" val="{&quot;height&quot;:412.55,&quot;left&quot;:0,&quot;top&quot;:109.85,&quot;width&quot;:9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6,5,6,5,6]}"/>
</p:tagLst>
</file>

<file path=ppt/tags/tag155.xml><?xml version="1.0" encoding="utf-8"?>
<p:tagLst xmlns:p="http://schemas.openxmlformats.org/presentationml/2006/main">
  <p:tag name="ISPRING_PRESENTATION_TITLE" val="PowerPoint 演示文稿"/>
  <p:tag name="COMMONDATA" val="eyJoZGlkIjoiYzc3ZDFiNTQyNTUyMGFhMWMyY2MxZWIyMjJkMTNhMGIifQ=="/>
  <p:tag name="RESOURCE_RECORD_KEY" val="{&quot;10&quot;:[21559329,50029721],&quot;70&quot;:[3314661,3325727,3330464]}"/>
  <p:tag name="resource_record_key" val="{&quot;10&quot;:[21559329,50029721],&quot;70&quot;:[3314661,3325727,3330464,3327378]}"/>
</p:tagLst>
</file>

<file path=ppt/theme/theme1.xml><?xml version="1.0" encoding="utf-8"?>
<a:theme xmlns:a="http://schemas.openxmlformats.org/drawingml/2006/main" name="Office Theme">
  <a:themeElements>
    <a:clrScheme name="自定义 44">
      <a:dk1>
        <a:srgbClr val="000000"/>
      </a:dk1>
      <a:lt1>
        <a:srgbClr val="FFFFFF"/>
      </a:lt1>
      <a:dk2>
        <a:srgbClr val="778495"/>
      </a:dk2>
      <a:lt2>
        <a:srgbClr val="F0F0F0"/>
      </a:lt2>
      <a:accent1>
        <a:srgbClr val="0C3D7F"/>
      </a:accent1>
      <a:accent2>
        <a:srgbClr val="082D5F"/>
      </a:accent2>
      <a:accent3>
        <a:srgbClr val="051E3F"/>
      </a:accent3>
      <a:accent4>
        <a:srgbClr val="093156"/>
      </a:accent4>
      <a:accent5>
        <a:srgbClr val="0E4A81"/>
      </a:accent5>
      <a:accent6>
        <a:srgbClr val="1363AC"/>
      </a:accent6>
      <a:hlink>
        <a:srgbClr val="0C3D7F"/>
      </a:hlink>
      <a:folHlink>
        <a:srgbClr val="BFBFBF"/>
      </a:folHlink>
    </a:clrScheme>
    <a:fontScheme name="自定义 1">
      <a:majorFont>
        <a:latin typeface="Calibri Light"/>
        <a:ea typeface="微软雅黑"/>
        <a:cs typeface=""/>
      </a:majorFont>
      <a:minorFont>
        <a:latin typeface="Calibr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7823</Words>
  <Application>WPS 演示</Application>
  <PresentationFormat>宽屏</PresentationFormat>
  <Paragraphs>443</Paragraphs>
  <Slides>16</Slides>
  <Notes>11</Notes>
  <HiddenSlides>0</HiddenSlides>
  <MMClips>1</MMClips>
  <ScaleCrop>false</ScaleCrop>
  <HeadingPairs>
    <vt:vector size="6" baseType="variant">
      <vt:variant>
        <vt:lpstr>已用的字体</vt:lpstr>
      </vt:variant>
      <vt:variant>
        <vt:i4>39</vt:i4>
      </vt:variant>
      <vt:variant>
        <vt:lpstr>主题</vt:lpstr>
      </vt:variant>
      <vt:variant>
        <vt:i4>4</vt:i4>
      </vt:variant>
      <vt:variant>
        <vt:lpstr>幻灯片标题</vt:lpstr>
      </vt:variant>
      <vt:variant>
        <vt:i4>16</vt:i4>
      </vt:variant>
    </vt:vector>
  </HeadingPairs>
  <TitlesOfParts>
    <vt:vector size="59" baseType="lpstr">
      <vt:lpstr>Arial</vt:lpstr>
      <vt:lpstr>宋体</vt:lpstr>
      <vt:lpstr>Wingdings</vt:lpstr>
      <vt:lpstr>微软雅黑</vt:lpstr>
      <vt:lpstr>汉仪旗黑</vt:lpstr>
      <vt:lpstr>Times New Roman</vt:lpstr>
      <vt:lpstr>华文中宋</vt:lpstr>
      <vt:lpstr>Calibri</vt:lpstr>
      <vt:lpstr>Helvetica Neue</vt:lpstr>
      <vt:lpstr>STZhongsong</vt:lpstr>
      <vt:lpstr>+中文正文</vt:lpstr>
      <vt:lpstr>苹方-简</vt:lpstr>
      <vt:lpstr>宋体</vt:lpstr>
      <vt:lpstr>Arial Unicode MS</vt:lpstr>
      <vt:lpstr>汉仪书宋二KW</vt:lpstr>
      <vt:lpstr>HarmonyOS Sans SC</vt:lpstr>
      <vt:lpstr>楷体</vt:lpstr>
      <vt:lpstr>汉仪楷体KW</vt:lpstr>
      <vt:lpstr>Arial</vt:lpstr>
      <vt:lpstr>优设标题黑</vt:lpstr>
      <vt:lpstr>MiSans Normal</vt:lpstr>
      <vt:lpstr>方正仿宋_GB18030</vt:lpstr>
      <vt:lpstr>华文楷体</vt:lpstr>
      <vt:lpstr>MiSans</vt:lpstr>
      <vt:lpstr>微软雅黑</vt:lpstr>
      <vt:lpstr>宋体</vt:lpstr>
      <vt:lpstr>微软雅黑</vt:lpstr>
      <vt:lpstr>Thonburi</vt:lpstr>
      <vt:lpstr>汉仪中黑KW</vt:lpstr>
      <vt:lpstr>方正仿宋_GBK</vt:lpstr>
      <vt:lpstr>Calibri Light</vt:lpstr>
      <vt:lpstr>等线 Light</vt:lpstr>
      <vt:lpstr>汉仪中等线KW</vt:lpstr>
      <vt:lpstr>等线</vt:lpstr>
      <vt:lpstr>HarmonyOS Sans SC</vt:lpstr>
      <vt:lpstr>MiSans</vt:lpstr>
      <vt:lpstr>MiSans Normal</vt:lpstr>
      <vt:lpstr>优设标题黑</vt:lpstr>
      <vt:lpstr>方正仿宋_GB18030</vt:lpstr>
      <vt:lpstr>Office Theme</vt:lpstr>
      <vt:lpstr>2_自定义设计方案</vt:lpstr>
      <vt:lpstr>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WIN7</dc:creator>
  <cp:lastModifiedBy>杨玉强</cp:lastModifiedBy>
  <cp:revision>1584</cp:revision>
  <cp:lastPrinted>2026-03-28T11:26:09Z</cp:lastPrinted>
  <dcterms:created xsi:type="dcterms:W3CDTF">2026-03-28T11:26:09Z</dcterms:created>
  <dcterms:modified xsi:type="dcterms:W3CDTF">2026-03-28T11:26:09Z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8D9A7A180181B8E0BFBAC76919738CC1_43</vt:lpwstr>
  </property>
</Properties>
</file>